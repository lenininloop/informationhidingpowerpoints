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13" r:id="rId1"/>
  </p:sldMasterIdLst>
  <p:notesMasterIdLst>
    <p:notesMasterId r:id="rId66"/>
  </p:notesMasterIdLst>
  <p:handoutMasterIdLst>
    <p:handoutMasterId r:id="rId67"/>
  </p:handoutMasterIdLst>
  <p:sldIdLst>
    <p:sldId id="256" r:id="rId2"/>
    <p:sldId id="258" r:id="rId3"/>
    <p:sldId id="391" r:id="rId4"/>
    <p:sldId id="392" r:id="rId5"/>
    <p:sldId id="393" r:id="rId6"/>
    <p:sldId id="394" r:id="rId7"/>
    <p:sldId id="396" r:id="rId8"/>
    <p:sldId id="397" r:id="rId9"/>
    <p:sldId id="395" r:id="rId10"/>
    <p:sldId id="398" r:id="rId11"/>
    <p:sldId id="453" r:id="rId12"/>
    <p:sldId id="399" r:id="rId13"/>
    <p:sldId id="401" r:id="rId14"/>
    <p:sldId id="402" r:id="rId15"/>
    <p:sldId id="405" r:id="rId16"/>
    <p:sldId id="407" r:id="rId17"/>
    <p:sldId id="408" r:id="rId18"/>
    <p:sldId id="403" r:id="rId19"/>
    <p:sldId id="404" r:id="rId20"/>
    <p:sldId id="406" r:id="rId21"/>
    <p:sldId id="409" r:id="rId22"/>
    <p:sldId id="410" r:id="rId23"/>
    <p:sldId id="411" r:id="rId24"/>
    <p:sldId id="412" r:id="rId25"/>
    <p:sldId id="413" r:id="rId26"/>
    <p:sldId id="414" r:id="rId27"/>
    <p:sldId id="416" r:id="rId28"/>
    <p:sldId id="415" r:id="rId29"/>
    <p:sldId id="417" r:id="rId30"/>
    <p:sldId id="419" r:id="rId31"/>
    <p:sldId id="418" r:id="rId32"/>
    <p:sldId id="420" r:id="rId33"/>
    <p:sldId id="421" r:id="rId34"/>
    <p:sldId id="422" r:id="rId35"/>
    <p:sldId id="423" r:id="rId36"/>
    <p:sldId id="424" r:id="rId37"/>
    <p:sldId id="427" r:id="rId38"/>
    <p:sldId id="425" r:id="rId39"/>
    <p:sldId id="426" r:id="rId40"/>
    <p:sldId id="431" r:id="rId41"/>
    <p:sldId id="428" r:id="rId42"/>
    <p:sldId id="429" r:id="rId43"/>
    <p:sldId id="430" r:id="rId44"/>
    <p:sldId id="432" r:id="rId45"/>
    <p:sldId id="433" r:id="rId46"/>
    <p:sldId id="434" r:id="rId47"/>
    <p:sldId id="435" r:id="rId48"/>
    <p:sldId id="436" r:id="rId49"/>
    <p:sldId id="437" r:id="rId50"/>
    <p:sldId id="438" r:id="rId51"/>
    <p:sldId id="439" r:id="rId52"/>
    <p:sldId id="441" r:id="rId53"/>
    <p:sldId id="440" r:id="rId54"/>
    <p:sldId id="442" r:id="rId55"/>
    <p:sldId id="443" r:id="rId56"/>
    <p:sldId id="444" r:id="rId57"/>
    <p:sldId id="445" r:id="rId58"/>
    <p:sldId id="446" r:id="rId59"/>
    <p:sldId id="447" r:id="rId60"/>
    <p:sldId id="450" r:id="rId61"/>
    <p:sldId id="451" r:id="rId62"/>
    <p:sldId id="452" r:id="rId63"/>
    <p:sldId id="448" r:id="rId64"/>
    <p:sldId id="449" r:id="rId6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147D1BF4-5A65-4AEE-9A68-2E66F2371F8D}">
          <p14:sldIdLst>
            <p14:sldId id="256"/>
          </p14:sldIdLst>
        </p14:section>
        <p14:section name="Lecture Overview" id="{D1AEDBE2-3BAB-4481-A334-91B5260DFC5A}">
          <p14:sldIdLst>
            <p14:sldId id="258"/>
            <p14:sldId id="391"/>
            <p14:sldId id="392"/>
            <p14:sldId id="393"/>
            <p14:sldId id="394"/>
            <p14:sldId id="396"/>
            <p14:sldId id="397"/>
            <p14:sldId id="395"/>
            <p14:sldId id="398"/>
            <p14:sldId id="453"/>
            <p14:sldId id="399"/>
            <p14:sldId id="401"/>
            <p14:sldId id="402"/>
            <p14:sldId id="405"/>
            <p14:sldId id="407"/>
            <p14:sldId id="408"/>
            <p14:sldId id="403"/>
            <p14:sldId id="404"/>
            <p14:sldId id="406"/>
            <p14:sldId id="409"/>
            <p14:sldId id="410"/>
            <p14:sldId id="411"/>
            <p14:sldId id="412"/>
            <p14:sldId id="413"/>
            <p14:sldId id="414"/>
            <p14:sldId id="416"/>
            <p14:sldId id="415"/>
            <p14:sldId id="417"/>
            <p14:sldId id="419"/>
            <p14:sldId id="418"/>
            <p14:sldId id="420"/>
            <p14:sldId id="421"/>
            <p14:sldId id="422"/>
            <p14:sldId id="423"/>
            <p14:sldId id="424"/>
            <p14:sldId id="427"/>
            <p14:sldId id="425"/>
            <p14:sldId id="426"/>
            <p14:sldId id="431"/>
            <p14:sldId id="428"/>
            <p14:sldId id="429"/>
            <p14:sldId id="430"/>
            <p14:sldId id="432"/>
            <p14:sldId id="433"/>
            <p14:sldId id="434"/>
            <p14:sldId id="435"/>
            <p14:sldId id="436"/>
            <p14:sldId id="437"/>
            <p14:sldId id="438"/>
            <p14:sldId id="439"/>
            <p14:sldId id="441"/>
            <p14:sldId id="440"/>
            <p14:sldId id="442"/>
            <p14:sldId id="443"/>
            <p14:sldId id="444"/>
            <p14:sldId id="445"/>
            <p14:sldId id="446"/>
            <p14:sldId id="447"/>
            <p14:sldId id="450"/>
            <p14:sldId id="451"/>
            <p14:sldId id="452"/>
            <p14:sldId id="448"/>
            <p14:sldId id="449"/>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AD7836"/>
    <a:srgbClr val="C79351"/>
    <a:srgbClr val="343434"/>
    <a:srgbClr val="FFFF99"/>
    <a:srgbClr val="CF543F"/>
    <a:srgbClr val="FF505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835" autoAdjust="0"/>
    <p:restoredTop sz="90625" autoAdjust="0"/>
  </p:normalViewPr>
  <p:slideViewPr>
    <p:cSldViewPr snapToGrid="0">
      <p:cViewPr varScale="1">
        <p:scale>
          <a:sx n="140" d="100"/>
          <a:sy n="140" d="100"/>
        </p:scale>
        <p:origin x="156" y="210"/>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62" d="100"/>
          <a:sy n="62" d="100"/>
        </p:scale>
        <p:origin x="3226" y="77"/>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307B03B-1818-36DE-BC71-1589B71606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6EA4BC83-76BB-54B2-47A7-AAFA77B1C23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57C5F-FDF1-4461-8BEB-7B650942ABC1}" type="datetimeFigureOut">
              <a:rPr lang="en-US" smtClean="0"/>
              <a:t>6/21/2025</a:t>
            </a:fld>
            <a:endParaRPr lang="en-US" dirty="0"/>
          </a:p>
        </p:txBody>
      </p:sp>
      <p:sp>
        <p:nvSpPr>
          <p:cNvPr id="4" name="Footer Placeholder 3">
            <a:extLst>
              <a:ext uri="{FF2B5EF4-FFF2-40B4-BE49-F238E27FC236}">
                <a16:creationId xmlns:a16="http://schemas.microsoft.com/office/drawing/2014/main" id="{598D7078-B9EC-077B-AAB1-78843354F1D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dirty="0"/>
              <a:t>Information hiding</a:t>
            </a:r>
          </a:p>
        </p:txBody>
      </p:sp>
      <p:sp>
        <p:nvSpPr>
          <p:cNvPr id="5" name="Slide Number Placeholder 4">
            <a:extLst>
              <a:ext uri="{FF2B5EF4-FFF2-40B4-BE49-F238E27FC236}">
                <a16:creationId xmlns:a16="http://schemas.microsoft.com/office/drawing/2014/main" id="{6E9E3C49-2DA4-5229-FC07-AF5C64561AF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B65E7CF-5076-4F3B-B76A-DA09674628C1}" type="slidenum">
              <a:rPr lang="en-US" smtClean="0"/>
              <a:t>‹#›</a:t>
            </a:fld>
            <a:endParaRPr lang="en-US" dirty="0"/>
          </a:p>
        </p:txBody>
      </p:sp>
    </p:spTree>
    <p:extLst>
      <p:ext uri="{BB962C8B-B14F-4D97-AF65-F5344CB8AC3E}">
        <p14:creationId xmlns:p14="http://schemas.microsoft.com/office/powerpoint/2010/main" val="2432438872"/>
      </p:ext>
    </p:extLst>
  </p:cSld>
  <p:clrMap bg1="lt1" tx1="dk1" bg2="lt2" tx2="dk2" accent1="accent1" accent2="accent2" accent3="accent3" accent4="accent4" accent5="accent5" accent6="accent6" hlink="hlink" folHlink="folHlink"/>
  <p:hf sldNum="0" hdr="0" dt="0"/>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1T09:11:59.883"/>
    </inkml:context>
    <inkml:brush xml:id="br0">
      <inkml:brushProperty name="width" value="0.2" units="cm"/>
      <inkml:brushProperty name="height" value="0.2" units="cm"/>
      <inkml:brushProperty name="color" value="#FFFFFF"/>
    </inkml:brush>
  </inkml:definitions>
  <inkml:trace contextRef="#ctx0" brushRef="#br0">1 0 24575,'0'1866'0,"1"-1841"0,2 0 0,10 44 0,-7-41 0,4 47 0,-7 45 0,-4-68 0,3-1 0,15 90 0,-11-112-1365</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1T14:55:42.526"/>
    </inkml:context>
    <inkml:brush xml:id="br0">
      <inkml:brushProperty name="width" value="0.2" units="cm"/>
      <inkml:brushProperty name="height" value="0.2" units="cm"/>
      <inkml:brushProperty name="color" value="#FFFFFF"/>
    </inkml:brush>
  </inkml:definitions>
  <inkml:trace contextRef="#ctx0" brushRef="#br0">1104 1324 24575,'-1'-1'0,"1"0"0,0 0 0,-1 0 0,1 0 0,-1 1 0,1-1 0,-1 0 0,0 0 0,1 0 0,-1 1 0,0-1 0,0 0 0,1 1 0,-1-1 0,0 1 0,0-1 0,0 1 0,0-1 0,0 1 0,0-1 0,1 1 0,-1 0 0,0-1 0,0 1 0,0 0 0,0 0 0,0 0 0,0 0 0,0 0 0,0 0 0,0 0 0,0 0 0,0 0 0,0 1 0,0-1 0,0 0 0,0 1 0,-1 0 0,-40 11 0,10 3 0,10-5 0,1 0 0,1 2 0,-20 14 0,29-19 0,0 0 0,-1 0 0,0-1 0,0-1 0,-1 0 0,-18 5 0,-85 15 0,32-9 0,-12 1 0,68-14 0,0 2 0,1 1 0,-27 9 0,25-5 0,0-2 0,0-1 0,-1-1 0,0-1 0,-55 0 0,179-6 0,155-22 0,445-106-1102,-296 76-988,-256 35 1958,87-6 2730,-216 23-2494,1-2-1,-1 0 0,-1 0 0,1-2 1,0 1-1,11-7 0,-3 2-100,-8-1-3,-25 5 0,-26 4 0,13 6 0,1 1 0,-27 11 0,24-8 0,-46 10 0,-27-1 0,-150 22 0,240-39-24,-242 17-550,225-17 542,0 2 0,1 1 0,-27 7-1,24-5 37,-1 0-1,-33 1 0,-410-6-3,226-3 0,56-17 717,188 19-717,0 0 0,0 0 0,0-1 0,0 1 0,1-1 0,-1 1 0,0-1 0,0 0 0,0 0 0,1 0 0,-4-2 0,6 2 0,-1 1 0,1 0 0,0 0 0,0 0 0,-1-1 0,1 1 0,0 0 0,0-1 0,-1 1 0,1 0 0,0-1 0,0 1 0,0 0 0,0-1 0,0 1 0,-1 0 0,1-1 0,0 1 0,0 0 0,0-1 0,0 1 0,0 0 0,0-1 0,0 1 0,0 0 0,0-1 0,0 1 0,1-1 0,-1 1 0,0 0 0,0-1 0,18-14 0,4 5 0,1 1 0,1 1 0,-1 1 0,1 1 0,44-5 0,11-3 0,33-12 0,188-35 0,775 2 0,-1934 59-2993,847-1 3099,-1 0-1,1-1 1,0-1-1,0 0 1,-16-6-1,15 4 358,0 1 1,0 1-1,-1 0 0,-19-2 0,-286 6-419,370 5-44,143 7 0,-40-3 93,-8 0-1196,127 0 870,-162-4 264,267 25-1784,-252-18 954,22-2-1849,-72-7 2454,0 3 0,127 28 0,-163-26 805,1-3-1,56 3 0,-32-3-321,-15-4 1999,-24-1-61,-53-1-1868,13-1-359,0-1 0,1 0 0,-1-1 0,0-1 0,-16-7 0,-33-8 0,-280-44-1065,38 9 201,-280-44-3266,475 82 3765,-95-3 269,110 12 162,8 4 951,24 2 4420,566-21-5618,31 6 362,-533 16-181,0 1 0,1-1 0,-1 0 0,0 0 0,0 0 0,1 0 0,-1 0 0,0 0 0,1 0 0,-1 0 0,0 0 0,0-1 0,0 1 0,1-1 0,-1 1 0,0-1 0,0 1 0,0-1 0,0 1 0,0-1 0,0 0 0,0 0 0,0 0 0,0 1 0,0-1 0,0 0 0,-1 0 0,1 0 0,1-2 0,-3 2 0,1-1 0,-1 1 0,0 0 0,0 0 0,1 0 0,-1-1 0,0 1 0,0 0 0,0 0 0,0 0 0,0 1 0,0-1 0,-1 0 0,1 0 0,0 1 0,0-1 0,-1 0 0,1 1 0,0-1 0,-1 1 0,1 0 0,0-1 0,-1 1 0,1 0 0,-1 0 0,-1 0 0,-176-19 0,-59 0 0,3 0 0,6 0 0,-1 16 0,152 3 0,119 6 0,50 15 0,-49-11 0,45 6 0,101 7 0,-56 3-914,21 2-480,-96-22 1394,252 33 0,93 18-2443,216 1 890,-470-48 1384,20 12 455,-20-2-245,-26-2 6003,-506-52-5939,139 7-108,-51 0-1266,-440-19-1505,563 36 1789,-17 1 4458,219 8-2526,201 3-339,-146 7-608,58 2 0,562-12-781,-564 11 748,4-1 196,-100-9 513,-41 0-717,-27 0 57,-335-3-16,-395 6 0,728-2 0,-90 6 0,106-5 0,0-1 0,0 2 0,0-1 0,0 1 0,1 1 0,0-1 0,-1 2 0,1-1 0,-9 7 0,16-10 0,0 1 0,1-1 0,-1 0 0,0 1 0,0-1 0,1 1 0,-1 0 0,1 0 0,-1-1 0,1 1 0,0 0 0,0 0 0,0 0 0,0 0 0,0 0 0,0 1 0,0-1 0,1 0 0,-1 0 0,1 4 0,0-4 0,1 1 0,-1-1 0,1 0 0,0 0 0,-1 0 0,1 1 0,0-1 0,1 0 0,-1 0 0,0 0 0,0-1 0,1 1 0,-1 0 0,1 0 0,0-1 0,3 3 0,9 6 0,1-1 0,0 0 0,1-1 0,23 8 0,-18-7 0,25 8 0,1-2 0,1-2 0,0-2 0,1-2 0,51 2 0,-93-10 0,339 22 0,-318-22-82,-1 2-1,0 0 1,29 9-1,-29-6 0,1-1 0,0-1-1,29 1 1,157-8 746,-450-26-663,35 2 0,-430 8 0,508 19 0,655 27-819,-61 0 168,134-19-499,118 2-648,-438-5 2738,-276-9 663,-16-3-695,-18-6-335,-84-22-452,-1 5 1,-170-22-1,149 29-91,-761-84-1132,792 98 1167,-520-30-2621,0 34 3615,1636 3 124,-496 5-976,-293-3 747,-1190 14-1758,931-13 583,-1437 72-3441,1444-71 3717,6-1 180,1 1 1,0 1-1,-30 11 2430,60-12-1851,18 1-310,1515-3-1880,-723-1 2885,-1014 0-1236,-722 13-3143,684-7 2864,-154 10 277,383-15-224,-52 10 1544,52-10-1565,0 0 1,0 1 0,1-1 0,-1 0 0,0 1 0,0-1 0,1 1 0,-1-1 0,0 1 0,1-1 0,-1 1 0,0 0-1,1-1 1,-1 1 0,1 0 0,-1-1 0,1 1 0,0 0 0,-1 0 0,1 0 0,-1 0 0,1 1-22,0-1 0,1 0 0,-1 0 0,0 1 0,1-1 0,-1 0 1,0 0-1,1 0 0,0 0 0,-1 0 0,1 0 0,0 0 0,-1 0 0,1 0 1,0 0-1,0 0 0,0 0 0,0 0 0,2 1 0,8 6-5,0 0 0,1-1 0,-1 0 0,2-1 0,-1 0 0,1-1 0,16 4 0,99 22 0,-99-25 0,862 134-1087,-544-91 1023,-78-9-35,-290-42 1122,-5 1-947,0-2-1,-31-7 1,-97-25-76,-213-20 0,317 48 0,-1036-93-575,751 84 1054,473 18-408,561-5-46,45-82-25,-674 75 0,-7 2 0,0-3 0,0-2 0,92-34 0,-153 47 0,0-1 0,0 1 0,-1-1 0,1 1 0,0-1 0,-1 0 0,1 0 0,-1 0 0,1 0 0,-1 0 0,1 0 0,-1 0 0,1 0 0,-1-1 0,0 1 0,0 0 0,0-1 0,0 1 0,2-4 0,-3 4 0,-1 0 0,1 0 0,-1 0 0,1 0 0,-1 1 0,1-1 0,-1 0 0,0 0 0,1 0 0,-1 1 0,0-1 0,1 0 0,-1 1 0,0-1 0,0 0 0,0 1 0,0-1 0,0 1 0,0 0 0,0-1 0,0 1 0,0 0 0,0-1 0,-1 1 0,-15-4 0,0 0 0,-27-3 0,-283-30 0,321 36 0,0 1 0,1 0 0,-1-1 0,0 0 0,1 0 0,-1 0 0,1-1 0,0 1 0,-10-6 0,56 2 0,209-33 0,-31 3 0,882-41-2481,-1029 75 2481,-26 3 0,0-3 0,0-2 0,-1-2 0,79-18 0,-124 23 21,0 0-1,0 1 1,-1-1-1,1 0 0,0 0 1,0 0-1,0 0 1,0 0-1,0 0 1,0-1-1,-1 1 1,1 0-1,0 0 0,0 0 1,0 0-1,0 0 1,0 0-1,0 0 1,-1 0-1,1 0 0,0 0 1,0 0-1,0 0 1,0 0-1,0-1 1,0 1-1,0 0 1,0 0-1,-1 0 0,1 0 1,0 0-1,0 0 1,0 0-1,0-1 1,0 1-1,0 0 1,0 0-1,0 0 0,0 0 1,0 0-1,0-1 1,0 1-1,0 0 1,0 0-1,0 0 1,0 0-1,0 0 0,0 0 1,0-1-1,0 1 1,0 0-1,0 0 1,0 0-1,0 0 1,1 0-1,-1 0 0,0-1 1,0 1-1,0 0 1,0 0-1,0 0 1,0 0-1,0 0 1,1 0-1,-24-8 796,-28-3-480,-329-32-336,-242-23 0,427 36 0,116 15 0,120 18 0,75-4 0,-38-1 0,-36 0 0,-29 1 0,-1 0 0,1 0 0,0 2 0,0 0 0,16 3 0,-29-1 0,-9 1 0,-9 2 0,-15-2 0,-46 0 0,-11 1 0,-395 8 0,337-15 0,186 4 0,69 13 0,-12-1 0,1156 105-3267,-990-82 5237,-453-38-673,-138-27-1508,-514-34-446,477 40 1233,1333 23-284,-965-1-292,49-4 0,-48 4 0,-1 0 0,1 0 0,0-1 0,0 1 0,0-1 0,-1 0 0,1 0 0,0 1 0,0-1 0,-1 0 0,1 0 0,-1 0 0,1-1 0,-1 1 0,1 0 0,-1-1 0,0 1 0,0 0 0,0-1 0,0 0 0,0 1 0,2-4 0,-3 4 0,0 0 0,0 0 0,-1 0 0,1 0 0,0 0 0,0 0 0,-1 0 0,1 0 0,0 0 0,-1 0 0,1 0 0,-1 0 0,1 0 0,-1 0 0,0 0 0,1 1 0,-1-1 0,0 0 0,0 0 0,1 1 0,-1-1 0,0 0 0,0 1 0,0-1 0,0 1 0,0-1 0,0 1 0,0 0 0,0-1 0,0 1 0,-2 0 0,-36-11 0,37 10 0,-127-17 0,47 8 0,80 10 0,0 0 0,1 0 0,-1 0 0,0 0 0,1 0 0,-1-1 0,0 1 0,1-1 0,-1 1 0,1-1 0,-1 0 0,1 0 0,-1 0 0,1 0 0,-1 0 0,1 0 0,0 0 0,-1 0 0,1 0 0,0 0 0,0-1 0,0 1 0,0 0 0,0-1 0,0 1 0,1-1 0,-1 1 0,0-1 0,1 0 0,-1 1 0,1-1 0,-1 0 0,1 1 0,0-1 0,0-2 0,1-5 0,0 0 0,1 1 0,1-1 0,-1 1 0,1 0 0,4-9 0,9-30 0,-13-2 0,-3 37 0,1 1 0,0-1 0,0 0 0,1 1 0,5-17 0,-6 25 0,1 0 0,-1-1 0,1 1 0,0 0 0,0 1 0,0-1 0,0 0 0,0 0 0,1 1 0,-1-1 0,1 1 0,0 0 0,-1 0 0,1 0 0,0 0 0,0 1 0,0-1 0,1 1 0,-1-1 0,0 1 0,0 0 0,1 0 0,3 0 0,15-3 0,-12 1 0,-1 1 0,1 1 0,0-1 0,0 1 0,0 1 0,15 1 0,-22 0 0,0 0 0,1 0 0,-1 0 0,0 0 0,0 1 0,0-1 0,-1 1 0,1 0 0,0 0 0,0 0 0,-1 0 0,0 0 0,1 0 0,-1 1 0,0 0 0,0-1 0,0 1 0,0 0 0,-1 0 0,1 0 0,-1 0 0,0 0 0,0 0 0,1 4 0,-1-5 0,0 1 0,0 0 0,0-1 0,1 1 0,-1-1 0,0 1 0,1-1 0,0 1 0,-1-1 0,1 0 0,0 0 0,0 0 0,1 0 0,-1 0 0,0-1 0,0 1 0,1 0 0,-1-1 0,1 0 0,4 2 0,1-1 0,0-1 0,-1 0 0,1 0 0,0-1 0,15-1 0,31 3 0,-51-1 0,0-1 0,0 1 0,0 0 0,0 0 0,0 1 0,-1-1 0,1 0 0,0 1 0,-1 0 0,1-1 0,-1 1 0,0 0 0,1 0 0,-1 1 0,3 3 0,0 0 0,1 0 0,-1-1 0,1 1 0,1-1 0,-1 0 0,1 0 0,0-1 0,0 0 0,0 0 0,10 3 0,29 17 0,-37-17 0,-1 0 0,0 0 0,-1 0 0,13 18 0,8 8 0,-8-9 0,20 20 0,-39-42 0,1-1 0,-1 1 0,1-1 0,-1 0 0,1 0 0,0 1 0,0-1 0,0 0 0,0 0 0,0-1 0,0 1 0,0 0 0,0-1 0,0 1 0,0-1 0,0 0 0,0 1 0,0-1 0,0 0 0,0-1 0,3 1 0,-2-3 0,-1 1 0,1-1 0,0 0 0,-1 0 0,0-1 0,1 1 0,-1 0 0,0-1 0,-1 1 0,1-1 0,-1 0 0,0 0 0,0 1 0,0-1 0,1-8 0,5-11 0,-1 4 0,0-1 0,-1 1 0,-1-1 0,-1 0 0,-1 0 0,-1 0 0,-2-33 0,-22-141 0,-16 25 0,26 119 0,9 29 0,3 16 0,0 0 0,0 0 0,-1 0 0,1 0 0,-1 0 0,0 1 0,-5-8 0,6 10 0,-1 0 0,0 0 0,0 0 0,0 1 0,-1-1 0,1 1 0,0-1 0,0 1 0,-1 0 0,1 0 0,-1 0 0,1 0 0,-1 0 0,0 1 0,1-1 0,-1 1 0,0 0 0,-3-1 0,-216 1 0,96 3 0,-587-3-103,700 1 122,1 1-1,-1 0 1,0 0-1,1 2 1,-15 5 0,14-5-21,-1 0 0,1 0 1,-1-1-1,-17 1 0,16-3 2,-64 5 0,73-6 0,0 1 0,-1 1 0,1-1 0,0 1 0,-1 0 0,1 0 0,0 1 0,1 0 0,-7 4 0,11-7 0,0 1 0,0 0 0,1 0 0,-1 0 0,0-1 0,1 1 0,-1 0 0,1 0 0,-1 0 0,1 0 0,-1 0 0,1 0 0,0 0 0,-1 0 0,1 0 0,0 0 0,0 0 0,0 0 0,0 0 0,0 0 0,0 0 0,0 0 0,0 0 0,0 0 0,0 0 0,1 0 0,-1 0 0,0 0 0,1 0 0,-1 0 0,1 0 0,-1 0 0,1 0 0,-1 0 0,1 0 0,0 0 0,-1-1 0,1 1 0,0 0 0,0 0 0,-1-1 0,1 1 0,0-1 0,2 2 0,47 30 0,-44-28 0,24 12 0,22 14 0,106 44 0,-14-17 0,78 26 0,-129-56 0,118 39 0,-173-55-97,1 0-1,-1-3 0,50 4 1,22 6-55,-27-4 320,56 13 206,-139-27-374,0 0 0,0 0 0,1 0 0,-1 0 0,0 0 0,1 0 0,-1 0 0,0 0 0,1 0 0,-1 1 0,0-1 0,0 0 0,1 0 0,-1 0 0,0 0 0,0 0 0,1 0 0,-1 1 0,0-1 0,0 0 0,1 0 0,-1 0 0,0 1 0,0-1 0,0 0 0,1 0 0,-1 1 0,0-1 0,0 0 0,0 0 0,0 1 0,0-1 0,0 0 0,0 1 0,1-1 0,-1 0 0,0 0 0,0 1 0,0-1 0,0 0 0,0 1 0,0-1 0,0 0 0,-1 0 0,1 1 0,0-1 0,0 1 0,-15 10 0,-25 5 0,-76 4 0,87-17 0,1 0 0,0 3 0,1 0 0,-1 2 0,-42 18 0,68-26 0,0 1 0,1 0 0,0-1 0,-1 1 0,1 0 0,0 0 0,-1 0 0,1 0 0,0 0 0,0 0 0,0 0 0,0 1 0,0-1 0,0 0 0,0 1 0,-1 1 0,2-2 0,0-1 0,0 1 0,0 0 0,0-1 0,0 1 0,0 0 0,0-1 0,0 1 0,0 0 0,1-1 0,-1 1 0,0 0 0,0-1 0,1 1 0,-1-1 0,0 1 0,1-1 0,-1 1 0,1 0 0,-1-1 0,1 1 0,-1-1 0,1 0 0,-1 1 0,2 0 0,2 1 0,0 1 0,1-1 0,-1 0 0,1-1 0,-1 1 0,1-1 0,0 0 0,-1 0 0,7 0 0,2 1 0,0 0 0,0 1 0,23 9 0,-24-8 0,1 0 0,-1-1 0,1 0 0,19 2 0,51-3 0,71 6 0,-74-1 0,-59-7 0,0 1 0,0 1 0,0 1 0,-1 1 0,0 1 0,1 1 0,27 11 0,-47-17 0,-1 0 0,1 1 0,-1-1 0,1 0 0,-1 0 0,0 0 0,1 0 0,-1 0 0,1 1 0,-1-1 0,0 0 0,1 0 0,-1 1 0,0-1 0,1 0 0,-1 1 0,0-1 0,0 0 0,1 1 0,-1-1 0,0 0 0,0 1 0,1-1 0,-1 1 0,0-1 0,0 1 0,0-1 0,0 0 0,0 1 0,0-1 0,0 1 0,0-1 0,0 1 0,0-1 0,0 0 0,0 1 0,0-1 0,0 1 0,0-1 0,0 1 0,-1 0 0,-18 11 0,-28-1 0,-87 10 0,68-5 0,48-10 0,1-2 0,-37 5 0,-350-5-571,207-7 378,175 4 384,1 0 0,-1 2 0,-37 10 0,163-11-191,679-3 0,-798 0 0,0-1 0,-1-1 0,2 0 0,-1-1 0,-17-7 0,-45-11 0,-486-61 52,321 61-3087,33 22 6018,313-2-2983,118 4 0,-146 6 0,64 3 0,-122-10 0,-1 1 0,30 6 0,-11-1 0,-68-9 0,-1 0 0,-33 5 0,-6-2 0,-119-9 0,-219-40 0,372 43 0,-200-18-248,-319 12 0,390 12 744,15-21-496,97 17 0,-84-16 0,136 19 0,-1-1 0,1 0 0,0 0 0,0 0 0,0 0 0,0 0 0,0 0 0,0-1 0,0 0 0,1 1 0,-1-1 0,0 0 0,1-1 0,0 1 0,-1 0 0,1 0 0,0-1 0,0 0 0,-2-3 0,3 4 0,1 0 0,-1 0 0,1 0 0,-1 0 0,1-1 0,0 1 0,0 0 0,0 0 0,0 0 0,1 0 0,-1 0 0,0 0 0,1 0 0,-1 0 0,1 0 0,0 0 0,0 0 0,0 0 0,0 0 0,0 0 0,0 1 0,0-1 0,1 0 0,-1 1 0,1-1 0,-1 1 0,1-1 0,-1 1 0,1 0 0,3-2 0,18-12 0,1 1 0,0 1 0,41-16 0,-31 15 0,38-22 0,-71 36 0,1-1 0,-1 0 0,1 1 0,-1-1 0,1 0 0,-1 0 0,0 0 0,1 0 0,-1 0 0,0 0 0,0 0 0,0 0 0,0-1 0,0 1 0,0 0 0,0-1 0,0 1 0,0 0 0,-1-1 0,1 0 0,-1 1 0,1-1 0,-1 1 0,1-1 0,-1 1 0,0-1 0,0 0 0,0 1 0,0-1 0,0 0 0,0 1 0,0-1 0,-1 1 0,1-1 0,0 0 0,-1 1 0,1-1 0,-1 1 0,-1-3 0,-1 0 0,0 0 0,0 1 0,-1-1 0,1 1 0,-1 0 0,0 0 0,0 0 0,0 0 0,-1 1 0,1-1 0,-9-2 0,-29-11 0,-1 2 0,-69-13 0,99 24 0,0-1 0,0 0 0,-18-9 0,-30-10 0,-17 7 0,-152-9 0,112 15 0,-24 6 0,170 4 0,384 1 0,-309 8-15,93 2-652,143 17-3236,-19 0 1620,-114-18 2233,47 0 865,-232-9-871,1 1 1,-1 1 0,35 10 0,-39-8 540,1-1 1,-1 0 0,1-2 0,0 0-1,0-1 1,19-1 0,-37 0-434,0 1 0,1-1 0,-1 0 0,1 0 1,-1 0-1,1 0 0,-1 0 0,1 0 0,-1 0 0,0 0 0,1 0 0,-1 0 1,1 0-1,-1 0 0,1-1 0,-1 1 0,0 0 0,1 0 0,-1 0 0,1-1 1,-1 1-1,0 0 0,1 0 0,-1-1 0,0 1 0,1 0 0,-1-1 0,0 1 1,1 0-1,-1-1 0,0 1 0,0 0 0,1-1 0,-1 1 0,0-1 0,0 1 1,0-1-1,-14-11 741,-28-7-643,-133-31-150,-24-8 0,156 42-12,11 3-1577,-63-14 1,-441-92-229,432 95 2909,-64-11 1524,118 28-1563,13 2-930,-51-2-1,79 7-122,0 0 0,0-1 0,0 0 0,0 0 0,0-1 0,-12-4 0,37 1 0,16 5 0,216 36 0,-108-18 0,-122-16 0,0 1 0,0 0 0,26 9 0,-27-7 0,0 0 0,0-2 0,0 0 0,22 1 0,149 13-1365</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1T14:56:11.332"/>
    </inkml:context>
    <inkml:brush xml:id="br0">
      <inkml:brushProperty name="width" value="0.2" units="cm"/>
      <inkml:brushProperty name="height" value="0.2" units="cm"/>
      <inkml:brushProperty name="color" value="#FFFFFF"/>
    </inkml:brush>
  </inkml:definitions>
  <inkml:trace contextRef="#ctx0" brushRef="#br0">291 413 24575,'-32'1'0,"-47"-1"0,76 0 0,0 0 0,1 0 0,-1 0 0,1-1 0,-1 0 0,0 1 0,1-1 0,-1 0 0,1 0 0,0 0 0,-1-1 0,1 1 0,0 0 0,0-1 0,-1 0 0,1 1 0,1-1 0,-1 0 0,0 0 0,0 0 0,1 0 0,-3-5 0,3 6 0,1 1 0,0-1 0,-1 1 0,1-1 0,-1 1 0,1 0 0,-1-1 0,1 1 0,-1-1 0,0 1 0,1 0 0,-1 0 0,1-1 0,-1 1 0,0 0 0,1 0 0,-1-1 0,0 1 0,1 0 0,-1 0 0,1 0 0,-1 0 0,0 0 0,1 0 0,-1 0 0,0 0 0,1 1 0,-1-1 0,0 0 0,1 0 0,-1 0 0,0 1 0,1-1 0,-1 0 0,1 1 0,-1-1 0,1 0 0,-1 1 0,1-1 0,-1 1 0,1-1 0,-1 1 0,1-1 0,0 1 0,-1 0 0,-34 32 0,21-20 0,13-11 0,0-1 0,0 0 0,0-1 0,0 1 0,0 0 0,0 0 0,0 0 0,0-1 0,0 1 0,-1 0 0,1-1 0,0 1 0,0-1 0,-1 1 0,1-1 0,0 0 0,-1 0 0,1 1 0,0-1 0,-1 0 0,1 0 0,0 0 0,-1-1 0,1 1 0,0 0 0,-1 0 0,-1-1 0,2-1 0,0 1 0,-1 0 0,1-1 0,0 1 0,0-1 0,0 0 0,0 1 0,0-1 0,0 0 0,1 0 0,-1 1 0,1-1 0,-1 0 0,1 0 0,0 0 0,-1-3 0,1-3 0,-1-1 0,1 0 0,1 1 0,-1-1 0,2 1 0,-1 0 0,1-1 0,3-7 0,5-7 0,-4 9 0,0-1 0,1 2 0,1-1 0,0 1 0,14-17 0,-22 30 0,1-1 0,-1 1 0,0-1 0,1 1 0,-1 0 0,1-1 0,-1 1 0,1 0 0,-1 0 0,1-1 0,-1 1 0,0 0 0,1 0 0,0 0 0,-1 0 0,1-1 0,-1 1 0,1 0 0,-1 0 0,1 0 0,-1 0 0,1 0 0,-1 0 0,1 0 0,-1 1 0,1-1 0,-1 0 0,1 0 0,-1 0 0,1 0 0,-1 1 0,1-1 0,15 18 0,4 32 0,-18-45 0,6 16 0,-2 0 0,7 38 0,-12-63 0,-1-1 0,1 1 0,0-1 0,0 1 0,0-1 0,0 1 0,1 0 0,0 0 0,0 0 0,0 0 0,0 0 0,0 0 0,1 0 0,0 1 0,0-1 0,6-5 0,-8 9 0,-1 0 0,1 0 0,-1 0 0,1 0 0,0 0 0,-1 0 0,1 0 0,0 0 0,-1 0 0,1 0 0,-1 0 0,1 0 0,0 0 0,-1 0 0,1 0 0,-1 1 0,1-1 0,-1 0 0,1 0 0,0 1 0,-1-1 0,1 0 0,-1 1 0,1-1 0,-1 1 0,0-1 0,1 1 0,-1-1 0,1 1 0,-1-1 0,0 1 0,1-1 0,-1 1 0,0-1 0,0 1 0,1-1 0,-1 1 0,0 0 0,0-1 0,0 1 0,0-1 0,0 1 0,0 0 0,0-1 0,0 1 0,0 0 0,0-1 0,0 2 0,3 36 0,-3-35 0,1 33 0,0 0 0,-1 1 0,-5 36 0,1-62 0,0 0 0,0 0 0,0 0 0,-2 0 0,1-1 0,-1 0 0,-10 12 0,-7 14 0,5-15 0,18-21 0,-1 0 0,1 1 0,0-1 0,-1 0 0,1 0 0,0 0 0,-1 0 0,1 1 0,-1-1 0,1 0 0,0 0 0,-1 0 0,1 0 0,-1 0 0,1 0 0,0 0 0,-1 0 0,1 0 0,-1 0 0,1-1 0,0 1 0,-1 0 0,1 0 0,0 0 0,-1 0 0,1-1 0,-1 1 0,1 0 0,0 0 0,0 0 0,-1-1 0,1 1 0,-2-3 0,0-1 0,1 1 0,-1 0 0,1 0 0,0-1 0,0 1 0,1 0 0,-1-1 0,1 1 0,-1-1 0,1-4 0,0 1 0,0 1 0,1 0 0,0-1 0,0 1 0,0 0 0,0 0 0,1 0 0,0 0 0,1 0 0,-1 0 0,1 0 0,0 1 0,1-1 0,-1 1 0,7-7 0,5-4 0,1 0 0,1 1 0,19-14 0,17-15 0,-10 7 0,78-50 0,-92 68 0,-28 18 0,0 0 0,0 0 0,1 0 0,-1 0 0,0 0 0,1 1 0,-1-1 0,0 1 0,1-1 0,-1 1 0,1-1 0,-1 1 0,0 0 0,1 0 0,2-1 0,-4 2 0,1-1 0,-1 0 0,0 0 0,1 1 0,-1-1 0,0 0 0,1 1 0,-1-1 0,0 0 0,0 1 0,1-1 0,-1 1 0,0-1 0,0 1 0,1-1 0,-1 0 0,0 1 0,0-1 0,0 1 0,0-1 0,0 1 0,0-1 0,0 1 0,0-1 0,0 1 0,0-1 0,0 0 0,0 1 0,0-1 0,0 1 0,-17 44 0,2-14 0,10-20 0,0 0 0,-1-1 0,0 1 0,0-1 0,-1 0 0,0-1 0,-1 0 0,0 0 0,-17 14 0,-20 16 0,38-32 0,0 1 0,0-1 0,-1-1 0,-1 1 0,1-1 0,-1-1 0,0 0 0,0 0 0,-10 4 0,19-9 0,-1 0 0,0 0 0,0 0 0,0 0 0,1 0 0,-1 0 0,0 0 0,0 0 0,0 0 0,1 0 0,-1 0 0,0 0 0,0-1 0,0 1 0,1 0 0,-1 0 0,0-1 0,0 1 0,1-1 0,-1 1 0,0-1 0,1 1 0,-1-1 0,1 1 0,-1-1 0,1 1 0,-1-1 0,0-1 0,-7-27 0,7 21 0,1 1 0,0-1 0,1 1 0,0-1 0,0 1 0,2-8 0,5 0 0,1 0 0,0 0 0,0 0 0,2 2 0,0-1 0,0 1 0,1 1 0,1 0 0,0 1 0,17-12 0,-6 3 0,37-38 0,-55 52 0,-1 0 0,1 0 0,1 1 0,-1-1 0,1 1 0,0 1 0,0-1 0,0 1 0,1 0 0,0 1 0,-1 0 0,1 0 0,9-1 0,-16 4 0,0 1 0,-1-1 0,1 0 0,0 1 0,0 0 0,-1-1 0,1 1 0,0-1 0,0 1 0,-1 0 0,1-1 0,-1 1 0,1 0 0,-1 0 0,1-1 0,-1 1 0,1 0 0,-1 0 0,0 0 0,1 0 0,-1 0 0,0-1 0,0 1 0,0 0 0,0 0 0,1 0 0,-1 0 0,-1 0 0,1 0 0,0 0 0,0 0 0,0 0 0,0 0 0,-1-1 0,1 2 0,-8 35 0,1-25 0,0-1 0,0 0 0,-1 0 0,-10 10 0,-21 30 0,30-36 0,0-1 0,-1-1 0,-1 0 0,-1 0 0,1-1 0,-2 0 0,0-1 0,0-1 0,-26 16 0,25-17 0,12-7 0,0-1 0,0 1 0,0-1 0,0 0 0,0 0 0,0 0 0,0 0 0,-1 0 0,1 0 0,0 0 0,-3 0 0,4-2 0,0 1 0,0-1 0,0 0 0,0 1 0,0-1 0,0 0 0,0 0 0,1 0 0,-1 0 0,0 1 0,1-1 0,-1 0 0,0 0 0,1 0 0,-1-1 0,1 1 0,0 0 0,-1 0 0,1 0 0,0 0 0,0 0 0,-1 0 0,1-1 0,0 1 0,0 0 0,0 0 0,1 0 0,-1 0 0,0 0 0,1-2 0,-2-9 0,0 0 0,1 0 0,1 0 0,0 0 0,0 0 0,1 1 0,1-1 0,0 0 0,1 1 0,0-1 0,1 1 0,0 0 0,0 1 0,1-1 0,10-12 0,37-44 0,-31 37 0,0 2 0,2 1 0,46-41 0,-52 53 0,-8 5 0,1 1 0,0 1 0,0-1 0,22-10 0,-32 18 0,1 0 0,-1 1 0,1-1 0,-1 0 0,1 1 0,0-1 0,-1 1 0,1 0 0,0-1 0,-1 1 0,1 0 0,0 0 0,-1 0 0,1 0 0,0 1 0,-1-1 0,1 0 0,0 1 0,-1-1 0,1 1 0,-1-1 0,1 1 0,-1 0 0,1 0 0,-1 0 0,1-1 0,-1 1 0,0 1 0,1-1 0,-1 0 0,0 0 0,0 0 0,0 1 0,0-1 0,0 0 0,0 1 0,0-1 0,-1 1 0,1 0 0,0-1 0,-1 1 0,1-1 0,-1 1 0,0 0 0,1-1 0,-1 4 0,1 2 0,0 1 0,-1 0 0,0 1 0,0-1 0,-1 0 0,0 0 0,0-1 0,-1 1 0,0 0 0,-1 0 0,1-1 0,-1 1 0,-6 9 0,-4 8 0,-2-1 0,-24 33 0,29-46 0,-1-1 0,0 0 0,0 0 0,-1-1 0,0-1 0,-17 9 0,-16 12 0,43-28 0,-1 1 0,1 0 0,-1-1 0,1 1 0,-1-1 0,1 0 0,-1 0 0,0 0 0,0 0 0,0-1 0,1 1 0,-1-1 0,0 1 0,0-1 0,0 0 0,0 0 0,0-1 0,-5 0 0,7 1 0,0-1 0,0 1 0,0-1 0,0 1 0,0-1 0,1 1 0,-1-1 0,0 0 0,0 1 0,1-1 0,-1 0 0,0 1 0,1-1 0,-1 0 0,0 0 0,1 0 0,0 0 0,-1 0 0,1 0 0,-1 0 0,1-1 0,-1 0 0,1-1 0,0 1 0,0 0 0,0-1 0,0 1 0,1-1 0,-1 1 0,0-1 0,1 1 0,0 0 0,0-1 0,1-2 0,7-15 0,1 1 0,1 1 0,0 0 0,1 0 0,22-24 0,103-71 0,-128 103 0,1 0 0,-1 1 0,2 0 0,-1 0 0,1 1 0,0 1 0,21-11 0,-32 18 0,1 0 0,0 0 0,-1 0 0,1-1 0,0 1 0,0 0 0,0 0 0,-1 0 0,1 0 0,0 0 0,0 0 0,-1 0 0,1 1 0,0-1 0,0 0 0,-1 0 0,1 1 0,0-1 0,0 0 0,-1 1 0,1-1 0,0 0 0,-1 1 0,1-1 0,-1 1 0,1-1 0,-1 1 0,1 0 0,-1-1 0,1 2 0,8 27 0,-8-19 0,-1-1 0,0 1 0,0-1 0,-3 15 0,-2-9 0,0 1 0,0-1 0,-2 0 0,0-1 0,-15 25 0,-55 65 0,41-59 0,9-14 0,-2-2 0,-1-1 0,-51 38 0,76-62 0,3-3 0,0 1 0,1-1 0,-1 0 0,0 0 0,0 0 0,0 0 0,0 0 0,0 0 0,0 0 0,0 0 0,-5 0 0,7-1 0,-1 0 0,0 0 0,1 0 0,-1 0 0,1 0 0,-1 0 0,1-1 0,-1 1 0,1 0 0,-1 0 0,1-1 0,-1 1 0,1 0 0,-1 0 0,1-1 0,-1 1 0,1-1 0,-1 1 0,1 0 0,0-1 0,-1 1 0,1-1 0,0 1 0,-1-1 0,1 1 0,0-1 0,-1 1 0,1-2 0,-1-1 0,1 0 0,0 0 0,0 0 0,0 0 0,0 0 0,0-1 0,1 1 0,-1 0 0,1 0 0,0 0 0,0 0 0,0 0 0,0 0 0,3-5 0,6-12 0,2 0 0,0 1 0,1 0 0,1 1 0,0 1 0,2 0 0,0 1 0,23-19 0,30-24 0,-45 37 0,0 1 0,48-30 0,5-5 0,-62 43 0,0 1 0,1 1 0,0 1 0,1 0 0,26-11 0,-43 21 0,0-1 0,1 1 0,-1 0 0,1-1 0,-1 1 0,1 0 0,-1 0 0,1 0 0,-1 0 0,1-1 0,-1 1 0,1 0 0,-1 0 0,1 0 0,-1 0 0,1 0 0,0 0 0,-1 0 0,1 0 0,-1 1 0,1-1 0,-1 0 0,1 0 0,-1 0 0,1 0 0,-1 1 0,1-1 0,-1 0 0,0 1 0,1-1 0,-1 0 0,1 1 0,-1-1 0,0 0 0,1 1 0,-3 20 0,-19 22 0,5-23 0,-1-1 0,-1 0 0,-1-2 0,-39 30 0,8-7 0,-119 120 0,125-120 0,36-31 0,30-26 0,24-22 0,-17 13 0,64-42 0,-22 15 0,-54 39 0,0 0 0,36-20 0,111-69 0,-105 63 0,-53 37 0,0-1 0,1 0 0,-1 1 0,1 1 0,0-1 0,0 1 0,10-2 0,-17 4 0,1 1 0,-1-1 0,0 1 0,1-1 0,-1 1 0,0-1 0,0 1 0,0-1 0,1 1 0,-1-1 0,0 1 0,0 0 0,0-1 0,0 1 0,0-1 0,0 1 0,0 0 0,0-1 0,0 1 0,0-1 0,0 1 0,-1 0 0,1-1 0,0 1 0,0-1 0,-1 1 0,1-1 0,0 1 0,-1-1 0,1 1 0,0-1 0,-1 1 0,0 0 0,-11 22 0,0-5 0,-2 0 0,0-1 0,-1-1 0,-1 0 0,-32 25 0,23-21 0,-39 43 0,52-51 0,0 0 0,-1-2 0,0 1 0,-19 10 0,15-10 0,1 1 0,-22 19 0,29-22 0,3-2 0,0 0 0,0-1 0,-1 0 0,0 0 0,0 0 0,0-1 0,-1 0 0,0-1 0,0 0 0,0 0 0,-16 5 0,29-12 0,0-1 0,0 0 0,0-1 0,-1 1 0,0-1 0,1 0 0,-2 0 0,5-6 0,3-3 0,14-13 0,2 1 0,1 0 0,61-41 0,103-50 0,-181 111 0,-10 5 0,0 0 0,0 0 0,1 1 0,-1-1 0,0 0 0,1 0 0,-1 1 0,0-1 0,1 1 0,-1-1 0,1 1 0,-1 0 0,1 0 0,-1-1 0,1 1 0,-1 0 0,1 0 0,-1 0 0,1 1 0,0-1 0,-1 0 0,1 1 0,2 0 0,-4 0 0,0 0 0,0 1 0,0-1 0,0 0 0,0 0 0,0 1 0,0-1 0,0 0 0,0 0 0,0 1 0,-1-1 0,1 0 0,0 0 0,-1 0 0,1 0 0,-1 1 0,1-1 0,-1 0 0,0 0 0,0 0 0,1 0 0,-1 0 0,0 0 0,0 0 0,0-1 0,0 1 0,0 0 0,0 0 0,-2 0 0,-28 26 0,-1-2 0,-1-1 0,-43 23 0,-45 33 0,-32 16 0,153-96 0,0 0 0,0 0 0,-1 0 0,1 0 0,0 0 0,0 0 0,-1 0 0,1 0 0,0 0 0,0 0 0,-1 0 0,1 1 0,0-1 0,0 0 0,0 0 0,-1 0 0,1 0 0,0 0 0,0 1 0,0-1 0,0 0 0,-1 0 0,1 0 0,0 1 0,0-1 0,0 0 0,0 0 0,0 1 0,0-1 0,0 0 0,0 0 0,0 0 0,-1 1 0,1-1 0,0 0 0,0 0 0,0 1 0,0-1 0,1 0 0,-1 0 0,0 1 0,0-1 0,0 0 0,0 0 0,0 1 0,0-1 0,0 0 0,0 0 0,0 0 0,0 1 0,1-1 0,-1 0 0,0 0 0,0 0 0,1 1 0,18 2 0,28-5 0,-23-6 0,1 0 0,-2-2 0,1 0 0,-1-2 0,-1-1 0,27-20 0,-1 3 0,35-22 0,182-97 0,-161 98 0,-157 95 0,-5-2 0,-96 93 0,145-126 0,0-1 0,-116 102 0,101-87 0,28-22 0,14-13 0,-7 2 0,0 0 0,-1-1 0,0 0 0,10-14 0,24-27 0,10 5 0,2 2 0,1 3 0,3 2 0,117-58 0,-175 97 0,0-1 0,0 1 0,0 0 0,0 0 0,0 0 0,0 0 0,0 1 0,0-1 0,1 1 0,-1-1 0,0 1 0,0 0 0,1-1 0,-1 1 0,0 0 0,1 1 0,-1-1 0,0 0 0,0 1 0,1-1 0,-1 1 0,0 0 0,0 0 0,4 1 0,-5 0 0,0 0 0,0 0 0,0 0 0,-1 0 0,1-1 0,0 1 0,-1 0 0,1 0 0,-1 0 0,0 0 0,0 0 0,0 1 0,0-1 0,0 0 0,0 0 0,0 0 0,-1 0 0,1 0 0,-1 0 0,1 0 0,-1 0 0,0-1 0,0 1 0,1 0 0,-1 0 0,-1 0 0,1-1 0,-2 4 0,-19 26 0,0-1 0,-2-1 0,-32 30 0,-11 14 0,20-25 0,36-39 0,1 1 0,0 0 0,0 1 0,1 0 0,0 1 0,1 0 0,0 0 0,1 0 0,-10 25 0,17-36 0,0-1 0,-1 1 0,1-1 0,0 1 0,0-1 0,-1 1 0,1-1 0,0 1 0,0 0 0,0-1 0,0 1 0,0-1 0,0 1 0,0 0 0,0-1 0,0 1 0,0 0 0,0-1 0,0 1 0,0-1 0,0 1 0,0-1 0,1 1 0,-1 0 0,0-1 0,1 1 0,-1-1 0,0 1 0,1-1 0,-1 1 0,0-1 0,1 1 0,-1-1 0,1 0 0,0 1 0,23-8 0,32-35 0,-52 38 0,131-111 0,107-86 0,-242 201 0,1-1 0,-1 0 0,1 1 0,-1-1 0,1 1 0,-1-1 0,1 1 0,-1-1 0,1 1 0,0-1 0,-1 1 0,1 0 0,0-1 0,-1 1 0,1 0 0,0-1 0,-1 1 0,1 0 0,0 0 0,-1 0 0,1 0 0,0 0 0,0 0 0,-1 0 0,1 0 0,0 0 0,0 0 0,0 0 0,-8 19 0,-23 29 0,15-32 0,-1 1 0,-1-2 0,-20 16 0,-25 23 0,39-33 0,-42 30 0,-3 2 0,62-43 0,19-12 0,18-10 0,-3-2 0,-1-1 0,-1-1 0,43-36 0,-44 32 0,1 1 0,0 1 0,43-21 0,-68 39 0,-1-1 0,1 1 0,0-1 0,0 1 0,0-1 0,0 1 0,-1 0 0,1-1 0,0 1 0,0 0 0,0 0 0,0-1 0,0 1 0,0 0 0,0 0 0,0 0 0,0 0 0,0 1 0,0-1 0,0 0 0,0 0 0,1 1 0,-5 15 0,-25 24 0,-23 7 0,40-39 0,1 1 0,-1 1 0,2 0 0,-1 0 0,-8 13 0,18-23 0,0 1 0,-1-1 0,1 0 0,-1 1 0,1-1 0,0 1 0,-1-1 0,1 1 0,0-1 0,0 1 0,-1-1 0,1 1 0,0-1 0,0 1 0,0-1 0,0 1 0,0-1 0,0 1 0,0 0 0,0-1 0,0 1 0,0-1 0,0 1 0,0-1 0,0 1 0,0-1 0,0 1 0,0 0 0,1-1 0,-1 1 0,0-1 0,0 1 0,1-1 0,-1 0 0,0 1 0,1-1 0,-1 1 0,0-1 0,1 1 0,-1-1 0,1 0 0,-1 1 0,1-1 0,-1 0 0,1 0 0,-1 1 0,1-1 0,-1 0 0,1 0 0,-1 0 0,1 1 0,-1-1 0,1 0 0,-1 0 0,1 0 0,0 0 0,-1 0 0,1 0 0,-1 0 0,1 0 0,-1 0 0,1-1 0,-1 1 0,1 0 0,-1 0 0,2-1 0,2 1 0,0-1 0,-1 1 0,1-1 0,0 0 0,0 0 0,0-1 0,-1 1 0,7-4 0,18-32-1365</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1T14:56:45.746"/>
    </inkml:context>
    <inkml:brush xml:id="br0">
      <inkml:brushProperty name="width" value="0.2" units="cm"/>
      <inkml:brushProperty name="height" value="0.2" units="cm"/>
      <inkml:brushProperty name="color" value="#FFFFFF"/>
    </inkml:brush>
  </inkml:definitions>
  <inkml:trace contextRef="#ctx0" brushRef="#br0">1075 1042 24575,'0'2'0,"0"1"0,-1-1 0,0 0 0,1 1 0,-1-1 0,0 0 0,0 0 0,0 0 0,0 1 0,0-1 0,0 0 0,-1-1 0,1 1 0,-1 0 0,0 0 0,1-1 0,-1 1 0,0-1 0,0 1 0,0-1 0,0 0 0,-3 2 0,-60 24 0,17-7 0,46-19 0,0 0 0,1-1 0,-1 1 0,0 0 0,1 1 0,-1-1 0,1 0 0,-1 0 0,1 1 0,0-1 0,-1 1 0,1-1 0,0 1 0,0-1 0,0 1 0,0 0 0,1-1 0,-1 1 0,0 0 0,1 0 0,-2 3 0,3-3 0,0-1 0,0 1 0,0-1 0,0 1 0,0-1 0,0 0 0,0 1 0,0-1 0,0 0 0,1 0 0,-1 0 0,1 0 0,-1 0 0,1 0 0,-1-1 0,1 1 0,-1 0 0,1-1 0,-1 1 0,1-1 0,0 1 0,-1-1 0,1 0 0,0 0 0,2 0 0,35 4 0,0-1 0,74-5 0,29 0 0,-117 9 0,-25-6 0,0-1 0,0 0 0,1 1 0,-1-1 0,0 0 0,0 1 0,0-1 0,0 0 0,0 1 0,0-1 0,0 0 0,0 1 0,0-1 0,0 0 0,0 1 0,-1-1 0,1 0 0,0 1 0,0-1 0,0 0 0,0 1 0,-1-1 0,1 0 0,0 1 0,0-1 0,0 0 0,-1 0 0,1 1 0,0-1 0,0 0 0,-1 0 0,1 1 0,0-1 0,-1 0 0,0 0 0,-3 3 0,-1 0 0,0 0 0,0-1 0,0 0 0,-1 0 0,-6 2 0,-31 4 0,-70 5 0,69-4 0,39-3 0,29-3 0,84-3 0,-111 0 0,-7 0 0,0 1 0,0-1 0,0 2 0,-1-1 0,2 1 0,-19 7 0,13-4 0,0 1 0,0-2 0,-1 0 0,0-1 0,1 0 0,-1-2 0,-32 1 0,6-4 0,-75-13 0,81 3 0,30 5 0,25 1 0,87 4 0,-112 2 0,-8-1 0,0 1 0,0 0 0,0 1 0,0 1 0,1 0 0,-1 1 0,-16 6 0,-13 7 0,41-15 0,0 0 0,-1-1 0,1 1 0,0 0 0,0-1 0,0 0 0,0 0 0,-1 1 0,1-1 0,0-1 0,0 1 0,-1 0 0,1 0 0,0-1 0,0 1 0,0-1 0,-3-1 0,7-1 0,1 0 0,0 1 0,1-1 0,-1 1 0,0 0 0,1 0 0,-1 1 0,1-1 0,3-1 0,49-18 0,1 3 0,116-21 0,-55 14 0,-61 9 0,-41 10 0,0 1 0,0 1 0,1 1 0,-1 0 0,20 0 0,4 2 0,-21-1 0,0 2 0,-1 0 0,1 1 0,0 1 0,-1 0 0,19 6 0,-36-8 0,1 0 0,-1 0 0,0 1 0,0-1 0,0 0 0,0 1 0,0-1 0,0 1 0,0-1 0,0 1 0,0 0 0,0-1 0,0 1 0,0 0 0,0 0 0,0-1 0,0 1 0,0 0 0,-1 0 0,1 0 0,0 0 0,-1 0 0,1 0 0,-1 0 0,1 0 0,-1 1 0,0-1 0,1 2 0,-2-2 0,1 1 0,-1 0 0,0-1 0,0 1 0,1 0 0,-1-1 0,0 1 0,-1-1 0,1 0 0,0 1 0,0-1 0,-1 0 0,1 0 0,0 0 0,-1 1 0,-1 0 0,-8 4 0,1 0 0,-1 0 0,-1-1 0,-15 5 0,9-6 0,1-1 0,0-1 0,-23 0 0,-35 5 0,56-7 0,32-11 0,30-12 0,78-32 0,112-43 0,-116 57 0,-116 41 0,-1-1 0,1 1 0,-1 0 0,1-1 0,-1 1 0,1 0 0,-1 0 0,1-1 0,-1 1 0,1 0 0,-1 0 0,1 0 0,-1 0 0,1 0 0,0 0 0,-1 0 0,1 0 0,-1 0 0,1 0 0,-1 0 0,1 0 0,-1 0 0,1 1 0,-1-1 0,1 0 0,-1 0 0,1 1 0,-1-1 0,1 0 0,-1 1 0,1-1 0,-1 0 0,1 1 0,-1-1 0,0 0 0,1 1 0,-1-1 0,1 2 0,-7 22 0,-24 25 0,14-32 0,8-7 0,0-1 0,-1 0 0,0 0 0,-1-1 0,0 0 0,0-1 0,-12 7 0,19-13 0,-20 12 0,1-2 0,-1 0 0,-1-1 0,-35 9 0,27-11 0,-38 8 0,66-16 0,1 1 0,-1-1 0,1 0 0,-1 0 0,0 0 0,1-1 0,-1 1 0,1-1 0,-1 0 0,1 0 0,-1 0 0,1 0 0,-1-1 0,1 1 0,-6-5 0,8 5 0,0-1 0,1 1 0,-1-1 0,0 1 0,0-1 0,1 0 0,-1 0 0,1 1 0,-1-1 0,1 0 0,0 0 0,0 1 0,0-1 0,0 0 0,0 0 0,0 1 0,0-1 0,1 0 0,-1 0 0,1 1 0,-1-1 0,1 0 0,0 0 0,-1 1 0,1-1 0,0 1 0,0-1 0,2-1 0,35-55 0,-30 47 0,8-10 0,0 0 0,2 1 0,1 0 0,27-22 0,-25 22 0,-16 16 0,-1-1 0,0 1 0,1 0 0,0 0 0,0 0 0,0 1 0,10-5 0,-13 8 0,-1 0 0,1-1 0,-1 1 0,1 0 0,0 0 0,-1 0 0,1 1 0,-1-1 0,1 0 0,0 1 0,-1-1 0,1 1 0,-1-1 0,1 1 0,-1 0 0,1-1 0,-1 1 0,0 0 0,1 0 0,-1 0 0,0 0 0,0 0 0,0 1 0,0-1 0,0 0 0,0 0 0,0 1 0,0-1 0,0 1 0,0-1 0,-1 0 0,1 1 0,-1 0 0,1-1 0,-1 2 0,4 7 0,0 1 0,-1-1 0,-1 1 0,1 0 0,-2 0 0,0 0 0,0 0 0,-1 0 0,-2 17 0,2-19 0,-1-1 0,0 0 0,-1 0 0,0 0 0,0 0 0,-1 0 0,0 0 0,0-1 0,-1 1 0,0-1 0,0 0 0,-1 0 0,-6 7 0,6-10 0,-1 0 0,1 0 0,-1-1 0,0 0 0,0 0 0,0 0 0,-1-1 0,1 0 0,0 0 0,-1 0 0,-7 0 0,-76 5 0,60-6 0,9 0 0,1-1 0,0 0 0,0-2 0,-39-7 0,55 8 0,0 0 0,0-1 0,0 1 0,0-1 0,0 0 0,0 0 0,1 0 0,-1 0 0,1-1 0,-1 0 0,1 1 0,0-1 0,0 0 0,0-1 0,0 1 0,1 0 0,0-1 0,-1 0 0,1 1 0,0-1 0,1 0 0,-1 0 0,1 0 0,-1 0 0,1 0 0,0-1 0,1 1 0,-1-8 0,0 4 0,0-1 0,1 1 0,0 0 0,0 0 0,0 0 0,1-1 0,1 1 0,0 0 0,0 0 0,0 0 0,1 1 0,0-1 0,0 1 0,1-1 0,0 1 0,1 0 0,9-12 0,-2 5 0,0-1 0,1 1 0,1 1 0,1 1 0,0 0 0,0 1 0,1 0 0,33-16 0,0 4 0,-30 12 0,0 2 0,0 0 0,1 1 0,1 1 0,-1 0 0,1 2 0,0 1 0,0 0 0,30 0 0,-44 4 0,0 1 0,0-1 0,-1 2 0,1-1 0,0 1 0,0 0 0,-1 0 0,1 1 0,-1-1 0,0 2 0,0-1 0,0 1 0,0 0 0,-1 0 0,1 0 0,5 7 0,9 5 0,-11-9 0,0 1 0,0 0 0,-1 0 0,0 1 0,0-1 0,-1 2 0,0-1 0,-1 1 0,0 0 0,-1 1 0,0-1 0,0 1 0,-1 0 0,-1 0 0,0 1 0,0-1 0,-1 1 0,-1-1 0,0 1 0,0 0 0,-1 0 0,-1-1 0,0 1 0,0 0 0,-5 17 0,3-24 0,1 0 0,-1 0 0,0 0 0,0 0 0,0-1 0,-1 1 0,0-1 0,0 0 0,0 0 0,0 0 0,0 0 0,-1-1 0,0 0 0,0 0 0,0 0 0,0-1 0,-6 3 0,-15 5 0,-1 0 0,-32 6 0,37-11 0,-1 0 0,-1-2 0,1 0 0,-1-1 0,1-2 0,-37-3 0,58 3 0,-1 0 0,1-1 0,0 1 0,0-1 0,-1 1 0,1-1 0,0 0 0,0 1 0,0-1 0,0 0 0,-1-1 0,2 1 0,-1 0 0,0-1 0,0 1 0,0-1 0,1 1 0,-1-1 0,0 0 0,1 0 0,0 1 0,-1-1 0,1 0 0,0 0 0,0-1 0,0 1 0,0 0 0,1 0 0,-1 0 0,1-1 0,-1 1 0,1 0 0,0 0 0,-1-1 0,1 1 0,1 0 0,-1-1 0,0 1 0,0 0 0,1-1 0,1-3 0,0-2 0,0-1 0,0 0 0,1 1 0,1 0 0,-1-1 0,2 1 0,-1 1 0,1-1 0,10-12 0,4 0 0,2 1 0,0 2 0,0 0 0,2 1 0,0 1 0,1 1 0,0 1 0,1 2 0,0 0 0,1 1 0,0 2 0,1 1 0,-1 1 0,2 1 0,30-2 0,-54 7 0,0 0 0,-1 0 0,1 0 0,0 1 0,-1-1 0,1 1 0,0 0 0,-1 0 0,1 0 0,-1 1 0,0-1 0,1 1 0,-1 0 0,0-1 0,0 2 0,0-1 0,0 0 0,0 1 0,0-1 0,-1 1 0,1 0 0,-1-1 0,0 1 0,0 1 0,3 4 0,-2-1 0,-1 0 0,0-1 0,0 1 0,0 0 0,-1 0 0,0 0 0,-1 0 0,1 1 0,-1-1 0,-1 0 0,1 0 0,-4 14 0,-1-10 0,-1 0 0,0 0 0,-1 0 0,0 0 0,0-1 0,-1-1 0,-1 1 0,1-1 0,-2 0 0,1-1 0,-14 9 0,15-13 0,0 1 0,0-2 0,-1 1 0,1-1 0,-14 3 0,19-5 0,0 0 0,0 0 0,-1-1 0,1 1 0,0-1 0,0 0 0,-1 0 0,1 0 0,0 0 0,-1-1 0,1 1 0,0-1 0,0 0 0,-1 0 0,1 0 0,0 0 0,0 0 0,-3-3 0,6 3 0,-1 1 0,1-1 0,-1 0 0,1 1 0,0-1 0,0 0 0,0 1 0,-1-1 0,1 0 0,0 0 0,0 1 0,0-1 0,0 0 0,0 0 0,0 1 0,0-1 0,0 0 0,1 0 0,-1 1 0,0-1 0,0 0 0,1 0 0,-1 1 0,0-1 0,1 0 0,-1 1 0,1-1 0,-1 1 0,0-1 0,1 0 0,0 1 0,-1-1 0,1 1 0,-1 0 0,1-1 0,0 0 0,30-24 0,-23 18 0,12-11 0,1 0 0,1 2 0,0 0 0,1 2 0,1 0 0,0 1 0,44-15 0,-67 28 0,0-1 0,0 1 0,1-1 0,-1 1 0,0 0 0,0-1 0,0 1 0,1 0 0,-1 0 0,0 0 0,0 0 0,1 0 0,-1 0 0,0 1 0,0-1 0,0 0 0,1 1 0,-1-1 0,0 0 0,0 1 0,0-1 0,0 1 0,0 0 0,0-1 0,0 1 0,0 0 0,0 0 0,1 1 0,-1 0 0,0 0 0,0 1 0,-1-1 0,1 0 0,-1 0 0,0 0 0,0 1 0,1-1 0,-2 0 0,1 0 0,0 1 0,0-1 0,-1 0 0,0 3 0,-2 8 0,-2-1 0,1 0 0,-1 0 0,-9 14 0,7-15 0,-2 0 0,1-1 0,-1 1 0,-1-2 0,0 0 0,-19 14 0,-72 42 0,93-60 0,7-4 0,-1 0 0,1 0 0,-1 0 0,0 0 0,1 0 0,-1 0 0,0 0 0,0-1 0,0 1 0,0-1 0,1 0 0,-1 1 0,0-1 0,0 0 0,0 0 0,0 0 0,0 0 0,0-1 0,0 1 0,0 0 0,1-1 0,-1 1 0,0-1 0,0 0 0,0 1 0,-2-3 0,3 1 0,0 1 0,0 0 0,0-1 0,1 1 0,-1-1 0,0 1 0,1-1 0,0 1 0,-1-1 0,1 1 0,0-1 0,0 0 0,0 1 0,0-1 0,0 1 0,0-1 0,0 0 0,0 1 0,1-1 0,-1 1 0,1-1 0,-1 1 0,1-1 0,-1 1 0,1-1 0,0 1 0,0 0 0,0-1 0,0 1 0,0 0 0,0 0 0,2-2 0,2-4 0,1 1 0,1 0 0,-1 0 0,1 0 0,0 1 0,0 0 0,0 0 0,1 1 0,13-6 0,-17 8 0,0 0 0,-1 1 0,1 0 0,0-1 0,0 2 0,0-1 0,0 0 0,0 1 0,0 0 0,0 0 0,0 0 0,1 0 0,-1 1 0,0-1 0,0 1 0,0 0 0,-1 0 0,1 1 0,0-1 0,0 1 0,-1 0 0,1 0 0,3 2 0,-5-1 0,1-1 0,-1 1 0,0-1 0,0 1 0,0 0 0,-1 0 0,1 0 0,-1 0 0,0 0 0,1 0 0,-1 0 0,-1 1 0,1-1 0,0 0 0,-1 1 0,1-1 0,-1 0 0,0 1 0,0-1 0,-1 1 0,1-1 0,-1 0 0,0 1 0,-1 2 0,1 1 0,-2 0 0,1 0 0,-1 0 0,0 0 0,0 0 0,-1-1 0,0 0 0,0 0 0,-10 11 0,6-10 0,0-1 0,-1 0 0,0 0 0,0-1 0,0 0 0,0-1 0,-1 1 0,0-2 0,0 0 0,-13 3 0,9-3 0,0-1 0,0 0 0,-1-1 0,1 0 0,0-1 0,-28-4 0,41 4 0,1 0 0,0 0 0,0 0 0,-1 0 0,1 0 0,0 0 0,0 0 0,-1 0 0,1 0 0,0 0 0,0 0 0,-1-1 0,1 1 0,0 0 0,0 0 0,-1 0 0,1 0 0,0 0 0,0 0 0,0-1 0,-1 1 0,1 0 0,0 0 0,0 0 0,0-1 0,0 1 0,-1 0 0,1 0 0,0 0 0,0-1 0,0 1 0,0 0 0,0 0 0,0-1 0,0 1 0,0 0 0,0 0 0,-1-1 0,1 1 0,0 0 0,0-1 0,1 1 0,-1 0 0,0 0 0,0-1 0,0 1 0,0 0 0,0 0 0,0-1 0,13-13 0,22-8 0,88-34 0,-115 53 0,0 0 0,0 1 0,0 0 0,1 0 0,-1 1 0,0 0 0,1 0 0,11 1 0,-18 0 0,1 0 0,-1 0 0,0 1 0,0-1 0,0 1 0,0-1 0,0 1 0,0-1 0,0 1 0,0 0 0,0 0 0,0 0 0,0 0 0,-1 1 0,1-1 0,0 0 0,-1 1 0,1-1 0,-1 1 0,1-1 0,-1 1 0,0 0 0,0 0 0,0 0 0,0-1 0,0 1 0,0 0 0,0 0 0,0 0 0,-1 1 0,1-1 0,-1 0 0,0 0 0,0 0 0,1 0 0,-1 0 0,-1 3 0,1-2 0,-1 0 0,0-1 0,0 1 0,0-1 0,0 1 0,0 0 0,-1-1 0,1 0 0,-1 1 0,1-1 0,-1 0 0,0 0 0,0 0 0,0 0 0,0 0 0,0 0 0,-1-1 0,-2 3 0,-54 30 0,33-21 0,14-6 0,-1-1 0,0 0 0,-1-1 0,1-1 0,-1 0 0,0-1 0,-24 3 0,-101-2 0,126-4 0,11 0 0,-1 0 0,1 0 0,0 0 0,0 0 0,0 0 0,0-1 0,0 1 0,-1-1 0,1 0 0,0 1 0,0-1 0,0 0 0,0 0 0,1 0 0,-1 0 0,0-1 0,0 1 0,1 0 0,-1-1 0,0 1 0,1-1 0,0 0 0,-1 1 0,1-1 0,0 0 0,0 0 0,0 0 0,0 0 0,-1-4 0,1 4 0,1 0 0,0-1 0,0 1 0,1 0 0,-1 0 0,0 0 0,1-1 0,-1 1 0,1 0 0,0 0 0,0 0 0,0 0 0,0 0 0,0 0 0,0 0 0,0 0 0,1 1 0,-1-1 0,0 0 0,1 1 0,0-1 0,-1 1 0,1-1 0,0 1 0,0 0 0,0 0 0,0 0 0,0 0 0,0 0 0,2 0 0,42-17 0,79-17 0,-45 13 0,9 2 0,1 3 0,154-8 0,-209 22 0,43-4 0,-28 1 0,52 1 0,-421 6 0,862-1 0,-603 3 0,1 3 0,-91 22 0,159-30 0,0 2 0,0-1 0,0 1 0,0 1 0,0 0 0,0 0 0,0 1 0,0 0 0,0 0 0,9 4 0,94 44 0,-67-28 0,-42-21 0,-1 0 0,0 0 0,1 1 0,-1-1 0,0 0 0,0 1 0,0-1 0,0 1 0,0 0 0,0 0 0,-1 0 0,1 0 0,0 0 0,1 3 0,-3-4 0,0-1 0,0 1 0,0-1 0,0 1 0,1-1 0,-1 1 0,0-1 0,0 1 0,0-1 0,-1 0 0,1 1 0,0-1 0,0 1 0,0-1 0,0 1 0,0-1 0,-1 1 0,1-1 0,0 1 0,0-1 0,-1 0 0,1 1 0,0-1 0,0 1 0,-1-1 0,0 1 0,-23 8 0,1-6 0,-47 0 0,63-3 0,-1 0 0,1 0 0,0-1 0,0 0 0,0-1 0,-1 0 0,1 0 0,1 0 0,-1-1 0,-11-5 0,17 7 0,0 1 0,0-1 0,0 0 0,0 0 0,0 1 0,0-1 0,0 0 0,0 0 0,0 0 0,1 0 0,-1 0 0,0 0 0,0 0 0,1-1 0,-1 1 0,1 0 0,-1 0 0,1 0 0,0-1 0,-1 1 0,1 0 0,0-1 0,0 1 0,0 0 0,0 0 0,0-1 0,0 1 0,1-3 0,0 1 0,0 1 0,1-1 0,-1 1 0,1-1 0,0 1 0,0 0 0,0-1 0,0 1 0,0 0 0,0 0 0,0 1 0,4-3 0,2-2 0,1 2 0,-1-1 0,1 1 0,0 0 0,-1 1 0,2 0 0,13-3 0,-12 6 0,0 0 0,0 1 0,0 0 0,-1 0 0,1 1 0,0 1 0,11 4 0,-18-6 0,1 0 0,-1 1 0,-1-1 0,1 1 0,0 0 0,0 0 0,-1 0 0,1 0 0,-1 1 0,0 0 0,1 0 0,-1-1 0,0 2 0,-1-1 0,1 0 0,-1 1 0,1-1 0,-1 1 0,0-1 0,3 9 0,-5-11 0,0 1 0,0 0 0,0-1 0,0 1 0,0-1 0,0 1 0,-1-1 0,1 1 0,-1-1 0,1 1 0,-1-1 0,1 1 0,-1-1 0,0 0 0,0 1 0,1-1 0,-1 0 0,0 0 0,0 0 0,0 1 0,0-1 0,-1 0 0,1 0 0,0 0 0,0-1 0,-1 1 0,1 0 0,0 0 0,-1-1 0,1 1 0,-1-1 0,1 1 0,-1-1 0,1 0 0,-1 1 0,1-1 0,-1 0 0,-2 0 0,-11 1 0,1 0 0,-1 0 0,-17-2 0,20 0 0,-23 0 0,-6 1 0,0-2 0,0-1 0,0-3 0,-57-14 0,48 3 0,1-2 0,2-1 0,-81-49 0,126 68 0,-1 0 0,1-1 0,0 1 0,0-1 0,0 1 0,0-1 0,0 0 0,0 0 0,0 0 0,0 0 0,1 0 0,-1 0 0,1-1 0,0 1 0,-1 0 0,1-1 0,0 1 0,-1-6 0,2 6 0,0 0 0,0-1 0,1 1 0,-1 0 0,0 0 0,1-1 0,-1 1 0,1 0 0,0 0 0,0 0 0,0 0 0,0 0 0,0 0 0,0 0 0,1 0 0,-1 0 0,3-2 0,2-2 0,-1 1 0,1 0 0,0 1 0,1-1 0,-1 1 0,1 0 0,0 1 0,0 0 0,0 0 0,0 0 0,0 1 0,9-1 0,56-7 0,1 3 0,-1 4 0,83 6 0,-152-3 0,0 0 0,0 1 0,0-1 0,0 1 0,0-1 0,0 1 0,0 0 0,0 0 0,0 0 0,0 0 0,0 1 0,-1-1 0,1 1 0,0 0 0,-1 0 0,1 0 0,-1 0 0,0 0 0,0 0 0,0 1 0,0-1 0,0 1 0,0-1 0,-1 1 0,1 0 0,-1-1 0,0 1 0,0 0 0,0 0 0,1 4 0,-2-4 0,0 0 0,0 0 0,0 0 0,-1 0 0,1-1 0,-1 1 0,0 0 0,1 0 0,-1 0 0,0-1 0,-1 1 0,1-1 0,0 1 0,-1-1 0,0 1 0,1-1 0,-1 0 0,0 0 0,0 0 0,0 0 0,0 0 0,-1 0 0,1 0 0,-1-1 0,1 1 0,-1-1 0,1 0 0,-1 0 0,0 0 0,1 0 0,-1 0 0,-5 0 0,-20 4 0,-1-1 0,0-2 0,0-1 0,-51-5 0,-4 1 0,71 3 0,-1 0 0,1 0 0,0-2 0,1 1 0,-1-2 0,-13-3 0,22 4 0,0 1 0,1-1 0,-1 0 0,1 0 0,0 0 0,-1-1 0,1 1 0,0-1 0,0 0 0,0 0 0,1 0 0,-1 0 0,1 0 0,0-1 0,0 1 0,0-1 0,0 1 0,0-1 0,1 0 0,0 0 0,-1 1 0,2-1 0,-2-7 0,1 7 0,0 0 0,0 0 0,0 0 0,1 0 0,0 1 0,0-1 0,0 0 0,0 0 0,0 0 0,1 0 0,0 0 0,0 0 0,0 0 0,0 1 0,1-1 0,-1 0 0,1 1 0,0-1 0,0 1 0,0 0 0,0-1 0,1 1 0,-1 0 0,1 0 0,0 1 0,0-1 0,0 1 0,0-1 0,1 1 0,-1 0 0,0 0 0,1 0 0,0 1 0,-1-1 0,1 1 0,0 0 0,0 0 0,0 0 0,5 0 0,29-7 0,2 2 0,-1 1 0,0 2 0,1 2 0,44 4 0,-75-1 0,-1-1 0,0 1 0,0 1 0,0-1 0,0 1 0,-1 1 0,1 0 0,-1 0 0,0 0 0,0 1 0,0-1 0,-1 2 0,0-1 0,0 1 0,0 0 0,6 8 0,-3-2 0,0 1 0,-1 0 0,0 0 0,-2 1 0,1 0 0,-1 0 0,6 28 0,-10-36 0,2 9 0,-1-1 0,0 1 0,1 27 0,-4-39 0,0 0 0,0 0 0,0 0 0,-1 0 0,1 0 0,-1 0 0,0 0 0,1 0 0,-1 0 0,0 0 0,-1-1 0,1 1 0,0 0 0,-1-1 0,0 1 0,1-1 0,-1 0 0,0 1 0,0-1 0,0 0 0,-1 0 0,1 0 0,0-1 0,-1 1 0,-4 2 0,-8 2 0,-1 0 0,1-1 0,-1-1 0,0-1 0,0 0 0,-1-1 0,1-1 0,0 0 0,-32-3 0,47 2 0,-1 0 0,1 0 0,-1 0 0,1-1 0,-1 1 0,1 0 0,-1-1 0,1 1 0,-1-1 0,1 1 0,-1-1 0,1 0 0,0 1 0,-1-1 0,1 0 0,0 0 0,0 0 0,0 0 0,0 0 0,0 0 0,0-1 0,0 1 0,0 0 0,0 0 0,-1-3 0,2 2 0,0-1 0,-1 1 0,1-1 0,0 1 0,0-1 0,0 1 0,1-1 0,-1 1 0,0-1 0,1 1 0,0 0 0,0-1 0,-1 1 0,3-3 0,1-4 0,1 0 0,0 1 0,1-1 0,0 1 0,0 0 0,15-13 0,2 4 0,2 2 0,0 0 0,1 2 0,39-15 0,-19 7 0,-31 15 0,0-1 0,0 2 0,0 0 0,1 1 0,29-4 0,-42 7 0,0 1 0,0 0 0,0-1 0,0 1 0,0 1 0,0-1 0,0 0 0,0 1 0,0-1 0,0 1 0,0 0 0,-1 0 0,1 0 0,0 0 0,0 1 0,-1-1 0,1 1 0,-1-1 0,1 1 0,-1 0 0,0 0 0,0 0 0,0 1 0,0-1 0,0 0 0,0 1 0,-1-1 0,1 1 0,-1-1 0,1 1 0,-1 0 0,0 0 0,0 0 0,0-1 0,-1 1 0,1 0 0,0 6 0,0 3 0,0 0 0,-1 0 0,0 1 0,0-1 0,-2 0 0,1 0 0,-2 0 0,1 0 0,-2-1 0,-6 17 0,8-23 0,-1 1 0,0-1 0,0-1 0,0 1 0,-1 0 0,1-1 0,-1 1 0,-1-1 0,1 0 0,0-1 0,-1 1 0,0-1 0,0 0 0,0 0 0,0 0 0,0-1 0,-1 1 0,1-1 0,-1-1 0,1 1 0,-1-1 0,0 0 0,-10 1 0,15-2 0,0 0 0,-1 0 0,1 1 0,-1-1 0,1 0 0,0 0 0,-1 0 0,1-1 0,-1 1 0,1 0 0,0-1 0,-1 1 0,1 0 0,0-1 0,0 1 0,-1-1 0,1 0 0,0 0 0,0 1 0,0-1 0,-1 0 0,1 0 0,0 0 0,0 0 0,1 0 0,-1 0 0,-1-2 0,1 0 0,0 1 0,1-1 0,0 1 0,-1-1 0,1 1 0,0-1 0,0 0 0,0 1 0,1-1 0,-1 0 0,1 1 0,-1-1 0,2-3 0,5-11 0,0 1 0,1 0 0,12-19 0,-19 34 0,3-6 0,0 1 0,1 0 0,0 0 0,0 1 0,8-8 0,-13 13 0,1-1 0,0 0 0,-1 1 0,1-1 0,-1 1 0,1-1 0,0 1 0,-1-1 0,1 1 0,0 0 0,0-1 0,-1 1 0,1 0 0,0 0 0,0-1 0,-1 1 0,1 0 0,0 0 0,0 0 0,0 0 0,-1 0 0,1 0 0,0 0 0,0 0 0,0 0 0,0 0 0,-1 1 0,1-1 0,0 0 0,0 0 0,-1 1 0,1-1 0,0 1 0,-1-1 0,1 0 0,0 1 0,-1-1 0,1 1 0,0 0 0,-1-1 0,1 1 0,-1-1 0,1 1 0,-1 0 0,0 0 0,1-1 0,-1 1 0,0 0 0,1 0 0,-1-1 0,0 1 0,0 0 0,0 0 0,1 0 0,-1-1 0,0 1 0,0 0 0,0 0 0,0 0 0,-1-1 0,1 2 0,1 11 0,0 0 0,-1-1 0,-1 1 0,0 0 0,-1-1 0,0 1 0,-1-1 0,0 0 0,-1 0 0,0 0 0,-1 0 0,0 0 0,-11 16 0,6-12 0,-1 0 0,-1 0 0,0-1 0,-1-1 0,-1 0 0,0 0 0,0-2 0,-21 14 0,34-26 0,1 1 0,0-1 0,0 0 0,0 0 0,0 0 0,-1 0 0,1 0 0,0 0 0,0 0 0,0 1 0,-1-1 0,1 0 0,0 0 0,0 0 0,0 0 0,-1 0 0,1 0 0,0 0 0,0 0 0,-1 0 0,1 0 0,0 0 0,0 0 0,0 0 0,-1 0 0,1 0 0,0-1 0,0 1 0,0 0 0,-1 0 0,1 0 0,0 0 0,0 0 0,0 0 0,0-1 0,-1 1 0,1 0 0,0 0 0,0 0 0,0 0 0,0-1 0,0 1 0,-1 0 0,1 0 0,-2-15 0,4-14 0,7 4 0,1 1 0,0 0 0,2 1 0,1 0 0,1 1 0,30-37 0,-23 30 0,17-18 0,1 1 0,49-42 0,-77 78 0,0 1 0,1 1 0,0 0 0,0 0 0,1 1 0,0 1 0,0 0 0,0 1 0,1 0 0,0 1 0,0 0 0,0 2 0,24-3 0,-36 5 0,1 0 0,-1 1 0,0-1 0,1 1 0,-1 0 0,0-1 0,0 1 0,1 0 0,-1 0 0,0 1 0,0-1 0,0 0 0,0 1 0,-1-1 0,1 1 0,0-1 0,0 1 0,-1 0 0,1 0 0,-1 0 0,0 0 0,0 0 0,1 0 0,-1 0 0,0 0 0,-1 0 0,1 1 0,0-1 0,-1 0 0,1 1 0,-1-1 0,0 0 0,0 4 0,2 12 0,-1 1 0,-1 0 0,-4 26 0,2-12 0,1-21 0,-1 0 0,0 0 0,0 0 0,-1-1 0,-1 1 0,0-1 0,0 0 0,-1 0 0,-1-1 0,0 1 0,-13 17 0,8-5 0,-4 6 0,15-29 0,0 0 0,-1 1 0,1-1 0,0 0 0,0 0 0,0 0 0,0 0 0,0 0 0,-1 0 0,1 0 0,0 0 0,0 0 0,0 0 0,0 0 0,0 0 0,-1 0 0,1 1 0,0-1 0,0 0 0,0 0 0,0-1 0,-1 1 0,1 0 0,0 0 0,0 0 0,0 0 0,0 0 0,-1 0 0,1 0 0,0 0 0,0 0 0,0 0 0,0 0 0,0 0 0,0 0 0,-1 0 0,1-1 0,0 1 0,0 0 0,0 0 0,0 0 0,0 0 0,0 0 0,0-1 0,0 1 0,-1 0 0,1 0 0,0 0 0,0 0 0,0 0 0,0-1 0,0 1 0,-4-16 0,3-14 0,4 7 0,1 1 0,0-1 0,2 1 0,1 1 0,1-1 0,1 1 0,0 1 0,2-1 0,19-28 0,-29 49 0,-1-1 0,0 0 0,1 0 0,-1 0 0,1 0 0,-1 0 0,1 1 0,-1-1 0,1 0 0,0 1 0,-1-1 0,1 0 0,0 1 0,0-1 0,-1 1 0,1-1 0,0 1 0,0-1 0,0 1 0,0-1 0,0 1 0,0 0 0,0 0 0,-1-1 0,1 1 0,0 0 0,0 0 0,0 0 0,0 0 0,1 0 0,-1 1 0,1 0 0,-1 0 0,0 1 0,0-1 0,0 0 0,0 0 0,-1 1 0,1-1 0,0 0 0,0 1 0,-1-1 0,1 1 0,-1-1 0,1 1 0,-1-1 0,0 2 0,2 6 0,0 0 0,-2 0 0,1-1 0,-1 1 0,-1 17 0,-2-18 0,-1 1 0,1-1 0,-1 0 0,-1 0 0,1-1 0,-1 1 0,-1-1 0,1 0 0,-1 0 0,-1 0 0,1-1 0,-1 0 0,0-1 0,0 1 0,-1-1 0,0-1 0,1 1 0,-2-1 0,-13 4 0,21-7 0,0-1 0,0 1 0,0-1 0,0 0 0,0 1 0,0-1 0,0 0 0,0 0 0,0 0 0,0 0 0,0 0 0,0 0 0,0 0 0,0 0 0,0 0 0,0-1 0,0 1 0,0 0 0,0-1 0,0 1 0,0 0 0,0-1 0,1 1 0,-1-1 0,0 0 0,0 1 0,0-1 0,1 0 0,-1 1 0,0-1 0,0 0 0,1 0 0,-1 1 0,1-1 0,-1 0 0,1 0 0,-1 0 0,1 0 0,0 0 0,-1 0 0,1 0 0,0 0 0,0 0 0,0 0 0,0 0 0,0 0 0,0 0 0,0 0 0,0 0 0,0 0 0,0-2 0,1-2 0,0 0 0,0 0 0,0 0 0,1 0 0,-1 1 0,1-1 0,0 0 0,1 1 0,3-6 0,8-6 0,1 0 0,1 1 0,1 1 0,0 0 0,1 1 0,0 1 0,1 1 0,0 1 0,41-16 0,-40 21 0,1 0 0,0 2 0,0 1 0,0 0 0,0 1 0,36 4 0,-2-1 0,-51-2 0,0 1 0,-1-1 0,1 1 0,-1 0 0,1 0 0,-1 0 0,0 0 0,1 1 0,-1-1 0,0 1 0,0 0 0,0 0 0,0 0 0,0 0 0,-1 1 0,1-1 0,-1 1 0,1 0 0,-1-1 0,0 1 0,0 0 0,0 0 0,-1 1 0,1-1 0,-1 0 0,1 0 0,-1 1 0,0-1 0,0 1 0,-1-1 0,1 5 0,1 1 0,-1 1 0,0 0 0,0 0 0,-1 0 0,0 0 0,-1 0 0,-1 0 0,1 0 0,-1 0 0,-5 12 0,6-19 0,-1-1 0,1 1 0,-1-1 0,0 0 0,0 0 0,0 0 0,0 0 0,0 0 0,0 0 0,0 0 0,-1-1 0,1 1 0,0-1 0,-1 0 0,1 0 0,-1 0 0,0 0 0,0 0 0,1 0 0,-1-1 0,0 1 0,0-1 0,-4 0 0,-8 1 0,0-1 0,-31-4 0,41 4 0,2-1 0,-1-1 0,0 1 0,1-1 0,0 0 0,-1 0 0,1 0 0,0 0 0,0-1 0,0 1 0,0-1 0,0 0 0,0 0 0,1 0 0,0 0 0,-1 0 0,1-1 0,-2-5 0,3 8 0,0 0 0,0-1 0,0 1 0,0-1 0,0 1 0,0-1 0,1 1 0,-1-1 0,1 0 0,-1 1 0,1-1 0,0 0 0,-1 1 0,1-1 0,0 0 0,0 1 0,0-1 0,1 0 0,-1 1 0,0-1 0,1 0 0,-1 1 0,0-1 0,1 0 0,0 1 0,0-1 0,-1 1 0,1-1 0,0 1 0,0 0 0,0-1 0,0 1 0,0 0 0,1 0 0,-1-1 0,0 1 0,1 0 0,-1 0 0,0 0 0,3 0 0,-2 0 0,0 0 0,0 1 0,0-1 0,0 1 0,1-1 0,-1 1 0,0 0 0,0 0 0,0 0 0,0 0 0,0 1 0,0-1 0,0 1 0,1-1 0,-1 1 0,0-1 0,-1 1 0,1 0 0,0 0 0,3 2 0,-2 0 0,1-1 0,-1 1 0,0 1 0,0-1 0,0 0 0,0 1 0,-1-1 0,1 1 0,3 7 0,-4-6 0,1 0 0,-1 0 0,0 0 0,0 1 0,-1-1 0,0 1 0,0-1 0,0 1 0,0 0 0,-1-1 0,0 1 0,0 0 0,0-1 0,-1 1 0,-2 10 0,0-12 0,0 0 0,0 1 0,-1-1 0,1 0 0,-1-1 0,0 1 0,0-1 0,0 0 0,0 0 0,0 0 0,-6 3 0,-1 0 0,0-1 0,-1 0 0,-19 6 0,27-10 0,-1 0 0,1 0 0,0-1 0,-1 0 0,1 0 0,0 0 0,-1 0 0,1-1 0,0 1 0,-1-1 0,1 0 0,0 0 0,0-1 0,0 1 0,0-1 0,0 0 0,0 0 0,0-1 0,1 1 0,-1-1 0,1 1 0,0-1 0,0 0 0,0 0 0,0-1 0,0 1 0,1-1 0,-1 1 0,1-1 0,0 0 0,0 0 0,0 0 0,1 0 0,-1 0 0,0-5 0,2 8 0,0 0 0,0-1 0,0 1 0,0 0 0,1-1 0,-1 1 0,0-1 0,1 1 0,-1 0 0,1 0 0,-1-1 0,1 1 0,0 0 0,-1 0 0,1 0 0,0 0 0,0 0 0,0 0 0,0 0 0,0 0 0,0 0 0,0 0 0,0 0 0,0 0 0,0 1 0,1-1 0,-1 1 0,0-1 0,0 1 0,1-1 0,-1 1 0,0 0 0,1-1 0,-1 1 0,0 0 0,1 0 0,-1 0 0,3 0 0,-1 0 0,1-1 0,0 1 0,0 0 0,0 0 0,0 1 0,0-1 0,0 1 0,-1 0 0,1 0 0,0 0 0,0 0 0,6 4 0,-10-5 0,0 0 0,1 0 0,-1 0 0,0 1 0,1-1 0,-1 0 0,0 0 0,1 1 0,-1-1 0,0 0 0,0 0 0,1 1 0,-1-1 0,0 0 0,0 1 0,0-1 0,1 1 0,-1-1 0,0 0 0,0 1 0,0-1 0,0 0 0,0 1 0,0-1 0,0 1 0,0-1 0,0 0 0,0 1 0,0-1 0,0 1 0,0-1 0,0 0 0,0 1 0,0-1 0,0 1 0,-1 0 0,-14 8 0,-23-2 0,27-6 0,1-1 0,0 0 0,0-1 0,0 0 0,-1 0 0,1-1 0,0-1 0,0 1 0,1-2 0,-1 1 0,1-1 0,-1-1 0,1 0 0,1 0 0,-1-1 0,1 0 0,-8-7 0,14 12 0,1 0 0,0 0 0,0 0 0,0-1 0,0 1 0,0 0 0,0 0 0,0-1 0,0 1 0,1-1 0,-1 1 0,0-1 0,1 1 0,-1-1 0,1 1 0,0-1 0,0 1 0,-1-1 0,1 0 0,0 1 0,0-1 0,0 1 0,0-1 0,1 0 0,-1 1 0,0-1 0,1 1 0,-1-1 0,1 1 0,0-1 0,-1 1 0,1-1 0,0 1 0,0 0 0,0-1 0,0 1 0,0 0 0,0 0 0,0 0 0,0 0 0,0 0 0,1 0 0,-1 0 0,0 0 0,1 0 0,-1 0 0,1 1 0,1-1 0,11-6 0,0 1 0,1 1 0,0 0 0,17-2 0,-9 1 0,6-1 0,46-6 0,-19 5 0,-55 7 0,1 1 0,0-1 0,-1 1 0,1-1 0,0 0 0,-1 0 0,1 0 0,-1 0 0,1 0 0,-1 0 0,0 0 0,1 0 0,-1 0 0,0-1 0,0 1 0,0 0 0,0-1 0,0 1 0,0-1 0,0 1 0,-1-1 0,1 0 0,0 1 0,-1-1 0,1 0 0,-1 1 0,0-1 0,1 0 0,-1 0 0,0 1 0,0-3 0,0-9 0,-1 0 0,0 0 0,-5-20 0,1-5 0,4 30 0,1-207 0,2 188 0,1 1 0,2-1 0,0 1 0,2 0 0,0 1 0,12-26 0,0 11 0,1 0 0,1 1 0,39-50 0,-46 71 0,127-156 0,-114 144 0,2 1 0,1 2 0,52-36 0,-59 48 0,-13 10 0,-1-1 0,1-1 0,-1 0 0,8-8 0,-17 15 0,0 0 0,1 0 0,-1 0 0,0-1 0,0 1 0,0 0 0,0 0 0,0 0 0,0 0 0,0 0 0,0 0 0,0 0 0,1 0 0,-1-1 0,0 1 0,0 0 0,0 0 0,0 0 0,0 0 0,0 0 0,0 0 0,0-1 0,0 1 0,0 0 0,0 0 0,0 0 0,0 0 0,0 0 0,0-1 0,0 1 0,0 0 0,0 0 0,0 0 0,0 0 0,0 0 0,0 0 0,0-1 0,-1 1 0,1 0 0,0 0 0,0 0 0,0 0 0,0 0 0,0 0 0,0 0 0,0 0 0,0-1 0,-1 1 0,1 0 0,0 0 0,0 0 0,0 0 0,0 0 0,0 0 0,0 0 0,-1 0 0,1 0 0,0 0 0,-14-1 0,-14 5 0,-80 28 0,83-23 0,0-1 0,0-1 0,0-1 0,-41 3 0,-61-1 0,-139 4 0,450-14 0,254 7 0,-421-5 0,0 2 0,0 0 0,1 1 0,-2 1 0,1 0 0,0 1 0,-1 1 0,24 12 0,-39-18 0,0 1 0,0 0 0,0 0 0,0 0 0,0-1 0,0 1 0,0 0 0,0 0 0,0 0 0,0 0 0,-1 1 0,1-1 0,0 0 0,-1 0 0,1 0 0,-1 1 0,1-1 0,-1 0 0,1 0 0,-1 1 0,0-1 0,0 0 0,0 1 0,0-1 0,0 0 0,0 1 0,0 1 0,-1 0 0,0-1 0,-1 1 0,1 0 0,0 0 0,-1-1 0,0 1 0,0-1 0,0 1 0,0-1 0,0 0 0,-3 3 0,-6 4 0,0-1 0,-1 0 0,1-1 0,-18 8 0,-29 7 0,-1-2 0,-62 12 0,44-12 0,21-7 0,0-3 0,-70 5 0,-116-6 0,204-8 0,-49 1 0,-290-4 0,376 2 0,0 0 0,0 0 0,0 1 0,0-1 0,0 0 0,0 0 0,0 0 0,0 0 0,0-1 0,0 1 0,0 0 0,0 0 0,0-1 0,0 1 0,0 0 0,0-1 0,0 1 0,1-1 0,-1 1 0,0-1 0,0 1 0,0-1 0,1 0 0,-1 1 0,0-1 0,0-1 0,1 0 0,1 1 0,0 0 0,-1 0 0,1 0 0,0 0 0,0 0 0,0 0 0,0 0 0,0 0 0,0 0 0,0 1 0,1-1 0,-1 0 0,0 1 0,3-2 0,58-22 0,10 9 0,2 3 0,0 4 0,105 1 0,-8 0 0,24-7 0,204 14 0,-396-1 0,-1 2 0,1-1 0,-1 0 0,1 0 0,0 1 0,-1-1 0,0 1 0,1 0 0,-1 0 0,1 0 0,2 2 0,-7 5 0,-18 1 0,-56 13 0,-2-2 0,0-5 0,-146 11 0,-246-20 0,317-7 0,-115 0 0,478 0 0,508 23 0,-706-21 0,7 1 0,0 0 0,0 0 0,0 2 0,-1 0 0,1 1 0,-1 1 0,23 12 0,-41-18 0,1 0 0,-1 0 0,0 0 0,1 1 0,-1-1 0,0 0 0,1 0 0,-1 1 0,0-1 0,0 0 0,1 1 0,-1-1 0,0 0 0,0 1 0,0-1 0,1 0 0,-1 1 0,0-1 0,0 0 0,0 1 0,0-1 0,0 1 0,0-1 0,0 0 0,1 1 0,-1-1 0,-1 1 0,1-1 0,0 0 0,0 1 0,0-1 0,0 1 0,0-1 0,0 1 0,-14 12 0,-26 7 0,35-18 0,-26 7 0,0 0 0,0-2 0,0-1 0,-1-2 0,0-1 0,-38-1 0,-17 2 0,-219 10-361,-336-27 0,495 8 1083,473 4-722,124 3 0,-380 1 0,-1 2 0,1 4 0,89 23 0,-159-32 0,0 0 0,1 0 0,-1 0 0,0 0 0,0 0 0,0 0 0,0 0 0,1 0 0,-1 0 0,0 0 0,0 0 0,0 0 0,1 0 0,-1 0 0,0 0 0,0 0 0,0 0 0,1 0 0,-1 0 0,0 0 0,0 0 0,0 0 0,0 0 0,1 0 0,-1 0 0,0 1 0,0-1 0,0 0 0,0 0 0,0 0 0,1 0 0,-1 0 0,0 0 0,0 1 0,0-1 0,0 0 0,0 0 0,0 0 0,0 0 0,0 1 0,0-1 0,1 0 0,-1 0 0,0 0 0,0 0 0,0 1 0,0-1 0,0 0 0,0 0 0,0 0 0,0 1 0,0-1 0,0 0 0,0 0 0,-1 0 0,1 1 0,0-1 0,0 0 0,0 0 0,0 0 0,0 0 0,0 1 0,0-1 0,0 0 0,0 0 0,-1 0 0,1 0 0,0 0 0,0 1 0,-22 7 0,-30 1 0,-74-4 0,1-6 0,-201-28 0,-242-72 0,507 89 0,23 6 0,28 5 0,0 0 0,1-1 0,-1 0 0,1 0 0,-14-6 0,23 8 0,0 0 0,0 0 0,0 0 0,0 0 0,0 0 0,0 0 0,0 0 0,0 0 0,0 0 0,1 0 0,-1 0 0,0 0 0,0 0 0,0 0 0,0 0 0,0 0 0,0 0 0,0 0 0,0 0 0,1 0 0,-1 0 0,0 0 0,0 0 0,0 0 0,0 0 0,0 0 0,0 0 0,0 0 0,0-1 0,0 1 0,0 0 0,0 0 0,0 0 0,1 0 0,-1 0 0,0 0 0,0 0 0,0 0 0,0 0 0,0 0 0,0-1 0,0 1 0,0 0 0,0 0 0,0 0 0,0 0 0,0 0 0,0 0 0,0 0 0,0 0 0,0-1 0,0 1 0,0 0 0,0 0 0,0 0 0,0 0 0,0 0 0,0 0 0,-1 0 0,1 0 0,0 0 0,0 0 0,0-1 0,0 1 0,0 0 0,0 0 0,0 0 0,16-3 0,17 0 0,127 4-200,-1 7-1,278 52 1,320 114 79,-714-164 121,-26-6 0,1 0 0,-1 1 0,0 0 0,31 16 0,-48-21 7,1 1 0,-1-1 0,0 0 0,0 1 0,0-1 0,0 1 0,1-1 0,-1 0 0,0 1 0,0-1 0,0 1 0,0-1 0,0 0 0,0 1 0,0-1 0,0 1 0,0-1 0,0 1 0,0-1 0,0 0 0,-1 1 0,1-1 0,0 1 0,0-1 0,0 0 0,0 1 0,-1-1 0,1 0 0,0 1 0,-1-1 0,1 0 0,0 1 0,0-1 0,-1 0 0,1 0 0,0 1-1,-1-1 1,1 0 0,-1 0 0,1 1 0,0-1 0,-1 0 0,1 0 0,-1 0 0,1 0 0,0 0 0,-1 0 0,1 0 0,-1 0 0,0 0 0,-27 13 404,26-12-456,-14 5 45,0-1 0,-1-1 0,0-1 0,0 0 0,-26 1 0,-92-6 0,82 0 0,-114-8-526,-173-33-1,-163-54 699,316 58-254,31 8 82,-251-86 0,405 116 10,1 1 0,-1-1 0,0 1 0,0-1 1,1 0-1,-1 1 0,0-1 0,1 0 0,-1 0 1,1 0-1,-1-1 0,1 1 0,0 0 0,-1 0 1,-1-4-1,3 5 8,0-1-1,0 1 1,1-1 0,-1 0 0,0 1 0,0-1-1,1 1 1,-1-1 0,0 1 0,1-1 0,-1 1-1,1-1 1,-1 1 0,0-1 0,1 1 0,-1 0-1,1-1 1,-1 1 0,1 0 0,0-1 0,-1 1-1,1 0 1,-1 0 0,1-1 0,-1 1 0,1 0-1,0 0 1,-1 0 0,2 0 0,63-11 257,-65 11-284,740-40 9,-685 39 0,150 2 0,-204-1 0,1-1 0,-1 1 0,1 0 0,-1 0 0,0 0 0,1 0 0,-1 1 0,1-1 0,-1 0 0,1 1 0,-1-1 0,0 0 0,1 1 0,-1 0 0,0-1 0,1 1 0,-1 0 0,0 0 0,0 0 0,2 1 0,-4-1 0,1 0 0,-1-1 0,0 1 0,1 0 0,-1 0 0,0 0 0,0 0 0,1 0 0,-1-1 0,0 1 0,0 0 0,0-1 0,0 1 0,0-1 0,0 1 0,0-1 0,0 1 0,-2-1 0,-63 22 0,-27-2 0,-136 12 0,188-28 0,-106 8-92,0-7 0,-186-18 1,-291-59-217,574 65 306,14-1 294,30 3-90,23-1-111,21 0-91,75 0 0,-71 6 0,62-9 0,-17-2 0,-1 4 0,2 3 0,-1 5 0,0 3 0,165 30 0,-200-18 0,-51-15 0,0-1 0,0 0 0,-1 1 0,1-1 0,0 1 0,0-1 0,0 1 0,0-1 0,-1 1 0,1 0 0,0-1 0,-1 1 0,1 0 0,0 0 0,-1 0 0,1-1 0,-1 1 0,1 0 0,-1 1 0,0-1 0,0 0 0,-1 0 0,1 0 0,-1 0 0,1 0 0,-1-1 0,1 1 0,-1 0 0,1 0 0,-1-1 0,0 1 0,0 0 0,1-1 0,-1 1 0,0 0 0,0-1 0,0 1 0,1-1 0,-1 0 0,0 1 0,0-1 0,0 0 0,0 1 0,-2-1 0,-24 8 0,-1-2 0,1 0 0,-1-2 0,0-2 0,-44 0 0,-47 5 0,-1 8 0,-1-6 0,-1-6 0,1-4 0,-219-32 0,300 27 0,17 4 0,0-2 0,-34-10 0,56 14 0,1 0 0,0 0 0,0 0 0,0 0 0,0 0 0,-1 0 0,1 0 0,0 0 0,0 0 0,0 0 0,0 0 0,-1 0 0,1 0 0,0 0 0,0 0 0,0 0 0,0 0 0,-1 0 0,1 0 0,0 0 0,0 0 0,0-1 0,0 1 0,-1 0 0,1 0 0,0 0 0,0 0 0,0 0 0,0 0 0,0 0 0,0-1 0,-1 1 0,1 0 0,0 0 0,0 0 0,0 0 0,0 0 0,0-1 0,0 1 0,0 0 0,0 0 0,0 0 0,0-1 0,0 1 0,0 0 0,0 0 0,0 0 0,0 0 0,0-1 0,0 1 0,0 0 0,0 0 0,0 0 0,0 0 0,0-1 0,0 1 0,0 0 0,0 0 0,0 0 0,15-4 0,22 0 0,1010 6 0,-951-1 0,96 15 0,-190-16 0,-1 0 0,1 0 0,-1 0 0,0 0 0,1 0 0,-1 0 0,1 0 0,-1 1 0,0-1 0,1 1 0,-1-1 0,0 1 0,1-1 0,-1 1 0,0 0 0,0-1 0,1 1 0,-1 0 0,0 0 0,0 0 0,1 2 0,-2-2 0,-1 0 0,1 0 0,-1 0 0,1 0 0,-1 0 0,1 0 0,-1-1 0,0 1 0,0 0 0,1 0 0,-1-1 0,0 1 0,0 0 0,0-1 0,0 1 0,0-1 0,0 1 0,0-1 0,0 1 0,-1 0 0,-69 23 0,-12-9 0,-155 10 0,-87-19 0,315-6 0,-113 2 0,45 0 0,0-2 0,-126-18 0,183 13 0,-1 0 0,-28-11 0,42 13 0,0-1 0,0 0 0,1 0 0,-1 0 0,1-1 0,0 0 0,0 0 0,1-1 0,-7-7 0,10 9 0,1 0 0,-1 0 0,1 0 0,0 0 0,1-1 0,-1 1 0,1-1 0,0 1 0,0-1 0,0 1 0,1-1 0,0 0 0,0 1 0,0-1 0,0 0 0,1 1 0,-1-1 0,1 0 0,3-8 0,-2 6 0,0 1 0,1 0 0,0-1 0,0 1 0,0 0 0,1 1 0,-1-1 0,1 0 0,1 1 0,-1 0 0,1 0 0,0 0 0,6-3 0,53-44 0,-52 41 0,0 1 0,0 0 0,1 1 0,1 0 0,-1 1 0,1 1 0,20-8 0,4 4 0,1 2 0,1 2 0,-1 2 0,1 1 0,0 2 0,0 2 0,48 6 0,-86-6 0,-1 0 0,1 0 0,0 0 0,0 1 0,0-1 0,-1 0 0,1 1 0,0 0 0,0-1 0,-1 1 0,1 0 0,-1 0 0,1 0 0,-1 0 0,1 0 0,-1 0 0,1 1 0,-1-1 0,0 0 0,0 1 0,0-1 0,1 1 0,-2-1 0,1 1 0,0-1 0,0 1 0,0 0 0,-1-1 0,1 1 0,-1 0 0,1 0 0,-1-1 0,0 1 0,0 0 0,1 0 0,-2 0 0,1 0 0,0-1 0,0 1 0,0 0 0,-1 0 0,1 0 0,-1-1 0,1 1 0,-1 0 0,-2 2 0,1 3 0,0-1 0,-1 0 0,0 0 0,-1 0 0,1 0 0,-1 0 0,0-1 0,-1 1 0,1-1 0,-1-1 0,-10 9 0,-17 4 0,-1-1 0,-42 14 0,40-17 0,1-1 0,0-2 0,0-1 0,-1-2 0,-68 5 0,-147-9 0,154-5 0,42-1 0,-1-1 0,1-4 0,0-1 0,1-3 0,-87-32 0,135 42 0,0 0 0,1 0 0,-1 0 0,1-1 0,0 1 0,-1-1 0,1 0 0,1-1 0,-1 1 0,-5-7 0,8 9 0,1 1 0,-1-1 0,1 1 0,0-1 0,-1 0 0,1 1 0,0-1 0,0 0 0,-1 1 0,1-1 0,0 0 0,0 0 0,0 1 0,0-1 0,0 0 0,0 0 0,0 1 0,0-1 0,0 0 0,0 1 0,0-1 0,0 0 0,1 0 0,-1 1 0,0-1 0,0 0 0,2 0 0,-1-1 0,1 1 0,0-1 0,0 1 0,0 0 0,0 0 0,0 0 0,0 0 0,0 0 0,0 0 0,0 0 0,0 1 0,0-1 0,1 1 0,2 0 0,81-15 0,0 4 0,1 4 0,128 5 0,-78 16 0,193 45 0,-197-26 0,218 85 0,-346-116 0,0 0 0,-1 0 0,1 0 0,-1 1 0,0-1 0,1 1 0,-1 0 0,-1 1 0,1-1 0,0 1 0,-1-1 0,1 1 0,-1 0 0,0 0 0,3 8 0,-5-10 0,0 1 0,0 0 0,-1 0 0,1 0 0,-1 0 0,0 0 0,0 0 0,0 0 0,0 0 0,-1 0 0,1 0 0,-1 0 0,0-1 0,0 1 0,0 0 0,0 0 0,0 0 0,0-1 0,-1 1 0,1-1 0,-1 1 0,0-1 0,0 0 0,0 0 0,0 1 0,0-1 0,-4 2 0,-5 4 0,0 0 0,0-1 0,-1 0 0,0-1 0,0-1 0,0 0 0,-15 4 0,-13 6 0,2-2 0,0-1 0,0-1 0,-1-3 0,-1-1 0,-50 2 0,-205-7 0,160-5 0,96 3 0,0-2 0,-40-7 0,64 6 0,0-1 0,0 0 0,1 0 0,-1-2 0,1 0 0,0 0 0,0-1 0,-13-10 0,26 16 0,1 1 0,-1 0 0,0 0 0,1-1 0,-1 1 0,1 0 0,-1-1 0,1 1 0,-1-1 0,1 1 0,-1-1 0,1 1 0,-1-1 0,1 1 0,0-1 0,-1 1 0,1-1 0,0 0 0,0 1 0,-1-1 0,1 1 0,0-1 0,0 0 0,0 1 0,0-1 0,0 0 0,0 1 0,0-1 0,0 0 0,0 1 0,0-1 0,0 0 0,0 1 0,0-1 0,0 0 0,1 1 0,-1-1 0,1 0 0,1-1 0,0 0 0,0 0 0,0 0 0,0 1 0,0-1 0,1 1 0,-1-1 0,0 1 0,1 0 0,2-1 0,64-16 0,38 3 0,0 5 0,1 5 0,160 12 0,-245-5 0,1 0 0,-1 1 0,1 1 0,-1 1 0,0 2 0,-1 0 0,1 1 0,-1 1 0,-1 1 0,0 1 0,0 1 0,23 19 0,-42-30 0,1 1 0,-1 0 0,0 0 0,0 0 0,0 0 0,0 0 0,0 1 0,-1-1 0,1 0 0,-1 1 0,1 0 0,-1-1 0,0 1 0,0 0 0,0-1 0,0 6 0,-1-6 0,0 0 0,0-1 0,0 1 0,-1 0 0,1 0 0,-1 0 0,0-1 0,1 1 0,-1 0 0,0-1 0,0 1 0,0-1 0,0 1 0,0-1 0,0 1 0,-1-1 0,1 0 0,0 0 0,-3 2 0,-7 4 0,0 0 0,-1-1 0,1-1 0,-1 0 0,-21 6 0,20-7 0,-22 6 0,0-2 0,0-1 0,-1-2 0,0-1 0,-67-2 0,-179-30 0,210 15 0,1-2 0,0-3 0,1-4 0,2-2 0,-70-36 0,132 57 0,1 1 0,-1-1 0,0 1 0,1-1 0,0 0 0,0-1 0,0 1 0,0-1 0,0 0 0,1-1 0,0 1 0,-6-7 0,10 10 0,0 1 0,-1-1 0,1 1 0,0-1 0,0 1 0,-1 0 0,1-1 0,0 1 0,0-1 0,0 1 0,0-1 0,0 1 0,0-1 0,0 1 0,0-1 0,0 1 0,0-1 0,0 1 0,0-1 0,0 1 0,0 0 0,1-1 0,-1 1 0,0-1 0,0 1 0,0-1 0,1 1 0,-1 0 0,0-1 0,1 1 0,-1-1 0,1 1 0,18-8 0,26 6 0,-41 2 0,169 0 0,198 4 0,-270 1 0,162 31 0,-249-33 0,7 0 0,0 2 0,-1 0 0,1 1 0,-1 0 0,-1 2 0,28 15 0,-47-23 0,1 0 0,-1 0 0,0 0 0,0 0 0,0 0 0,0 0 0,1 0 0,-1 0 0,0 0 0,0 0 0,0 1 0,0-1 0,1 0 0,-1 0 0,0 0 0,0 0 0,0 0 0,0 1 0,0-1 0,0 0 0,0 0 0,0 0 0,0 1 0,1-1 0,-1 0 0,0 0 0,0 0 0,0 0 0,0 1 0,0-1 0,0 0 0,0 0 0,0 0 0,0 1 0,0-1 0,0 0 0,-1 0 0,1 0 0,0 1 0,0-1 0,0 0 0,0 0 0,0 0 0,0 0 0,0 1 0,0-1 0,-1 0 0,-11 5 0,-17-2 0,-300-5-1365</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1T14:57:28.770"/>
    </inkml:context>
    <inkml:brush xml:id="br0">
      <inkml:brushProperty name="width" value="0.2" units="cm"/>
      <inkml:brushProperty name="height" value="0.2" units="cm"/>
      <inkml:brushProperty name="color" value="#FFFFFF"/>
    </inkml:brush>
  </inkml:definitions>
  <inkml:trace contextRef="#ctx0" brushRef="#br0">520 563 24575,'-1'4'0,"1"-1"0,-1 1 0,0 0 0,0-1 0,0 1 0,0-1 0,-1 0 0,1 1 0,-1-1 0,0 0 0,0 0 0,-3 4 0,-37 38 0,15-16 0,14-15 0,-1 0 0,0 0 0,-1-1 0,0-1 0,-1-1 0,-1 0 0,-33 16 0,13-11 0,-1-1 0,-72 18 0,75-20 0,30-10 0,0-1 0,0 1 0,0-2 0,-1 1 0,1 0 0,0-1 0,-8 1 0,13-2 0,0 0 0,0 0 0,0 0 0,-1 0 0,1 0 0,0 0 0,0 0 0,-1 0 0,1 0 0,0 0 0,0 0 0,-1 0 0,1 0 0,0 0 0,0 0 0,-1 0 0,1-1 0,0 1 0,0 0 0,0 0 0,-1 0 0,1 0 0,0 0 0,0 0 0,0-1 0,-1 1 0,1 0 0,0 0 0,0 0 0,0-1 0,0 1 0,0 0 0,-1 0 0,1 0 0,0-1 0,0 1 0,0 0 0,0 0 0,0-1 0,0 1 0,0 0 0,0 0 0,0-1 0,0 1 0,0 0 0,0 0 0,0-1 0,9-13 0,16-11 0,21-3 0,62-27 0,-38 20 0,-40 20 0,1 0 0,0 3 0,1 0 0,0 2 0,0 1 0,57-7 0,-66 18 0,-22-2 0,-1 0 0,0 1 0,0-1 0,0 0 0,0 0 0,0 1 0,0-1 0,0 0 0,0 0 0,0 1 0,0-1 0,0 0 0,1 1 0,-1-1 0,-1 0 0,1 0 0,0 1 0,0-1 0,0 0 0,0 0 0,0 1 0,0-1 0,0 0 0,0 0 0,0 1 0,0-1 0,-1 0 0,1 0 0,0 0 0,0 1 0,0-1 0,0 0 0,-1 0 0,1 0 0,0 1 0,0-1 0,0 0 0,-1 0 0,1 0 0,-1 0 0,-42 27 0,19-12 0,11-6 0,0 0 0,0-1 0,0 0 0,-1-1 0,-1-1 0,1 0 0,-25 6 0,-110 16 0,128-25 0,79-66 0,69-37 0,-47 39 0,-63 47 0,1 0 0,1 1 0,1 0 0,0 2 0,26-12 0,-46 23 0,1 0 0,0-1 0,-1 1 0,1 0 0,-1-1 0,1 1 0,0 0 0,-1 0 0,1 0 0,0 0 0,-1-1 0,1 1 0,0 0 0,-1 0 0,1 0 0,0 0 0,-1 1 0,1-1 0,0 0 0,-1 0 0,1 0 0,-1 0 0,1 1 0,0-1 0,-1 0 0,1 1 0,-1-1 0,1 0 0,-1 1 0,1-1 0,-1 1 0,1-1 0,-1 1 0,1-1 0,0 1 0,-1 1 0,1 0 0,-1 0 0,0 0 0,1 0 0,-1 1 0,0-1 0,0 0 0,0 0 0,-1 0 0,1 0 0,-1 3 0,-20 52 0,14-44 0,-2 0 0,0-1 0,-1 0 0,0 0 0,-1-1 0,-18 15 0,-15 18 0,34-35 0,1 1 0,-2-2 0,1 1 0,-1-2 0,0 1 0,-1-1 0,0-1 0,0 0 0,-13 4 0,42-21 0,-1 0 0,0-1 0,0-1 0,-2 0 0,1-1 0,15-20 0,24-22 0,287-278 0,-206 219 0,-92 69 0,-35 37 0,-1 0 0,1 0 0,0 1 0,1 0 0,0 1 0,15-10 0,-24 17 0,1-1 0,-1 1 0,1-1 0,0 1 0,-1 0 0,1-1 0,0 1 0,-1 0 0,1 0 0,0-1 0,-1 1 0,1 0 0,0 0 0,-1 0 0,1 0 0,0 0 0,0 0 0,-1 0 0,1 0 0,0 0 0,0 0 0,-1 0 0,1 1 0,0-1 0,-1 0 0,1 0 0,0 1 0,-1-1 0,1 0 0,-1 1 0,1-1 0,0 1 0,-1-1 0,1 2 0,0 0 0,0 0 0,0 0 0,0 0 0,-1 0 0,0 0 0,1 0 0,-1 0 0,0 0 0,0 1 0,0-1 0,0 4 0,-13 58 0,13-64 0,-22 64 0,-50 104 0,47-114 0,-21 21 0,33-56 0,-22 41 0,19-29 0,-2 0 0,-2-2 0,-1 0 0,-43 47 0,52-62 0,11-13 0,-1 0 0,1 0 0,0 0 0,0 0 0,0 0 0,0 1 0,0-1 0,1 0 0,-1 1 0,0-1 0,0 1 0,1-1 0,-1 1 0,1-1 0,-1 3 0,2-4 0,-1 0 0,0 1 0,1-1 0,-1 0 0,1 1 0,-1-1 0,1 0 0,-1 0 0,0 0 0,1 0 0,-1 1 0,1-1 0,-1 0 0,1 0 0,-1 0 0,1 0 0,-1 0 0,1 0 0,-1 0 0,1 0 0,-1 0 0,1 0 0,-1 0 0,1-1 0,-1 1 0,1 0 0,-1 0 0,0 0 0,1-1 0,0 1 0,5-3 0,0 1 0,0-1 0,0 0 0,-1 0 0,1-1 0,8-7 0,121-136 0,-76 91 0,72-63 0,-81 70 0,-42 38 0,2 1 0,-1 1 0,1-1 0,1 2 0,11-8 0,-7 7 0,0 1 0,-1-1 0,0-1 0,0 0 0,-1 0 0,18-19 0,-13 14 0,-18 15 0,1 0 0,-1 0 0,0 0 0,0 0 0,1 0 0,-1 0 0,0 0 0,0 0 0,0 0 0,1 0 0,-1 0 0,0 0 0,0 0 0,1 1 0,-1-1 0,0 0 0,0 0 0,0 0 0,1 0 0,-1 0 0,0 0 0,0 1 0,0-1 0,0 0 0,1 0 0,-1 0 0,0 0 0,0 1 0,0-1 0,0 0 0,0 0 0,0 0 0,1 1 0,-1-1 0,0 0 0,0 0 0,0 1 0,0-1 0,0 0 0,0 0 0,0 0 0,0 1 0,0-1 0,0 0 0,0 3 0,-1 0 0,1 0 0,-1 0 0,0 0 0,1 0 0,-1 0 0,-1 0 0,1 0 0,0 0 0,-1-1 0,1 1 0,-3 2 0,-120 136 0,99-113 0,-2 0 0,-54 41 0,13-10 0,25-25 0,-1-1 0,-2-2 0,-80 41 0,25-16 0,63-33 0,-45 18 0,70-35 0,-1-1 0,-1 0 0,1-1 0,0-1 0,-1 0 0,0-1 0,-17 0 0,31-2 0,0 0 0,0 0 0,0 0 0,0 0 0,0 0 0,0 0 0,0 0 0,0 0 0,0 0 0,0 0 0,1-1 0,-1 1 0,0 0 0,0-1 0,0 1 0,0-1 0,0 1 0,1-1 0,-1 1 0,0-1 0,0 0 0,1 1 0,-1-1 0,0 0 0,1 1 0,-1-1 0,1 0 0,-1 0 0,1 0 0,-1 0 0,0-1 0,1 0 0,0-1 0,0 1 0,0-1 0,0 1 0,1-1 0,-1 1 0,1-1 0,-1 1 0,1 0 0,0-1 0,0 1 0,1-3 0,4-6 0,1 0 0,0 0 0,16-20 0,119-116 0,-123 128 0,1 1 0,43-31 0,13-11 0,-50 39 0,1 1 0,0 1 0,32-15 0,-2-1 0,-19 13 0,1 1 0,1 2 0,0 2 0,2 1 0,44-10 0,-43 21 0,-43 5 0,0 0 0,1 0 0,-1 0 0,0 0 0,0 0 0,0 0 0,1 0 0,-1 0 0,0 0 0,0 0 0,1 0 0,-1 0 0,0 0 0,0 0 0,1 0 0,-1 0 0,0 1 0,0-1 0,0 0 0,1 0 0,-1 0 0,0 0 0,0 1 0,0-1 0,0 0 0,0 0 0,1 0 0,-1 0 0,0 1 0,0-1 0,0 0 0,0 0 0,0 1 0,0-1 0,0 0 0,0 0 0,0 1 0,0-1 0,0 0 0,0 0 0,0 0 0,0 1 0,0-1 0,-17 18 0,-5-1 0,0 1 0,-37 43 0,44-48 0,1 0 0,-2-1 0,0-1 0,0 0 0,-1-1 0,-23 9 0,17-7 0,1 0 0,-36 26 0,31-19 0,-1-2 0,-1-1 0,0-2 0,-1 0 0,-48 13 0,7 6 0,56-25 0,0-1 0,0 0 0,0-1 0,-1-1 0,-20 4 0,47-9 0,-4 0 0,1 0 0,-1-1 0,0 0 0,1 0 0,-1 0 0,0-1 0,0 0 0,11-5 0,28-14-160,1 2 0,0 1 0,1 3-1,95-16 1,-45 9 41,-51 13 246,-31 7 1,0-2 0,-1 1 0,0-2 0,15-6 0,-16 7-106,-1 0 0,1 0 0,1 1 0,-1 1 0,0 0 0,18 1 1,33-5-25,-24 1 2,0 2 0,50 3 0,-80 1 0,-11-1 0,0 0 0,0-1 0,0 1 0,0 0 0,0 1 0,0-1 0,1 0 0,-1 0 0,0 0 0,0 0 0,0 0 0,0 0 0,0 0 0,0 0 0,1 0 0,-1 0 0,0 0 0,0 0 0,0 0 0,0 0 0,0 0 0,0 1 0,0-1 0,1 0 0,-1 0 0,0 0 0,0 0 0,0 0 0,0 0 0,0 0 0,0 1 0,0-1 0,0 0 0,0 0 0,0 0 0,0 0 0,0 0 0,0 1 0,0-1 0,0 0 0,0 0 0,0 0 0,0 0 0,0 0 0,0 0 0,0 1 0,0-1 0,0 0 0,0 0 0,0 0 0,0 0 0,0 0 0,0 0 0,-1 1 0,1-1 0,0 0 0,0 0 0,0 0 0,-10 12 0,-12 9 0,-2-5 0,-1-1 0,-1-1 0,0-1 0,-32 11 0,-41 20 0,43-17 0,-2-3 0,0-2 0,-2-3 0,0-3 0,-67 10 0,120-25 0,-18 2 0,23-6 0,15-6 0,15-10 0,0-1 0,35-34 0,-33 27 0,44-30 0,-46 36 4,-1-1 0,36-38 0,15-13-143,84-40-521,-51 40 683,-31 19-23,37-27 0,-93 63 103,1 2 0,1 1 0,29-13 0,29-17 249,-72 38-352,0 1 0,0 0 0,0 0 0,15-4 0,-25 9 0,0 1 0,-1-1 0,1 1 0,0 0 0,0 0 0,0-1 0,-1 1 0,1 0 0,0 1 0,0-1 0,0 0 0,-1 0 0,1 1 0,0-1 0,0 1 0,-1-1 0,3 2 0,-3-1 0,0 1 0,0-1 0,0 0 0,0 1 0,0-1 0,0 0 0,-1 1 0,1-1 0,-1 1 0,1-1 0,-1 1 0,1-1 0,-1 1 0,0 0 0,0-1 0,0 1 0,0 0 0,0-1 0,0 1 0,0-1 0,0 1 0,-1-1 0,0 4 0,-1 4 0,0 1 0,-1 0 0,-1-1 0,1 0 0,-2 0 0,1 0 0,-1 0 0,-8 10 0,-56 61 0,9-12 0,23-25 0,-1-2 0,-3-1 0,-55 42 0,8-7 0,-78 58 0,112-99 0,40-27 0,1 2 0,0-1 0,-18 16 0,16-12 0,-1 0 0,0-1 0,-33 17 0,-17 10 0,38-25 0,24-12 0,1 0 0,-1 0 0,1 0 0,0 1 0,-1 0 0,1 0 0,0 0 0,0 0 0,0 0 0,-4 4 0,7-5 0,0-1 0,0 0 0,0 1 0,0-1 0,1 0 0,-1 1 0,0-1 0,0 0 0,1 1 0,-1-1 0,0 0 0,0 0 0,1 1 0,-1-1 0,0 0 0,1 0 0,-1 0 0,0 1 0,1-1 0,-1 0 0,0 0 0,1 0 0,-1 0 0,1 0 0,-1 0 0,0 0 0,1 0 0,-1 0 0,0 0 0,1 0 0,-1 0 0,1 0 0,-1 0 0,0 0 0,1 0 0,-1 0 0,0 0 0,1 0 0,-1-1 0,0 1 0,1 0 0,-1 0 0,1-1 0,20-3 0,12-13 0,0-2 0,-1-1 0,32-26 0,26-18 0,12 0 0,3 5 0,117-49 0,-178 86 0,-32 16 0,-1 0 0,1 1 0,18-6 0,-42 16 0,0 0 0,1 1 0,-1 1 0,1 0 0,-19 16 0,-35 21 0,45-32 0,0 0 0,2 2 0,-21 18 0,22-17 0,0-2 0,-1 1 0,-34 18 0,23-17 0,0 2 0,-34 27 0,35-26 0,-1-1 0,-57 24 0,-23 13 0,73-29 0,27-18 0,-1 0 0,0-1 0,0 0 0,-17 7 0,-44 7 0,22-7 0,40-9 0,16-3 0,8-3 0,-1-1 0,1 0 0,-1-1 0,0 0 0,0-2 0,-1 1 0,0-2 0,0 0 0,18-12 0,19-9 0,280-125 0,-248 121 0,2 4 0,97-19 0,-141 39 0,-2-2 0,56-22 0,-151 33 0,-360 97 0,324-76 0,-113 43 0,204-65 0,1 0 0,-1 0 0,1 1 0,0-1 0,-1 1 0,1-1 0,0 1 0,-1-1 0,1 1 0,0 0 0,0 0 0,0-1 0,0 1 0,0 0 0,0 0 0,0 0 0,0 0 0,-1 2 0,2-2 0,1-1 0,0 1 0,-1 0 0,1-1 0,0 1 0,0-1 0,-1 1 0,1-1 0,0 0 0,0 1 0,-1-1 0,1 0 0,0 1 0,0-1 0,0 0 0,0 0 0,0 0 0,-1 0 0,1 0 0,1 0 0,60 2 0,-60-2 0,215-2 0,-217 2 0,0 0 0,0 0 0,0 1 0,0-1 0,0 0 0,0 0 0,0 0 0,0 0 0,0 0 0,0 0 0,0 0 0,0 1 0,0-1 0,0 0 0,0 0 0,0 0 0,0 0 0,0 0 0,0 0 0,0 1 0,0-1 0,0 0 0,0 0 0,0 0 0,0 0 0,0 0 0,0 0 0,0 0 0,0 1 0,0-1 0,0 0 0,0 0 0,0 0 0,0 0 0,1 0 0,-1 0 0,0 0 0,0 0 0,0 0 0,0 0 0,0 1 0,0-1 0,0 0 0,0 0 0,1 0 0,-1 0 0,0 0 0,0 0 0,0 0 0,0 0 0,0 0 0,0 0 0,0 0 0,1 0 0,-1 0 0,0 0 0,0 0 0,0 0 0,-17 10 0,-24 9 0,-151 41 0,91-33 0,19-7 0,-1-5 0,0-3 0,-91 2 0,103-9 0,-20-1 0,92-4 0,48-1 0,27-1 0,-1-4 0,1-4 0,-2-2 0,0-4 0,87-30 0,-239 43 0,13 10 0,63-6 0,-1 0 0,0 0 0,0 0 0,1 0 0,-1 0 0,0 0 0,1 1 0,0 0 0,-4 2 0,5-3 0,0-1 0,1 1 0,-1 0 0,0 0 0,1 0 0,-1 0 0,1 0 0,-1 0 0,1 0 0,0 0 0,-1 0 0,1 0 0,0 0 0,0 0 0,0 0 0,-1 0 0,1 0 0,0 0 0,0 0 0,1 1 0,-1-1 0,0 0 0,0 0 0,0 0 0,1 1 0,0 0 0,0 0 0,1 0 0,-1 0 0,0 0 0,1 0 0,-1 0 0,1-1 0,-1 1 0,1-1 0,0 1 0,0-1 0,0 0 0,0 1 0,0-1 0,0 0 0,4 1 0,40 13 0,-27-11 0,58 20 0,21 8 0,1-5 0,129 18 0,71-25 0,-222-17 0,-88-5 0,0 0 0,0 0 0,1-1 0,-1 0 0,1-1 0,-1-1 0,1 1 0,1-2 0,-1 1 0,-12-11 0,-11-8 0,-42-42 0,68 58 0,1 0 0,-1 0 0,1 0 0,1-1 0,0 0 0,0 0 0,0 0 0,1-1 0,1 1 0,0-1 0,0 0 0,1 0 0,0 0 0,-1-10 0,3 15 0,-1 0 0,1 0 0,0 0 0,0 0 0,0 0 0,1 0 0,0 0 0,0 0 0,0 0 0,1 0 0,-1 0 0,1 1 0,0-1 0,1 1 0,-1-1 0,1 1 0,0 0 0,0 0 0,0 0 0,0 0 0,1 1 0,-1-1 0,1 1 0,0 0 0,0 0 0,0 0 0,1 1 0,-1-1 0,10-2 0,20-4 0,2 3 0,-1 0 0,1 3 0,-1 1 0,1 1 0,42 5 0,9-1 0,102 6 0,-165-6 0,-1 1 0,1 1 0,-1 1 0,-1 2 0,42 18 0,-63-26 0,0 0 0,0 1 0,0-1 0,-1 0 0,1 0 0,0 1 0,-1-1 0,1 0 0,0 1 0,0-1 0,-1 1 0,1-1 0,-1 1 0,1-1 0,-1 1 0,1-1 0,0 1 0,-1 0 0,0-1 0,1 1 0,-1 0 0,1-1 0,-1 1 0,0 0 0,0 0 0,1-1 0,-1 1 0,0 0 0,0 0 0,0-1 0,0 1 0,0 0 0,0 0 0,0 0 0,0-1 0,0 3 0,-2-1 0,1-1 0,-1 1 0,0 0 0,0 0 0,0-1 0,0 1 0,0-1 0,0 0 0,0 1 0,0-1 0,-5 1 0,-71 22 0,-45-5 0,-185 5 0,307-23 0,-1-1 0,0 0 0,0 0 0,0 0 0,1 0 0,-1 0 0,0 0 0,0 0 0,0-1 0,1 1 0,-1 0 0,0-1 0,0 0 0,1 1 0,-1-1 0,1 0 0,-1 0 0,0 0 0,1 0 0,0 0 0,-1 0 0,1 0 0,-2-3 0,3 3 0,0-1 0,0 0 0,0 1 0,0-1 0,1 1 0,-1-1 0,0 1 0,1-1 0,-1 1 0,1-1 0,0 1 0,0-1 0,-1 1 0,1 0 0,0-1 0,0 1 0,0 0 0,0 0 0,1 0 0,-1 0 0,0 0 0,0 0 0,1 0 0,-1 0 0,0 0 0,1 1 0,2-2 0,33-22 0,1 3 0,46-20 0,-66 34 0,1 0 0,-1 1 0,1 1 0,0 1 0,0 1 0,1 1 0,24-1 0,-51 12 0,-1-1 0,0 0 0,0-1 0,-10 7 0,-42 22 0,0-4 0,-87 34 0,99-46 0,-27 8 0,-1-3 0,-1-4 0,-1-3 0,-101 10 0,91-10 0,110-22 0,20-8 0,24-20 0,101-43 0,-165 75 0,-1-1 0,0 1 0,0-1 0,1 1 0,-1 0 0,1-1 0,-1 1 0,0 0 0,1 0 0,-1 0 0,0 0 0,1 0 0,-1 0 0,1 0 0,-1 1 0,3 0 0,-4-1 0,1 1 0,-1-1 0,1 0 0,-1 1 0,1-1 0,-1 1 0,0-1 0,1 1 0,-1 0 0,0-1 0,1 1 0,-1-1 0,0 1 0,0-1 0,0 1 0,1 0 0,-1-1 0,0 1 0,0 0 0,0-1 0,0 1 0,0-1 0,0 1 0,0 0 0,-1 0 0,1 2 0,-1 1 0,0-1 0,0 0 0,-1 0 0,1 0 0,-1 1 0,1-2 0,-1 1 0,0 0 0,0 0 0,-5 4 0,-22 17 0,-2-3 0,0 0 0,-1-2 0,-46 20 0,33-20 0,-2-1 0,0-2 0,-1-2 0,-1-3 0,0-1 0,-72 4 0,118-14 0,-32-1 0,29-5 0,18-9 0,35-19 0,29-24 0,-37 25 0,2 2 0,1 2 0,74-39 0,-106 63 0,0 1 0,1 0 0,-1 0 0,1 1 0,0 0 0,0 1 0,0 0 0,0 1 0,0 0 0,14 1 0,-22 0 0,0 0 0,0 0 0,0 1 0,0-1 0,0 1 0,0 0 0,0 0 0,0 0 0,-1 0 0,1 0 0,0 0 0,-1 1 0,1 0 0,-1-1 0,0 1 0,1 0 0,-1 0 0,0 0 0,0 0 0,0 1 0,0-1 0,-1 0 0,1 1 0,-1-1 0,1 1 0,-1 0 0,0 0 0,0-1 0,0 1 0,0 0 0,-1 0 0,1 0 0,-1 0 0,0 0 0,1 0 0,-1 0 0,-1 0 0,1 0 0,0 0 0,-1-1 0,1 1 0,-3 4 0,1 0 0,0-1 0,-1 1 0,0-1 0,0 0 0,0 0 0,-1 0 0,0 0 0,0-1 0,-1 0 0,0 0 0,-7 7 0,-62 47 0,5-16 0,-3-4 0,-1-2 0,-1-4 0,-108 33 0,180-67 0,10-6 0,26-19 0,48-30 0,-9 11 0,1 3 0,93-37 0,-138 67 0,1 1 0,0 2 0,1 1 0,-1 1 0,1 1 0,1 2 0,-1 2 0,1 1 0,38 3 0,-68-2 0,0 0 0,-1 0 0,1 0 0,0 0 0,-1 1 0,1-1 0,-1 1 0,1-1 0,-1 1 0,1 0 0,-1-1 0,0 1 0,1 0 0,-1 0 0,0 0 0,1 0 0,-1 0 0,0 0 0,0 1 0,0-1 0,0 0 0,0 0 0,0 1 0,0-1 0,-1 1 0,1-1 0,0 1 0,-1-1 0,1 1 0,-1-1 0,0 1 0,1-1 0,-1 1 0,0 0 0,0-1 0,0 1 0,0-1 0,0 1 0,0 0 0,-1-1 0,0 3 0,0 0 0,0 0 0,0-1 0,0 1 0,-1 0 0,0-1 0,1 1 0,-1-1 0,-1 0 0,1 0 0,0 0 0,-1 0 0,0 0 0,1 0 0,-1-1 0,0 1 0,-6 3 0,-159 89 0,63-48 0,82-39 0,0 1 0,1 1 0,0 1 0,1 1 0,-32 24 0,52-34 0,-1-1 0,0 1 0,1 0 0,-1 0 0,1 0 0,0-1 0,-1 1 0,1 0 0,0 1 0,0-1 0,0 0 0,1 0 0,-1 0 0,0 4 0,1-6 0,0 1 0,0-1 0,0 0 0,0 1 0,0-1 0,0 0 0,0 1 0,0-1 0,0 0 0,0 1 0,0-1 0,0 0 0,0 0 0,0 1 0,1-1 0,-1 0 0,0 1 0,0-1 0,0 0 0,1 0 0,-1 0 0,0 1 0,0-1 0,0 0 0,1 0 0,-1 0 0,0 1 0,1-1 0,-1 0 0,0 0 0,0 0 0,1 0 0,-1 0 0,0 0 0,1 0 0,21-7 0,62-43 0,-43 24 0,1 1 0,2 2 0,0 2 0,79-25 0,-106 41 0,-2 0 0,1 1 0,0 0 0,0 2 0,0-1 0,1 2 0,17 0 0,-34 1 0,1 0 0,-1 0 0,0 0 0,0 0 0,0 0 0,0 0 0,1 0 0,-1 0 0,0 0 0,0 1 0,0-1 0,0 0 0,1 0 0,-1 0 0,0 0 0,0 0 0,0 0 0,0 0 0,0 0 0,0 0 0,1 0 0,-1 1 0,0-1 0,0 0 0,0 0 0,0 0 0,0 0 0,0 0 0,0 0 0,0 1 0,0-1 0,0 0 0,0 0 0,1 0 0,-1 0 0,0 1 0,0-1 0,0 0 0,0 0 0,0 0 0,0 0 0,0 1 0,0-1 0,0 0 0,-1 0 0,1 0 0,0 0 0,0 0 0,0 1 0,0-1 0,0 0 0,0 0 0,0 0 0,0 0 0,0 0 0,0 1 0,-1-1 0,1 0 0,0 0 0,0 0 0,0 0 0,0 0 0,0 0 0,-15 14 0,-20 9 0,19-15 0,0 0 0,-1-1 0,0 0 0,0-1 0,-1-1 0,0-1 0,0-1 0,0 0 0,0-1 0,-21-1 0,38-1 0,1-1 0,0 1 0,-1-1 0,1 1 0,0-1 0,-1 1 0,1-1 0,0 1 0,0-1 0,0 1 0,0-1 0,-1 0 0,1 1 0,0-1 0,0 1 0,0-1 0,0 1 0,0-1 0,0 0 0,0 1 0,1-1 0,-1 1 0,0-1 0,0 1 0,0-1 0,1 1 0,-1-1 0,0 1 0,0-1 0,1 1 0,-1-1 0,0 1 0,1-1 0,-1 1 0,1 0 0,-1-1 0,1 0 0,14-22 0,11-10 0,2 1 0,42-38 0,-23 24 0,-42 41 0,1 0 0,0 0 0,1 1 0,-1 0 0,1 0 0,10-3 0,-16 6 0,0 0 0,0 0 0,0 1 0,0-1 0,1 1 0,-1-1 0,0 1 0,0-1 0,1 1 0,-1 0 0,0-1 0,1 1 0,-1 0 0,0 0 0,1 0 0,-1 0 0,0 0 0,1 1 0,-1-1 0,0 0 0,1 1 0,-1-1 0,0 0 0,0 1 0,0 0 0,1-1 0,-1 1 0,0 0 0,0-1 0,0 1 0,0 0 0,0 0 0,0 0 0,0 0 0,0 0 0,-1 0 0,1 0 0,0 0 0,0 0 0,-1 1 0,1-1 0,0 2 0,-1 1 0,1-1 0,-1 0 0,0 1 0,-1-1 0,1 1 0,-1-1 0,1 0 0,-1 0 0,0 1 0,0-1 0,0 0 0,-1 0 0,1 0 0,-1 0 0,-3 5 0,-39 47 0,17-22 0,17-17 0,-1-1 0,0 0 0,0-1 0,-2 0 0,0-1 0,0-1 0,-1 0 0,-1 0 0,-24 14 0,23-24 0,21-14 0,19-17 0,1 8 0,0 0 0,2 2 0,0 1 0,1 1 0,0 1 0,2 1 0,52-17 0,-13 4 0,11-4 0,-73 30 0,0 0 0,0 0 0,0 1 0,1 0 0,-1 0 0,1 0 0,-1 1 0,10 1 0,-16-1 0,0 0 0,0 0 0,0 0 0,0 0 0,0 1 0,0-1 0,0 0 0,-1 0 0,1 1 0,0-1 0,0 0 0,0 1 0,0-1 0,0 1 0,-1-1 0,1 1 0,0-1 0,0 1 0,-1 0 0,1-1 0,0 1 0,-1 0 0,1 0 0,-1 0 0,1-1 0,-1 1 0,1 0 0,-1 0 0,0 0 0,1 0 0,-1 0 0,0 0 0,0 0 0,0 0 0,1-1 0,-1 1 0,0 0 0,0 0 0,-1 0 0,1 0 0,0 0 0,0 0 0,0 0 0,-1 0 0,1 0 0,0 0 0,-1 0 0,1-1 0,0 1 0,-1 0 0,0 0 0,0 1 0,-5 8 0,-1 0 0,0-1 0,-13 15 0,6-8 0,-10 12 0,-2 0 0,-50 43 0,-13 12 0,89-82 0,-1 0 0,1-1 0,-1 1 0,0 0 0,1 0 0,-1 0 0,0 0 0,1-1 0,-1 1 0,0 0 0,0-1 0,0 1 0,0-1 0,0 1 0,0-1 0,0 1 0,1-1 0,-1 1 0,-1-1 0,1 0 0,0 0 0,0 0 0,0 1 0,0-1 0,0 0 0,0 0 0,0 0 0,0-1 0,0 1 0,0 0 0,0 0 0,0-1 0,0 1 0,-2-1 0,3 0 0,-1-1 0,1 1 0,-1 0 0,1-1 0,0 1 0,0 0 0,0-1 0,0 1 0,0 0 0,0-1 0,0 1 0,0-1 0,0 1 0,0 0 0,1-1 0,-1 1 0,1 0 0,-1 0 0,1-1 0,-1 1 0,1 0 0,0 0 0,0 0 0,-1-1 0,1 1 0,0 0 0,2-1 0,21-25 0,2 2 0,1 0 0,1 2 0,0 1 0,61-35 0,-17 21 0,-59 32 0,0-2 0,0 0 0,-1 0 0,0-1 0,0 0 0,-1-1 0,0-1 0,0 0 0,-1 0 0,11-13 0,-41 43 0,0-1 0,-1-1 0,-1-1 0,-33 20 0,-11 10 0,14-9 0,-2-2 0,-1-3 0,-2-2 0,-89 35 0,97-48 0,-1-3 0,-1-1 0,0-3 0,-1-2 0,-103 7 0,169-28 0,1 1 0,-1 0 0,2 2 0,-1 0 0,1 0 0,0 2 0,1 0 0,19-5 0,-22 10 0,-1 0 0,1 1 0,0 1 0,-1 0 0,15 3 0,-27-4 0,1 1 0,0-1 0,-1 1 0,1-1 0,0 1 0,-1 0 0,1-1 0,-1 1 0,1 0 0,-1 0 0,1 0 0,-1 0 0,0 0 0,0 1 0,1-1 0,-1 0 0,0 1 0,0-1 0,0 0 0,1 2 0,-2 0 0,0-1 0,0 0 0,0 0 0,0 0 0,0 0 0,-1 1 0,1-1 0,-1 0 0,1 0 0,-1 0 0,0 0 0,0 0 0,0 0 0,0 0 0,0 0 0,0-1 0,0 1 0,-1 0 0,1-1 0,-1 1 0,-1 1 0,-6 8 0,2-2 0,1 0 0,-1-1 0,-1 0 0,0-1 0,0 0 0,0 0 0,-1 0 0,0-1 0,-10 5 0,59-66 0,-20 33 0,1 2 0,0 1 0,2 1 0,0 0 0,1 2 0,1 1 0,0 0 0,1 2 0,0 2 0,1 0 0,0 1 0,1 2 0,0 1 0,1 1 0,-1 1 0,54-1 0,-75 6 0,2-1 0,1 1 0,-1 0 0,1 0 0,-1 1 0,19 5 0,-27-6 0,0 1 0,0-1 0,0 1 0,0-1 0,0 1 0,0-1 0,0 1 0,0 0 0,0-1 0,0 1 0,-1 0 0,1 0 0,0 0 0,0 0 0,-1 0 0,1 0 0,-1 0 0,1 0 0,-1 0 0,1 0 0,-1 0 0,1 1 0,-1 0 0,0 1 0,0-1 0,0 1 0,-1-1 0,1 1 0,-1-1 0,1 0 0,-1 1 0,0-1 0,0 0 0,0 0 0,0 1 0,0-1 0,-3 3 0,-8 9 0,0 0 0,-1-1 0,-1 0 0,1-1 0,-2-1 0,0 0 0,0-1 0,-30 14 0,-19 14 0,35-20 0,-48 20 0,111-86 0,19-2 0,-27 24 0,1 2 0,1 0 0,1 2 0,54-32 0,-69 48 0,1 0 0,0 1 0,26-6 0,-34 10 0,0-1 0,1 1 0,-1 1 0,0-1 0,1 1 0,-1 0 0,0 1 0,1 0 0,13 3 0,-20-3 0,0-1 0,1 1 0,-1-1 0,0 1 0,0-1 0,0 1 0,0 0 0,-1 0 0,1-1 0,0 1 0,0 0 0,0 0 0,-1 0 0,1 0 0,0 0 0,-1 0 0,1 0 0,-1 0 0,1 0 0,-1 0 0,1 0 0,-1 0 0,0 1 0,1 0 0,-1 2 0,0-1 0,0 0 0,-1 0 0,1 0 0,-1 0 0,1 0 0,-1 0 0,0 0 0,-2 4 0,1 0 0,-2-1 0,1 0 0,0 0 0,-1 0 0,0 0 0,-1 0 0,1-1 0,-7 6 0,-11 5 0,-2-2 0,-28 15 0,-23 13 0,62-34 0,0-1 0,-1-1 0,0 0 0,0-1 0,0 0 0,-16 3 0,31-12 0,1 0 0,0 0 0,0 0 0,0 1 0,1-1 0,-1 1 0,1-1 0,4-3 0,31-20 0,-30 25 0,-24 20 0,-2 0 0,-1-1 0,0-1 0,-2 0 0,0-2 0,-40 22 0,3-5 0,47-24 0,-1 0 0,1 0 0,-1-2 0,0 1 0,-1-2 0,1 1 0,-1-2 0,0 0 0,-24 3 0,28-6 0,-5 1 0,-1 0 0,0-2 0,-19-2 0,31 3 0,0-1 0,1 0 0,-1 1 0,0-1 0,1 0 0,-1 0 0,1-1 0,0 1 0,-1 0 0,-3-4 0,5 4 0,0 0 0,1 0 0,-1 0 0,0 0 0,0 0 0,1 0 0,-1 0 0,1-1 0,-1 1 0,1 0 0,0 0 0,-1 0 0,1-1 0,0 1 0,0 0 0,0-1 0,0 1 0,0 0 0,0 0 0,0-1 0,0 1 0,0 0 0,1-3 0,3-2 0,-1 0 0,1 0 0,1 0 0,-1 0 0,1 1 0,0 0 0,0 0 0,0 0 0,1 1 0,0-1 0,-1 1 0,8-3 0,34-30 0,-34 24 0,1 0 0,0 2 0,0-1 0,1 2 0,1 0 0,17-8 0,105-40 0,-40 19 0,-84 32 0,-4 2 0,1-1 0,0 2 0,0 0 0,1 0 0,-1 1 0,1 0 0,0 1 0,15-2 0,-25 5 0,-1-1 0,1 0 0,-1 0 0,1 1 0,-1-1 0,1 0 0,-1 1 0,1 0 0,-1-1 0,1 1 0,-1 0 0,0 0 0,0-1 0,1 1 0,-1 0 0,0 0 0,0 1 0,0-1 0,0 0 0,0 0 0,0 0 0,0 1 0,0 1 0,0 0 0,0 0 0,0 0 0,0 0 0,-1 0 0,1 0 0,-1 0 0,0 0 0,0 0 0,0 1 0,-1-1 0,0 3 0,0 2 0,-1 0 0,0-1 0,0 1 0,-1-1 0,0 0 0,-1 0 0,0 0 0,-6 10 0,-15 25 0,22-36 0,0 0 0,0-1 0,0 1 0,-1 0 0,0-1 0,0 0 0,-9 9 0,12-13 0,-1 0 0,1 0 0,-1 0 0,1 0 0,0 1 0,-1-1 0,1 1 0,0-1 0,0 1 0,0-1 0,0 1 0,-1 2 0,2-3 0,0-1 0,0 1 0,0-1 0,0 0 0,1 1 0,-1-1 0,0 0 0,0 1 0,0-1 0,0 0 0,0 1 0,0-1 0,1 0 0,-1 1 0,0-1 0,0 0 0,1 0 0,-1 1 0,0-1 0,0 0 0,1 0 0,-1 1 0,0-1 0,1 0 0,-1 0 0,0 0 0,1 0 0,-1 0 0,0 1 0,1-1 0,-1 0 0,0 0 0,1 0 0,-1 0 0,0 0 0,1 0 0,4 0 0,-1 0 0,0 0 0,0-1 0,0 1 0,1-1 0,-1 0 0,0 0 0,0 0 0,6-4 0,7-5 0,0-1 0,-1-1 0,-1-1 0,0 0 0,0-1 0,-2-1 0,18-23 0,39-39 0,-41 49 0,-6 6 0,1 1 0,27-19 0,-50 40 0,-1 0 0,0-1 0,1 1 0,-1 0 0,0 0 0,1-1 0,-1 1 0,0 0 0,1 0 0,-1 0 0,1 0 0,-1 0 0,1 0 0,-1-1 0,0 1 0,1 0 0,-1 0 0,1 0 0,-1 0 0,0 1 0,1-1 0,-1 0 0,1 0 0,-1 0 0,1 0 0,-1 0 0,0 0 0,1 1 0,-1-1 0,0 0 0,1 0 0,-1 1 0,0-1 0,1 1 0,6 16 0,-4 27 0,-4-41 0,2 9 0,-1-1 0,0 0 0,-1 1 0,0-1 0,-1 0 0,0 0 0,-1 0 0,0 0 0,-1 0 0,0-1 0,-1 1 0,0-1 0,-1 0 0,0-1 0,0 1 0,-1-1 0,0-1 0,0 1 0,-1-1 0,-1 0 0,1-1 0,-19 12 0,12-10 0,10-7 0,0 1 0,-1 0 0,1 0 0,0 0 0,0 0 0,1 1 0,-1 0 0,1 0 0,0 0 0,0 1 0,0-1 0,-5 9 0,12-10 0,7-8 0,10-8 0,-20 13 0,18-15 0,0 0 0,-1-1 0,28-34 0,-9 9 0,-22 28 0,0 0 0,30-20 0,21-17 0,-57 41 0,2 1 0,-1 0 0,1 0 0,0 1 0,0 0 0,1 1 0,0 0 0,22-8 0,-32 14 0,0 0 0,0-1 0,-1 1 0,1 0 0,0 0 0,0 0 0,0 0 0,0-1 0,-1 1 0,1 1 0,0-1 0,0 0 0,0 0 0,0 0 0,-1 0 0,1 0 0,0 1 0,0-1 0,0 0 0,-1 1 0,1-1 0,0 1 0,-1-1 0,1 1 0,0-1 0,-1 1 0,1-1 0,0 1 0,-1 0 0,1-1 0,0 2 0,0 1 0,0 0 0,0 0 0,0 0 0,0 0 0,0 0 0,-1 0 0,1 0 0,-1 0 0,0 4 0,0 5 0,-1 0 0,0 0 0,-6 22 0,-3 9 0,7-31 0,0 1 0,0-1 0,-1 0 0,-1 0 0,0 0 0,-9 14 0,-40 89 0,62-140 0,-6 16 0,1 1 0,0-1 0,0 0 0,8-13 0,31-47 0,-27 43 0,1 0 0,34-40 0,-46 61 0,16-13 0,-14 21 0,-5 16 0,-2-10 0,0-1 0,-1 1 0,0-1 0,0 0 0,-1 1 0,0-1 0,-1 0 0,0-1 0,0 1 0,0-1 0,-1 0 0,0 0 0,-1 0 0,-5 6 0,-10 6 0,-1-1 0,-45 31 0,4-4 0,44-32 0,-1-2 0,0 0 0,0-1 0,-1-2 0,0 0 0,0-1 0,-1 0 0,0-2 0,-1-1 0,-35 2 0,56-5 0,0-1 0,0 0 0,0 0 0,0 1 0,0-1 0,-1-1 0,1 1 0,0 0 0,0 0 0,0-1 0,0 1 0,0-1 0,0 0 0,0 0 0,0 1 0,0-1 0,1 0 0,-1-1 0,0 1 0,1 0 0,-1 0 0,0-1 0,-1-1 0,2 0 0,0 1 0,0-1 0,0 1 0,0-1 0,0 0 0,1 1 0,-1-1 0,1 1 0,0-1 0,-1 0 0,1 0 0,1 1 0,-1-1 0,0 0 0,2-4 0,0-2 0,1 0 0,0 0 0,0 1 0,1-1 0,0 1 0,0 0 0,1 0 0,1 0 0,10-12 0,22-13 0,2 1 0,1 3 0,1 1 0,67-32 0,-86 47 0,7-6 0,-17 9 0,1 2 0,27-14 0,-38 21 0,-1 0 0,1 0 0,0 0 0,0 0 0,0 0 0,0 1 0,0-1 0,0 1 0,0 0 0,0 0 0,0 0 0,0 0 0,0 0 0,0 1 0,0-1 0,0 1 0,0 0 0,0 0 0,0 0 0,5 3 0,-7-3 0,1 0 0,0 0 0,-1 1 0,1-1 0,-1 0 0,1 1 0,-1-1 0,0 1 0,0 0 0,1-1 0,-1 1 0,0 0 0,-1 0 0,1 0 0,0 0 0,0 0 0,-1 0 0,1 0 0,-1 0 0,0 0 0,1 0 0,-1 2 0,-1 1 0,1-1 0,-1 1 0,0-1 0,0 1 0,-1-1 0,0 0 0,1 0 0,-1 0 0,-5 7 0,-3 4 0,-1-1 0,0 0 0,-26 24 0,31-32 0,-76 63 0,73-63 0,1 0 0,-1-1 0,-1 0 0,1 0 0,-1-1 0,0 0 0,-20 5 0,29-9 0,0 0 0,0 0 0,0 1 0,-1-1 0,1 0 0,0 0 0,0-1 0,0 1 0,0 0 0,0 0 0,-1 0 0,1-1 0,0 1 0,0-1 0,0 1 0,0-1 0,0 1 0,0-1 0,0 1 0,0-1 0,0 0 0,1 0 0,-1 1 0,0-1 0,0 0 0,1 0 0,-2-2 0,0 0 0,1-1 0,-1 1 0,1-1 0,0 1 0,0-1 0,0 0 0,1 1 0,-1-1 0,1-4 0,-1-1 0,2 0 0,-1-1 0,1 1 0,0 0 0,1 0 0,6-18 0,-2 16 0,0 1 0,1 0 0,0 0 0,16-16 0,15-22 0,-23 28 0,0 0 0,2 1 0,33-31 0,-20 22 0,8-14 0,-26 28 0,1 0 0,0 1 0,1 1 0,23-17 0,-26 21 0,0 0 0,-1-1 0,15-17 0,21-16 0,-46 42 0,0-1 0,1 1 0,-1 0 0,0 0 0,1-1 0,-1 1 0,0 0 0,0 0 0,1-1 0,-1 1 0,1 0 0,-1 0 0,0 0 0,1-1 0,-1 1 0,0 0 0,1 0 0,-1 0 0,1 0 0,-1 0 0,0 0 0,1 0 0,-1 0 0,1 0 0,-1 0 0,0 0 0,1 0 0,-1 0 0,1 0 0,-1 0 0,0 1 0,1-1 0,-1 0 0,0 0 0,1 0 0,-1 1 0,0-1 0,1 0 0,-1 0 0,0 1 0,1-1 0,-1 0 0,1 1 0,1 23 0,-10 25 0,-6-16 0,-1 0 0,-25 38 0,0-21 0,32-43 0,1 2 0,0-1 0,0 1 0,1 0 0,-7 12 0,0 4 0,-2-2 0,-1 0 0,-1 0 0,-37 37 0,1 0 0,48-54 0,0-1 0,0 1 0,0-1 0,-1 0 0,0-1 0,0 1 0,-7 3 0,12-7 0,-1-1 0,1 1 0,0-1 0,0 1 0,0-1 0,-1 0 0,1 1 0,0-1 0,-1 0 0,1 0 0,0 0 0,-1 0 0,1 0 0,0 0 0,0 0 0,-1-1 0,1 1 0,0 0 0,-2-1 0,2 0 0,-1 0 0,1-1 0,-1 1 0,1 0 0,0-1 0,0 1 0,0-1 0,0 1 0,0-1 0,0 1 0,0-1 0,0 0 0,0 1 0,1-1 0,-1 0 0,1 0 0,-1-3 0,0-3 0,0 0 0,0-1 0,1 1 0,0-1 0,0 1 0,1 0 0,0-1 0,1 1 0,0 0 0,5-15 0,6-8 0,23-42 0,-17 36 0,-11 25 0,0 0 0,1 0 0,0 1 0,1 0 0,0 1 0,16-13 0,23-25 0,-37 37 0,0 0 0,0 2 0,1-1 0,1 1 0,-1 1 0,1 0 0,16-5 0,40-25 0,-59 31 0,0 1 0,0 0 0,1 0 0,-1 1 0,2 1 0,16-5 0,-26 9 0,-1-1 0,0 0 0,1 1 0,-1 0 0,0-1 0,1 1 0,-1 0 0,0 0 0,1 0 0,-1 1 0,0-1 0,1 1 0,-1-1 0,0 1 0,1 0 0,-1-1 0,0 1 0,0 0 0,0 1 0,0-1 0,0 0 0,0 1 0,0-1 0,0 1 0,-1-1 0,1 1 0,-1 0 0,1 0 0,-1 0 0,1-1 0,-1 2 0,0-1 0,0 0 0,0 0 0,0 0 0,0 0 0,-1 1 0,1-1 0,-1 0 0,1 5 0,2 23 0,-2 0 0,-4 50 0,0-3 0,2-63 0,0 0 0,-1 0 0,-1 0 0,0 0 0,-1 0 0,0 0 0,-1-1 0,-1 0 0,-8 15 0,2-7 0,-1 0 0,-1-1 0,-1-1 0,-27 28 0,42-47 0,0 1 0,-1-1 0,1 1 0,0 0 0,-1-1 0,1 1 0,-1-1 0,0 1 0,1-1 0,-1 1 0,1-1 0,-1 0 0,1 1 0,-1-1 0,0 0 0,1 1 0,-1-1 0,0 0 0,0 0 0,1 1 0,-1-1 0,0 0 0,1 0 0,-1 0 0,0 0 0,0 0 0,1 0 0,-1 0 0,0-1 0,1 1 0,-1 0 0,0 0 0,0 0 0,0-1 0,-1-1 0,1 1 0,0-1 0,0 1 0,1-1 0,-1 0 0,0 0 0,0 1 0,1-1 0,-1 0 0,1 0 0,0 0 0,-1 1 0,1-3 0,-1-7 0,1 0 0,0 1 0,0-1 0,3-11 0,2 5 0,2 0 0,-1 1 0,2 0 0,0 0 0,1 1 0,1 0 0,0 1 0,1 0 0,0 1 0,1 0 0,1 0 0,0 2 0,1-1 0,15-9 0,-27 19 0,0 1 0,1-1 0,-1 0 0,1 1 0,-1-1 0,1 1 0,-1 0 0,1 0 0,0 0 0,0 0 0,-1 0 0,1 1 0,0-1 0,0 1 0,0 0 0,0 0 0,-1 0 0,1 0 0,0 0 0,4 2 0,-5-1 0,0 0 0,-1 1 0,1-1 0,-1 1 0,1 0 0,-1-1 0,0 1 0,1 0 0,-1 0 0,0 0 0,0 0 0,0 0 0,-1 0 0,1 0 0,0 0 0,-1 0 0,0 1 0,1-1 0,-1 0 0,0 0 0,0 0 0,0 0 0,0 1 0,0-1 0,-1 0 0,1 0 0,-2 4 0,-1 7 0,0 1 0,-1-1 0,0 0 0,-1 0 0,-1 0 0,0-1 0,-1 0 0,0 0 0,-1-1 0,0 1 0,-1-2 0,0 1 0,0-1 0,-1-1 0,-19 14 0,8-13 0,21-10 0,-1-1 0,1 1 0,0 0 0,-1 0 0,1-1 0,0 1 0,0 0 0,-1 0 0,1-1 0,0 1 0,0 0 0,0-1 0,-1 1 0,1 0 0,0-1 0,0 1 0,0 0 0,0-1 0,0 1 0,0 0 0,0-1 0,0 1 0,0-1 0,0 1 0,0 0 0,0-1 0,0 1 0,0 0 0,0-1 0,0 1 0,0 0 0,0-1 0,0 0 0,2-3 0,-1 0 0,1 0 0,-1-1 0,1 1 0,1 0 0,-1 1 0,5-8 0,7-3 0,0 1 0,1 0 0,0 1 0,1 1 0,0 0 0,1 1 0,33-14 0,-49 23 0,1 0 0,-1 0 0,1 0 0,-1 1 0,1-1 0,-1 0 0,1 1 0,0-1 0,-1 1 0,1 0 0,-1 0 0,1-1 0,0 1 0,0 0 0,-1 0 0,1 1 0,0-1 0,-1 0 0,1 1 0,-1-1 0,1 0 0,0 1 0,-1 0 0,2 0 0,-1 1 0,-1 0 0,0-1 0,0 1 0,1 0 0,-1-1 0,-1 1 0,1 0 0,0 0 0,0 0 0,-1 0 0,1 0 0,-1 0 0,1 0 0,-1 0 0,0 0 0,0 3 0,-1 8 0,0-1 0,0 1 0,-1-1 0,-1 0 0,-5 15 0,2-10 0,-1 0 0,-1-1 0,-1 0 0,0-1 0,-1 0 0,-19 22 0,29-37 0,-1 1 0,0-1 0,1 1 0,-1 0 0,1-1 0,-1 1 0,1 0 0,-1-1 0,1 1 0,0 0 0,-1-1 0,1 1 0,0 0 0,0 0 0,-1-1 0,1 1 0,0 0 0,0 0 0,0 0 0,0-1 0,0 1 0,0 0 0,0 0 0,0 0 0,0-1 0,1 2 0,0-1 0,-1-1 0,1 0 0,0 0 0,-1 0 0,1 1 0,0-1 0,-1 0 0,1 0 0,0 0 0,-1 0 0,1 0 0,0-1 0,-1 1 0,1 0 0,0 0 0,0 0 0,-1-1 0,1 1 0,-1 0 0,1-1 0,0 1 0,-1 0 0,1-1 0,-1 1 0,1-1 0,-1 1 0,1-1 0,-1 1 0,1-1 0,0 0 0,21-22 0,30-36 0,-34 36 0,1 1 0,28-24 0,-21 24 0,-2-2 0,23-28 0,-46 51 0,-1 0 0,1-1 0,0 1 0,0 0 0,0 0 0,0 0 0,-1 0 0,1 0 0,0 0 0,1 0 0,-1 0 0,0 0 0,0 1 0,0-1 0,0 0 0,1 1 0,-1-1 0,0 1 0,1-1 0,-1 1 0,0 0 0,1-1 0,-1 1 0,1 0 0,-1 0 0,0 0 0,1 0 0,-1 0 0,1 0 0,-1 1 0,0-1 0,1 0 0,-1 1 0,0-1 0,1 1 0,-1-1 0,0 1 0,0 0 0,1-1 0,-1 1 0,0 0 0,0 0 0,0 0 0,0 0 0,1 1 0,0 1 0,0 0 0,-1 0 0,1 0 0,-1 0 0,0 0 0,0 0 0,0 0 0,0 0 0,0 0 0,-1 1 0,1-1 0,-1 0 0,0 0 0,0 1 0,0-1 0,-1 0 0,1 0 0,-1 1 0,-1 3 0,-17 38 0,-3 0 0,-1-2 0,-3-1 0,-31 40 0,53-76 0,-8 6 0,12-27 0,13-27 0,-13 41 0,13-24 0,0 1 0,20-28 0,-29 46 0,1 0 0,-1 1 0,1 0 0,0 0 0,0 0 0,0 1 0,1-1 0,0 1 0,-1 0 0,2 1 0,-1 0 0,0 0 0,1 0 0,8-2 0,-13 4 0,-1 1 0,0 0 0,1 0 0,-1-1 0,1 1 0,-1 0 0,0 0 0,1 0 0,-1 0 0,1 1 0,-1-1 0,0 0 0,1 1 0,-1-1 0,0 0 0,0 1 0,1 0 0,-1-1 0,0 1 0,0 0 0,0 0 0,1-1 0,-1 1 0,1 2 0,0-1 0,-1 0 0,0 1 0,0-1 0,0 0 0,0 1 0,0-1 0,0 0 0,-1 1 0,1-1 0,-1 1 0,0-1 0,0 6 0,0-3 0,0 1 0,0 0 0,-1-1 0,0 1 0,-1-1 0,1 0 0,-1 1 0,0-1 0,0 0 0,0 0 0,-1 0 0,-5 7 0,0-5 0,-1 0 0,0 0 0,0-1 0,-1 0 0,1-1 0,-1 0 0,-16 5 0,-27 15 0,41-20 0,-1-1 0,0 0 0,0 0 0,0-1 0,0-1 0,0 0 0,-1-1 0,1 0 0,-1-1 0,1 0 0,-21-4 0,34 4 0,0 0 0,-1 0 0,1 0 0,-1 0 0,1 0 0,0 0 0,-1 0 0,1 0 0,-1 0 0,1 0 0,0 0 0,-1 0 0,1 0 0,-1 0 0,1 0 0,0-1 0,-1 1 0,1 0 0,0 0 0,-1 0 0,1-1 0,0 1 0,-1 0 0,1 0 0,0-1 0,0 1 0,-1 0 0,1 0 0,0-1 0,0 1 0,-1 0 0,1-1 0,0 1 0,0-1 0,0 1 0,0 0 0,-1-1 0,1 1 0,0 0 0,0-1 0,0 1 0,0-1 0,15-13 0,28-8 0,-10 8 0,-22 8 0,1 0 0,0 1 0,1 0 0,-1 1 0,1 1 0,21-3 0,-33 6 0,-1-1 0,0 1 0,1 0 0,-1 0 0,0 1 0,1-1 0,-1 0 0,0 0 0,0 0 0,1 0 0,-1 0 0,0 0 0,1 0 0,-1 0 0,0 0 0,0 1 0,1-1 0,-1 0 0,0 0 0,0 0 0,1 1 0,-1-1 0,0 0 0,0 0 0,0 1 0,1-1 0,-1 0 0,0 0 0,0 1 0,0-1 0,0 0 0,0 0 0,0 1 0,0-1 0,0 0 0,1 1 0,-1-1 0,0 0 0,0 1 0,0-1 0,0 0 0,-1 0 0,1 1 0,0-1 0,-7 21 0,-16 13 0,13-22 0,-2 0 0,1-1 0,-1-1 0,-1 0 0,0-1 0,0 0 0,-1-1 0,0 0 0,0-1 0,-1-1 0,0 0 0,0-1 0,0-1 0,-1 0 0,-18 2 0,-15 1 0,25-2 0,0-2 0,-38 0 0,54-3 0,0-1 0,-1 0 0,1 0 0,0-1 0,0 0 0,0 0 0,0-1 0,1 0 0,-1-1 0,1 0 0,-10-6 0,11 6 0,1-1 0,0 0 0,1 0 0,-1 0 0,1 0 0,0-1 0,0 0 0,1 0 0,0 0 0,-4-9 0,5 11 0,0 0 0,1 0 0,0 0 0,-1-1 0,1 1 0,1 0 0,-1-1 0,1 1 0,-1-1 0,1 1 0,1-1 0,-1 1 0,0-1 0,1 1 0,0 0 0,0-1 0,2-4 0,0 7 0,-1-1 0,0 1 0,1-1 0,0 1 0,0 0 0,-1 0 0,1 0 0,0 0 0,1 0 0,-1 1 0,0-1 0,0 1 0,1 0 0,-1 0 0,5 0 0,60-11 0,-58 11 0,-8 0 0,0 1 0,0 0 0,1 0 0,-1 0 0,0 0 0,0 1 0,0-1 0,1 0 0,-1 1 0,0 0 0,0-1 0,0 1 0,0 0 0,0 0 0,0 0 0,0 0 0,0 1 0,-1-1 0,1 0 0,1 2 0,-2-2 0,0 0 0,-1 0 0,1 1 0,-1-1 0,1 0 0,-1 0 0,0 0 0,1 0 0,-1 0 0,0 0 0,0 1 0,0-1 0,0 0 0,0 0 0,0 0 0,0 1 0,0-1 0,0 0 0,-1 0 0,1 0 0,0 0 0,-1 0 0,1 0 0,-1 0 0,1 1 0,-1-1 0,0 0 0,1-1 0,-1 1 0,0 0 0,0 0 0,1 0 0,-1 0 0,0-1 0,0 1 0,0 0 0,0-1 0,-2 2 0,-6 5 0,0 0 0,-1-1 0,0 0 0,0-1 0,0 0 0,-1-1 0,0 0 0,0 0 0,0-1 0,0 0 0,0-1 0,0-1 0,-1 0 0,1 0 0,-20-2 0,1 1 0,18 1 0,0-1 0,-1 0 0,1 0 0,0-2 0,0 1 0,1-1 0,-1-1 0,0 0 0,-21-10 0,32 13 0,0-1 0,0 1 0,-1-1 0,1 0 0,0 0 0,0 1 0,0-1 0,0 0 0,0 0 0,0 0 0,0 0 0,0 0 0,1 0 0,-1-1 0,0 1 0,0 0 0,1 0 0,-1 0 0,1-1 0,-1 1 0,1 0 0,0-1 0,0 1 0,-1 0 0,1-1 0,0 1 0,0 0 0,0-3 0,1 1 0,1 1 0,-1-1 0,0 1 0,1-1 0,-1 1 0,1 0 0,0 0 0,0 0 0,-1 0 0,1 0 0,1 0 0,-1 0 0,3-1 0,5-4 0,0 1 0,1 0 0,0 0 0,0 2 0,17-6 0,27-11 0,-47 16 0,1 1 0,0 1 0,0-1 0,1 2 0,-1-1 0,12-1 0,109-10 0,-99 10 0,1 1 0,-1 2 0,1 1 0,34 5 0,-64-5 0,0 0 0,0 0 0,0 1 0,-1-1 0,1 1 0,0-1 0,0 1 0,0 0 0,0 0 0,0 0 0,-1 0 0,1 0 0,0 0 0,-1 0 0,1 0 0,1 3 0,-2-3 0,-1 0 0,0-1 0,1 1 0,-1 0 0,0 0 0,1 0 0,-1 0 0,0 0 0,0 0 0,0 0 0,0 0 0,0 0 0,0 0 0,0 0 0,0 0 0,-1 0 0,1 0 0,0 0 0,0 0 0,-1 0 0,1-1 0,-1 1 0,0 1 0,-2 3 0,0 0 0,-1-1 0,0 0 0,0 0 0,0 0 0,0 0 0,-1 0 0,1-1 0,-8 5 0,-5 0 0,13-7 0,-1 1 0,1 0 0,-1 0 0,1 0 0,0 0 0,0 1 0,0 0 0,1-1 0,-1 2 0,1-1 0,-1 0 0,1 1 0,0-1 0,-3 6 0,6-9 0,0 1 0,0 0 0,1-1 0,-1 1 0,0-1 0,0 1 0,1-1 0,-1 1 0,0-1 0,1 1 0,-1-1 0,0 1 0,1-1 0,-1 1 0,1-1 0,-1 1 0,1-1 0,-1 0 0,1 1 0,-1-1 0,1 0 0,-1 1 0,1-1 0,-1 0 0,1 0 0,0 0 0,-1 0 0,2 1 0,25 6 0,-10-3 0,11 8 0,1-1 0,38 8 0,-54-16 0,1 0 0,0-1 0,0-1 0,1 0 0,-1-1 0,0 0 0,17-3 0,-30 3 0,0 0 0,0 0 0,0 0 0,0 0 0,0 0 0,0-1 0,0 1 0,0 0 0,0 0 0,0 0 0,0-1 0,0 1 0,-1-1 0,1 1 0,0-1 0,0 1 0,0-1 0,-1 1 0,1-1 0,0 1 0,0-1 0,-1 0 0,1 0 0,-1 1 0,1-1 0,-1 0 0,1 0 0,-1 0 0,1 0 0,-1 1 0,0-1 0,1 0 0,-1 0 0,0 0 0,0 0 0,0 0 0,1 0 0,-1 0 0,0 0 0,0 0 0,-1 0 0,1 0 0,0 0 0,0 0 0,0 0 0,-1 1 0,1-1 0,0 0 0,-1 0 0,1 0 0,-1 0 0,1 0 0,-1 1 0,1-1 0,-1 0 0,0 0 0,-1 0 0,-7-10 0,0 0 0,-1 1 0,-16-12 0,7 4 0,12 8 0,0 0 0,1 0 0,0-1 0,1 0 0,0 0 0,1 0 0,-5-19 0,-18-43 0,18 54 0,1-1 0,1 0 0,-5-25 0,-16-42 0,-23-44 0,35 84 0,-3 1 0,-46-84 0,46 95 0,1 0 0,1-1 0,2-1 0,-12-46 0,21 48 0,1-1 0,2 1 0,1-1 0,2 0 0,6-55 0,2 31 0,-7 56 0,0-1 0,0 0 0,0 1 0,0 0 0,1-1 0,0 1 0,0 0 0,0 0 0,0 0 0,5-5 0,-6 13 0,1 0 0,-1 0 0,0 0 0,0 0 0,0 0 0,0 0 0,-1 0 0,1 0 0,-1 6 0,1 12 0,-1 0 0,-1 1 0,-1-1 0,-1 0 0,-1 0 0,-1 0 0,0 0 0,-2-1 0,-1 0 0,0 0 0,-2-1 0,0 0 0,-1-1 0,-1 0 0,-15 17 0,9-13 0,-2-1 0,-1 0 0,-41 32 0,53-48 0,1-1 0,-1 1 0,0-1 0,0-1 0,0 0 0,-1 0 0,1-1 0,-1 0 0,0-1 0,0 0 0,0 0 0,-1-1 0,1 0 0,-15-2 0,24 2 0,0-1 0,1 0 0,-1 0 0,1 0 0,-1-1 0,1 1 0,-1 0 0,0 0 0,1 0 0,-1 0 0,1 0 0,-1-1 0,1 1 0,-1 0 0,1-1 0,-1 1 0,1 0 0,-1-1 0,1 1 0,-1 0 0,1-1 0,0 1 0,-1-1 0,1 1 0,0-1 0,-1 1 0,1-1 0,0 1 0,0-1 0,-1 1 0,1-1 0,0 1 0,0-1 0,0 0 0,0 1 0,0-2 0,9-25 0,29-23 0,-7 16 0,2 1 0,2 1 0,1 2 0,1 2 0,1 1 0,75-38 0,-80 45 0,-27 16 0,-1 0 0,1 0 0,0 0 0,0 1 0,1 0 0,-1 0 0,1 0 0,-1 1 0,1 0 0,0 1 0,0-1 0,0 1 0,0 1 0,13-1 0,-18 2 0,0 0 0,0 0 0,0 1 0,0-1 0,0 0 0,-1 1 0,1-1 0,0 1 0,-1 0 0,1-1 0,-1 1 0,0 0 0,0 0 0,0 0 0,0 0 0,0 0 0,0 0 0,0 0 0,0 0 0,-1 0 0,1 1 0,-1 1 0,10 59 0,-9-53 0,2 18 0,0 0 0,-2 0 0,-1 0 0,-1 0 0,-1 0 0,-12 53 0,10-70 0,-1 0 0,0-1 0,-1 0 0,0 0 0,0 0 0,-1-1 0,0 0 0,-1 0 0,0 0 0,0-1 0,-17 12 0,25-20 0,-1 1 0,1-1 0,0 0 0,0 0 0,-1 1 0,1-1 0,0 0 0,-1 0 0,1 1 0,0-1 0,-1 0 0,1 0 0,-1 0 0,1 0 0,0 1 0,-1-1 0,1 0 0,-1 0 0,1 0 0,0 0 0,-1 0 0,1 0 0,-1 0 0,1 0 0,0 0 0,-1 0 0,1-1 0,-1 1 0,1 0 0,0 0 0,-1 0 0,1 0 0,-1-1 0,2-13 0,13-17 0,101-119 0,-105 138 0,1 1 0,23-20 0,17-16 0,-25 18 0,1 2 0,1 0 0,43-29 0,-71 55 0,1 1 0,-1 0 0,0-1 0,1 1 0,-1 0 0,0 0 0,1-1 0,-1 1 0,1 0 0,-1 0 0,0 0 0,1-1 0,-1 1 0,1 0 0,-1 0 0,1 0 0,-1 0 0,1 0 0,-1 0 0,1 0 0,-1 0 0,0 0 0,1 0 0,-1 0 0,1 0 0,-1 0 0,1 0 0,-1 1 0,1-1 0,-1 0 0,0 0 0,1 1 0,5 15 0,-7 32 0,0-38 0,0 5 0,-1 0 0,-1-1 0,0 0 0,-1 0 0,-1 0 0,0 0 0,-1 0 0,-10 17 0,-10 12 0,-35 44 0,37-58 0,-1-2 0,-35 30 0,36-35 0,8-8 0,-1-1 0,-1-1 0,0 0 0,-26 12 0,39-21 0,-19 12 0,18-10 0,-1 0 0,1 0 0,-1-1 0,0-1 0,-15 7 0,21-10 0,0 0 0,0 0 0,0 1 0,0-1 0,0 0 0,0 0 0,0 0 0,0 0 0,0 0 0,0 0 0,0-1 0,0 1 0,0 0 0,0 0 0,0-1 0,0 1 0,1-1 0,-1 1 0,0-1 0,-2 0 0,2-1 0,0 1 0,0-1 0,0 0 0,0 1 0,0-1 0,0 0 0,0 0 0,1 1 0,-1-1 0,1 0 0,-1 0 0,1 0 0,0 0 0,-1-4 0,2-1 0,0 0 0,1 0 0,-1 0 0,1 0 0,1 1 0,-1-1 0,1 0 0,0 1 0,1 0 0,0 0 0,0 0 0,5-7 0,13-23 0,-1 0 0,0 2 0,39-47 0,-11 14 0,-22 28 0,1 2 0,2 0 0,1 2 0,2 2 0,73-59 0,-105 91 0,-1 1 0,1-1 0,0 1 0,-1 0 0,1-1 0,0 1 0,-1 0 0,1-1 0,0 1 0,-1 0 0,1 0 0,0-1 0,-1 1 0,1 0 0,0 0 0,0 0 0,-1 0 0,1 0 0,0 0 0,0 0 0,-1 0 0,1 1 0,0-1 0,-1 0 0,1 0 0,0 1 0,-1-1 0,1 0 0,0 1 0,-1-1 0,1 0 0,0 1 0,-1-1 0,1 1 0,-1-1 0,1 1 0,-1-1 0,1 1 0,-1 0 0,0-1 0,1 1 0,-1 0 0,0-1 0,1 1 0,-1 0 0,0-1 0,0 1 0,1 0 0,-1-1 0,0 1 0,0 0 0,0 0 0,0-1 0,0 1 0,0 0 0,-1 1 0,2 52 0,-1-46 0,-2 9 0,-1-1 0,-1 1 0,-1-1 0,0 0 0,-1 0 0,0 0 0,-2-1 0,1 0 0,-14 18 0,-15 34 0,24-46 0,0-1 0,-2-1 0,0 0 0,-30 30 0,-12 15 0,35-40 0,-2-1 0,0 0 0,-41 28 0,14-11 0,9-12 0,23-20 0,18-8 0,0 0 0,0 0 0,1 0 0,-1 0 0,0 0 0,0-1 0,0 1 0,0 0 0,1 0 0,-1 0 0,0 0 0,0 0 0,0 0 0,0 0 0,0 0 0,1 0 0,-1 0 0,0-1 0,0 1 0,0 0 0,0 0 0,0 0 0,0 0 0,0 0 0,0 0 0,0-1 0,1 1 0,-1 0 0,0 0 0,0 0 0,0 0 0,0-1 0,0 1 0,0 0 0,0 0 0,0 0 0,0 0 0,0-1 0,0 1 0,0 0 0,0 0 0,0 0 0,0 0 0,-1-1 0,1 1 0,0 0 0,0 0 0,0 0 0,0 0 0,0 0 0,0 0 0,0-1 0,0 1 0,0 0 0,-1 0 0,1 0 0,0 0 0,0 0 0,0 0 0,0 0 0,0 0 0,-1-1 0,1 1 0,0 0 0,0 0 0,0 0 0,0 0 0,-1 0 0,23-29 0,0 1 0,2 1 0,45-41 0,105-104-2056,-125 125 2591,-31 28-107,1 1 0,29-22-1,69-43-168,68-46-280,-146 99 21,-24 18 0,1 0 0,28-16 0,-41 26 0,1 0 0,-1 1 0,1-1 0,0 1 0,0-1 0,0 1 0,0 0 0,0 1 0,0-1 0,0 1 0,0 0 0,0 0 0,0 0 0,0 0 0,0 1 0,0-1 0,0 1 0,5 2 0,-7-2 0,0 1 0,0-1 0,0 1 0,0 0 0,0-1 0,0 1 0,0 0 0,0 0 0,-1 0 0,1 1 0,-1-1 0,0 0 0,1 1 0,-1-1 0,0 1 0,0-1 0,-1 1 0,1-1 0,-1 1 0,1-1 0,-1 1 0,0 3 0,0 69 0,-2-54 0,2-2 0,-1 0 0,-1-1 0,0 1 0,-2 0 0,0-1 0,-1 1 0,-11 25 0,-29 70 0,36-85 0,-1 0 0,-2-1 0,-1-1 0,-1 0 0,-1-1 0,-31 41 0,32-50 0,7-8 0,-1 0 0,1-1 0,-2 1 0,-12 9 0,21-18 0,0 0 0,-1 1 0,1-1 0,0 0 0,-1 0 0,1 1 0,0-1 0,-1 0 0,1 0 0,-1 0 0,1 1 0,0-1 0,-1 0 0,1 0 0,-1 0 0,1 0 0,-1 0 0,1 0 0,0 0 0,-1 0 0,1 0 0,-1 0 0,1 0 0,0 0 0,-1 0 0,1 0 0,-1-1 0,1 1 0,0 0 0,-1 0 0,1 0 0,-1-1 0,1 1 0,0 0 0,-1 0 0,1-1 0,0 1 0,0 0 0,-1-1 0,1 1 0,-1-1 0,-3-23 0,8-26 0,5 19 0,2 0 0,1 1 0,2 0 0,18-31 0,10-21 0,-14 22 0,2 2 0,3 2 0,62-81 0,-69 98 0,-22 31 0,1 1 0,0 0 0,0-1 0,1 2 0,0-1 0,12-10 0,0 7 0,-8 14 0,-5 31 0,-6-24 0,0 0 0,-1 0 0,0 0 0,0-1 0,-1 1 0,-8 20 0,-36 62 0,29-59 0,-5 8 0,-2-1 0,-1-2 0,-2 0 0,-1-2 0,-61 58 0,87-92 0,-121 109 0,103-96 0,1-1 0,-2-1 0,0 0 0,-34 14 0,38-21 0,0 0 0,0-1 0,0-2 0,-1 1 0,1-2 0,-1-1 0,-20 1 0,37-3 0,0 0 0,1-1 0,-1 1 0,0 0 0,1-1 0,-1 1 0,1-1 0,-1 1 0,0-1 0,1 0 0,-1 0 0,1 1 0,0-1 0,-1 0 0,1 0 0,0-1 0,-1 1 0,1 0 0,0 0 0,0 0 0,0-1 0,0 1 0,-1-2 0,1-1 0,-1 0 0,1 0 0,0 0 0,0 0 0,0 0 0,0 0 0,1-1 0,-1 1 0,1-5 0,1-2 0,0 0 0,0 0 0,1 1 0,0-1 0,1 1 0,7-19 0,3 3 0,1 1 0,1 1 0,1 0 0,1 1 0,1 1 0,21-21 0,8-10 0,-39 41 0,2 1 0,-1 0 0,1 1 0,1 0 0,22-17 0,-13 14 0,-1-2 0,20-19 0,-23 19 0,0 1 0,1 0 0,23-13 0,8 1 0,86-32 0,-113 49 0,-17 7 0,0 0 0,0 0 0,0 0 0,-1 1 0,2 0 0,-1-1 0,0 1 0,5 0 0,-8 1 0,0 1 0,0-1 0,0 0 0,0 1 0,0-1 0,1 1 0,-1-1 0,0 1 0,-1 0 0,1-1 0,0 1 0,0 0 0,0 0 0,0 0 0,0 0 0,-1-1 0,1 1 0,0 0 0,-1 0 0,1 0 0,-1 0 0,1 1 0,-1-1 0,0 0 0,1 0 0,-1 0 0,0 0 0,0 0 0,0 1 0,1-1 0,-1 0 0,0 0 0,-1 0 0,1 0 0,0 2 0,0 5 0,0-1 0,-1 0 0,1 1 0,-2-1 0,1 0 0,-1 0 0,0 0 0,0 1 0,-1-2 0,0 1 0,0 0 0,0-1 0,-1 1 0,-6 7 0,-6 4 0,0 0 0,-1-1 0,-20 16 0,-32 32 0,46-44 0,0-1 0,-2 0 0,0-2 0,-1-1 0,-48 22 0,26-12 0,23-13 0,0-1 0,-2-1 0,1-2 0,-2 0 0,1-2 0,-1-1 0,0-1 0,-1-1 0,1-2 0,-1-1 0,-35-2 0,63 1 0,0-1 0,-1 0 0,1 0 0,0 0 0,0 0 0,0-1 0,0 1 0,0 0 0,0 0 0,0-1 0,0 1 0,0 0 0,0-1 0,0 1 0,0-1 0,0 1 0,1-1 0,-1 0 0,0 1 0,0-1 0,0 0 0,1 1 0,-1-1 0,0 0 0,1 0 0,-1 0 0,0-1 0,1 1 0,0-1 0,0 1 0,1-1 0,-1 1 0,0 0 0,1-1 0,-1 1 0,1-1 0,-1 1 0,1 0 0,0 0 0,-1-1 0,1 1 0,0 0 0,0 0 0,2-2 0,50-43 0,-51 45 0,73-51-195,130-68-1,-59 59-2160,-3 3 2462,-87 34 334,1 3 0,0 3 1,2 2-1,0 2 0,86-8 0,-139 21-440,0 1 0,0-1 0,0 1 0,0 0 0,-1 1 0,8 0 0,-13-1 0,0 1 0,1-1 0,-1 0 0,0 0 0,0 0 0,1 0 0,-1 0 0,0 0 0,1 0 0,-1 0 0,0 1 0,0-1 0,1 0 0,-1 0 0,0 0 0,0 1 0,0-1 0,1 0 0,-1 0 0,0 0 0,0 1 0,0-1 0,0 0 0,1 1 0,-1-1 0,0 0 0,0 0 0,0 1 0,0-1 0,0 0 0,0 1 0,0-1 0,0 0 0,0 0 0,0 1 0,0-1 0,0 0 0,0 1 0,0-1 0,0 1 0,-20 18 0,-63 44 0,51-37 0,-1-2 0,-52 29 0,4-3 0,53-32 0,-38 20 0,13-13 0,-4 1 0,-59 37 0,92-50 0,-1-2 0,0 0 0,0-1 0,-34 7 0,15-4 0,-115 26 0,87-23 0,10 1 0,39-9 0,0-2 0,-31 5 0,-256 5 0,251-14 0,34 0 0,0-2 0,-51-5 0,70 4 0,-1-1 0,1 0 0,0 0 0,0-1 0,0 1 0,0-1 0,0-1 0,0 1 0,-8-8 0,12 10 0,1 0 0,0-1 0,-1 1 0,1 0 0,0 0 0,0 0 0,0-1 0,0 1 0,0-1 0,1 1 0,-1-1 0,0 1 0,1-1 0,-1 1 0,1-1 0,-1 1 0,1-1 0,0 0 0,-1 1 0,1-1 0,0 0 0,0 1 0,0-1 0,1 0 0,-1 1 0,0-1 0,1 1 0,-1-1 0,1 0 0,-1 1 0,1-1 0,0 1 0,-1-1 0,1 1 0,0 0 0,0-1 0,0 1 0,0 0 0,0-1 0,1 1 0,-1 0 0,2-1 0,23-20 0,1 2 0,1 1 0,0 1 0,61-29 0,133-38 0,-181 70 0,54-14 0,1 4 0,115-13 0,-177 32 0,126-8 0,-237 31 0,-90 33 0,130-38 0,-69 18-93,-1-4 0,-115 12-1,-221 5-2190,383-38 1971,-344 2 635,315-8 2233,95 1-2555,46 0 0,0-1 0,96-16 0,66-19 0,6-1 0,-348 33 0,-326 4 0,451 0 0,0 0 0,-1 0 0,1-1 0,0 1 0,-1-1 0,1 0 0,0 0 0,0 0 0,-1 0 0,1-1 0,-3-1 0,6 3 0,-1-1 0,1 1 0,-1 0 0,1-1 0,0 1 0,-1 0 0,1-1 0,0 1 0,-1-1 0,1 1 0,0 0 0,0-1 0,-1 1 0,1-1 0,0 1 0,0-1 0,0 1 0,0-1 0,-1 1 0,1-1 0,0 1 0,0-1 0,0 1 0,0-1 0,0 1 0,0-1 0,1 1 0,-1-1 0,1-1 0,-1 1 0,1 0 0,0-1 0,0 1 0,0 0 0,1 0 0,-1-1 0,0 1 0,0 0 0,1 0 0,-1 1 0,0-1 0,4-1 0,13-6 0,0 1 0,1 1 0,0 1 0,0 0 0,24-1 0,11-4 0,25-8 0,203-48 0,-191 45 0,0 3 0,116-7 0,186 15 0,-367 9 0,-14 0 0,-1 1 0,1 1 0,-1-1 0,1 2 0,18 4 0,-27-5 0,0 0 0,0 0 0,0 0 0,-1 1 0,1-1 0,0 1 0,-1 0 0,1 0 0,-1 0 0,0 0 0,0 0 0,0 1 0,0-1 0,0 1 0,0-1 0,0 1 0,-1 0 0,0 0 0,1-1 0,-1 1 0,0 0 0,0 0 0,-1 0 0,1 0 0,0 6 0,2 16 0,-1 1 0,-1 0 0,-1-1 0,-1 1 0,-7 36 0,2-43 0,-1-1 0,0 0 0,-2-1 0,-15 25 0,16-29 0,-4 5 0,-1 0 0,-1-1 0,-19 19 0,-17 19 0,40-43 0,-10 17 0,22-26 0,8-9 0,7-10 0,41-52 0,15-20 0,-58 69 0,0 1 0,2 1 0,25-21 0,29-32 0,99-125 0,-40 53 0,-130 142 0,0-1 0,0 1 0,0 0 0,0-1 0,0 1 0,0 0 0,0 0 0,1 0 0,-1-1 0,0 1 0,0 0 0,0 0 0,0 0 0,1-1 0,-1 1 0,0 0 0,0 0 0,1 0 0,-1 0 0,0-1 0,0 1 0,1 0 0,-1 0 0,0 0 0,0 0 0,1 0 0,-1 0 0,0 0 0,0 0 0,1 0 0,-1 0 0,0 0 0,0 0 0,1 0 0,-1 0 0,0 0 0,1 0 0,-1 0 0,0 0 0,0 0 0,1 1 0,-1-1 0,0 0 0,0 0 0,1 1 0,4 15 0,-4 26 0,-1-40 0,0 108 0,-3 67 0,2-166 0,-1 0 0,0 0 0,0 0 0,-1 0 0,-1-1 0,0 0 0,0 1 0,-1-1 0,0-1 0,-1 1 0,0-1 0,-13 15 0,19-23 0,0 0 0,-1-1 0,1 1 0,0-1 0,-1 1 0,1-1 0,-1 0 0,1 1 0,-1-1 0,1 1 0,-1-1 0,1 0 0,-1 1 0,1-1 0,-1 0 0,1 0 0,-1 0 0,0 1 0,1-1 0,-1 0 0,1 0 0,-1 0 0,0 0 0,1 0 0,-1 0 0,1 0 0,-1 0 0,0 0 0,1 0 0,-1 0 0,0-1 0,1 1 0,-1 0 0,1 0 0,-1-1 0,1 1 0,-2-1 0,-8-24 0,9-38 0,7 37 0,2-1 0,0 1 0,2 0 0,15-28 0,20-55 0,-35 76 0,1 0 0,1 1 0,2 0 0,28-47 0,-42 79 0,0 1 0,0-1 0,0 1 0,0-1 0,0 0 0,0 1 0,0-1 0,0 0 0,0 1 0,0-1 0,0 1 0,0-1 0,1 0 0,-1 1 0,0-1 0,0 0 0,0 1 0,1-1 0,-1 0 0,0 1 0,0-1 0,1 0 0,-1 0 0,0 1 0,0-1 0,1 0 0,-1 0 0,0 1 0,1-1 0,-1 0 0,0 0 0,1 0 0,-1 0 0,1 0 0,-1 1 0,0-1 0,1 0 0,-1 0 0,0 0 0,1 0 0,-1 0 0,1 0 0,-1 0 0,0 0 0,1-1 0,-1 1 0,0 0 0,1 0 0,-1 0 0,1 0 0,-1 0 0,0-1 0,1 1 0,-1 0 0,0 0 0,0 0 0,1-1 0,-1 1 0,0 0 0,1 0 0,-1-1 0,0 1 0,0 0 0,0-1 0,1 1 0,1 32 0,-5-19 0,-1 1 0,0-1 0,0 1 0,-10 18 0,-13 41 0,18-35 0,-1 0 0,-3-1 0,-1 0 0,-31 58 0,-23 7 0,51-69 0,10-15 0,-2-1 0,0 0 0,-1-1 0,-1 0 0,0 0 0,-1-1 0,-1-1 0,-15 14 0,27-27 0,1-1 0,0 0 0,-1 1 0,1-1 0,0 1 0,-1-1 0,1 0 0,0 1 0,-1-1 0,1 0 0,-1 0 0,1 1 0,0-1 0,-1 0 0,1 0 0,-1 0 0,1 0 0,-1 1 0,1-1 0,-1 0 0,1 0 0,-1 0 0,1 0 0,-1 0 0,1 0 0,-1 0 0,1 0 0,-1 0 0,1-1 0,-1 1 0,1 0 0,-1 0 0,1 0 0,-1-1 0,-1-17 0,14-24 0,66-97 0,-71 125 0,1 0 0,1 0 0,0 0 0,1 1 0,20-21 0,-8 10 0,-2 0 0,22-34 0,-23 30 0,43-48 0,4 14 0,-88 148 0,14-58 0,-13 28 0,18-49 0,-1 0 0,1 0 0,1 1 0,-1-1 0,1 1 0,0-1 0,1 1 0,0 0 0,0 0 0,1 0 0,0 0 0,0 0 0,2 8 0,-1-15 0,-1 0 0,1-1 0,-1 1 0,1 0 0,-1 0 0,1-1 0,0 1 0,-1 0 0,1-1 0,0 1 0,-1 0 0,1-1 0,0 1 0,0-1 0,0 1 0,0-1 0,0 0 0,-1 1 0,1-1 0,0 0 0,0 0 0,0 0 0,0 1 0,0-1 0,0 0 0,0 0 0,0 0 0,0-1 0,0 1 0,0 0 0,0 0 0,0 0 0,0-1 0,1 0 0,43-14 0,-27 8 0,69-10 0,-41 10 0,9-10 0,-48 13 0,-1 1 0,1 1 0,0-1 0,0 1 0,0 0 0,0 1 0,0 0 0,0 0 0,0 0 0,0 1 0,1 0 0,-1 1 0,0-1 0,7 3 0,-12-3 0,-1 1 0,1 0 0,-1 0 0,0 0 0,1 0 0,-1 0 0,0 0 0,0 1 0,0-1 0,0 0 0,0 0 0,0 1 0,0-1 0,0 1 0,0-1 0,-1 1 0,1-1 0,0 1 0,-1-1 0,0 1 0,1 0 0,-1-1 0,0 1 0,0 0 0,0-1 0,0 1 0,0 0 0,0-1 0,0 1 0,0 0 0,-1-1 0,1 1 0,-2 1 0,-1 11 0,-1 0 0,-12 26 0,7-20 0,-73 177 0,82-196 0,0 0 0,0 0 0,-1 1 0,1-1 0,0 0 0,0 0 0,-1 0 0,1 0 0,0 0 0,-1 0 0,1-1 0,-1 1 0,0 0 0,1 0 0,-1 0 0,0 0 0,1-1 0,-1 1 0,0 0 0,0 0 0,-1 0 0,-2-21 0,7-42 0,5 37 0,0 1 0,1-1 0,2 2 0,19-33 0,16-38 0,19-35 0,-47 96 0,0-1 0,-3 0 0,17-53 0,-36 187 0,-2-78 0,0-1 0,-1 1 0,-2-1 0,0 0 0,-16 25 0,10-19 0,2 1 0,-12 32 0,2 1 0,23-61 0,0 0 0,0 0 0,0 0 0,0 0 0,0-1 0,0 1 0,-1 0 0,1 0 0,0 0 0,0 0 0,0 0 0,0 0 0,0 0 0,0 0 0,0 0 0,0 0 0,0 0 0,0 0 0,0 0 0,0 0 0,-1 0 0,1 0 0,0 0 0,0 0 0,0 0 0,0 0 0,0 0 0,0 0 0,0 0 0,0 0 0,0 0 0,0 0 0,0 0 0,-1 0 0,1 0 0,0 0 0,0 0 0,0 0 0,0 0 0,0 0 0,0 0 0,0 1 0,0-1 0,0 0 0,0 0 0,0 0 0,0 0 0,0 0 0,0 0 0,0 0 0,0 0 0,0 0 0,0 0 0,0 0 0,0 0 0,0 1 0,-1-14 0,4-15 0,6 0 0,0 0 0,2 1 0,1 1 0,22-38 0,-19 37 0,91-190 0,-104 212 0,1-1 0,0 0 0,1 1 0,0-1 0,-1 1 0,1 0 0,1 0 0,-1 1 0,1-1 0,0 1 0,7-5 0,-11 9 0,-1 0 0,1 0 0,-1 0 0,0 0 0,1 0 0,-1 0 0,1 1 0,-1-1 0,1 0 0,-1 0 0,1 0 0,-1 1 0,0-1 0,1 0 0,-1 0 0,1 1 0,-1-1 0,0 0 0,1 1 0,-1-1 0,0 0 0,0 1 0,1-1 0,-1 1 0,0-1 0,0 0 0,1 1 0,-1-1 0,0 1 0,0-1 0,0 1 0,0-1 0,0 1 0,0-1 0,0 1 0,0-1 0,0 1 0,0-1 0,0 1 0,0 0 0,1 26 0,-1-25 0,0 8 0,2 18 0,-2 1 0,-1 0 0,-2 0 0,0-1 0,-2 1 0,-10 32 0,7-38 0,1 0 0,1 0 0,1 0 0,1 1 0,1 0 0,0 26 0,3-49 0,0-1 0,0 1 0,0-1 0,0 1 0,-1 0 0,1-1 0,0 1 0,0 0 0,0-1 0,0 1 0,0-1 0,1 1 0,-1 0 0,0-1 0,0 1 0,0-1 0,0 1 0,1 0 0,-1-1 0,0 1 0,1-1 0,-1 1 0,0-1 0,1 1 0,-1-1 0,1 1 0,-1-1 0,0 1 0,1-1 0,-1 0 0,1 1 0,-1-1 0,1 0 0,0 1 0,-1-1 0,1 0 0,1 1 0,-1-2 0,1 0 0,0 1 0,0-1 0,-1 0 0,1 0 0,0 0 0,-1 0 0,1 0 0,-1-1 0,1 1 0,-1 0 0,2-3 0,34-47 0,-1-34 0,25-54 0,-61 138 0,0 0 0,1-1 0,-1 1 0,1 0 0,-1 0 0,1 0 0,0 0 0,-1 0 0,1 0 0,0 0 0,0 0 0,0 1 0,-1-1 0,1 0 0,0 0 0,0 1 0,0-1 0,0 0 0,0 1 0,0-1 0,1 1 0,1-1 0,-3 1 0,1 1 0,0-1 0,0 1 0,0-1 0,0 1 0,-1-1 0,1 1 0,0-1 0,-1 1 0,1 0 0,0-1 0,-1 1 0,1 0 0,-1-1 0,1 1 0,-1 0 0,1 0 0,-1 0 0,0 0 0,1-1 0,-1 3 0,3 5 0,0 1 0,-1-1 0,-1 1 0,2 14 0,-4 19 0,-9 74 0,2-51 0,5 15 0,4-71 0,-1-10 0,0-43 0,1 8 0,1 0 0,2 0 0,1 0 0,2 0 0,2 1 0,1 0 0,1 1 0,2 0 0,20-37 0,-23 46 0,-10 21 0,1 0 0,0 0 0,1 0 0,-1 1 0,1-1 0,-1 1 0,1-1 0,0 1 0,1 0 0,4-6 0,-6 12 0,0 1 0,1-1 0,-1 1 0,0-1 0,-1 1 0,1-1 0,-1 1 0,1-1 0,-1 1 0,-1 4 0,2 53 0,-4 163 0,-6-172 0,7-43 0,0 1 0,0-1 0,1 1 0,0 0 0,0 11 0,1-21 0,0 0 0,0 1 0,0-1 0,0 0 0,0 0 0,0 1 0,0-1 0,0 0 0,1 0 0,-1 1 0,0-1 0,0 0 0,0 0 0,0 0 0,0 1 0,0-1 0,0 0 0,0 0 0,1 0 0,-1 1 0,0-1 0,0 0 0,0 0 0,0 0 0,1 0 0,-1 1 0,0-1 0,0 0 0,0 0 0,1 0 0,-1 0 0,0 0 0,0 0 0,0 0 0,1 0 0,-1 0 0,0 1 0,0-1 0,1 0 0,-1 0 0,0 0 0,0 0 0,1 0 0,-1-1 0,0 1 0,0 0 0,1 0 0,-1 0 0,0 0 0,0 0 0,1 0 0,15-12 0,10-19 0,-19 18 0,-1 1 0,0-1 0,-2-1 0,7-22 0,7-23 0,-18 59 0,0 0 0,0 0 0,0 0 0,0 0 0,0-1 0,0 1 0,0 0 0,0 0 0,0 0 0,0 0 0,0 0 0,0-1 0,0 1 0,0 0 0,0 0 0,0 0 0,0 0 0,0-1 0,0 1 0,0 0 0,0 0 0,0 0 0,0 0 0,0 0 0,0-1 0,0 1 0,0 0 0,0 0 0,1 0 0,-1 0 0,0 0 0,0 0 0,0 0 0,0-1 0,0 1 0,0 0 0,0 0 0,1 0 0,-1 0 0,0 0 0,0 0 0,0 0 0,0 0 0,0 0 0,1 0 0,-1 0 0,0 0 0,0 0 0,0 0 0,0 0 0,0 0 0,1 0 0,-1 0 0,0 0 0,0 0 0,0 0 0,0 0 0,1 0 0,-1 0 0,0 0 0,0 0 0,0 0 0,0 0 0,0 0 0,0 0 0,1 1 0,-1-1 0,1 15 0,-4 23 0,-1-24 0,-1 0 0,-1 0 0,0-1 0,-1 1 0,-1-2 0,0 1 0,0-1 0,-12 12 0,11-12 0,9-12 0,0 0 0,0 0 0,0 0 0,0 0 0,0 0 0,0 0 0,0 0 0,0 0 0,0 0 0,0-1 0,0 1 0,0 0 0,0 0 0,0 0 0,-1 0 0,1 0 0,0 0 0,0 0 0,0 0 0,0 0 0,0 0 0,0 0 0,0 0 0,0 0 0,0 0 0,0 0 0,0 0 0,0 0 0,0 1 0,5-14 0,9-14 0,-6 12-227,0 0-1,-1 0 1,0 0-1,-1-1 1,7-30-1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1T14:58:28.964"/>
    </inkml:context>
    <inkml:brush xml:id="br0">
      <inkml:brushProperty name="width" value="0.2" units="cm"/>
      <inkml:brushProperty name="height" value="0.2" units="cm"/>
      <inkml:brushProperty name="color" value="#FFFFFF"/>
    </inkml:brush>
  </inkml:definitions>
  <inkml:trace contextRef="#ctx0" brushRef="#br0">401 516 24575,'0'-1'0,"-1"0"0,1 0 0,-1 0 0,0 0 0,1 0 0,-1 0 0,0 0 0,0 1 0,0-1 0,0 0 0,0 0 0,0 1 0,0-1 0,0 1 0,0-1 0,0 1 0,0-1 0,0 1 0,0 0 0,0-1 0,-1 1 0,1 0 0,0 0 0,0 0 0,0 0 0,0 0 0,-2 0 0,-35 0 0,33 2 0,0-1 0,0 1 0,0 0 0,1 0 0,-1 1 0,0 0 0,1 0 0,0 0 0,-1 0 0,1 0 0,1 1 0,-1 0 0,0 0 0,1 0 0,0 0 0,-5 8 0,3-5 0,0 1 0,-1-2 0,0 1 0,-1-1 0,-9 8 0,4-5 0,-21 15 0,33-24 0,-1 1 0,1-1 0,0 0 0,0 0 0,0 0 0,0 0 0,0 0 0,0 0 0,0 0 0,0 1 0,0-1 0,0 0 0,0 0 0,0 0 0,0 0 0,-1 0 0,1 1 0,0-1 0,0 0 0,0 0 0,0 0 0,0 0 0,0 0 0,0 1 0,1-1 0,-1 0 0,0 0 0,0 0 0,0 0 0,0 0 0,0 1 0,0-1 0,0 0 0,0 0 0,0 0 0,0 0 0,0 0 0,0 0 0,1 0 0,-1 1 0,0-1 0,0 0 0,0 0 0,0 0 0,0 0 0,0 0 0,1 0 0,-1 0 0,0 0 0,0 0 0,0 0 0,0 0 0,0 0 0,0 0 0,1 0 0,-1 0 0,0 0 0,0 0 0,0 0 0,0 0 0,1 0 0,26-3 0,5-6 0,0-1 0,0-2 0,-2-1 0,36-20 0,49-22 0,177-49 0,-288 103 0,12-5 0,-1 2 0,1-1 0,21-1 0,-34 5 0,-1 1 0,0 0 0,1 0 0,-1 0 0,1 0 0,-1 0 0,1 1 0,-1-1 0,0 1 0,1 0 0,-1-1 0,0 1 0,3 2 0,-4-2 0,0 0 0,0 0 0,0 0 0,0 0 0,-1 0 0,1 0 0,0 0 0,-1 0 0,1 0 0,-1 0 0,1 0 0,-1 1 0,1-1 0,-1 0 0,0 0 0,0 1 0,0-1 0,0 0 0,0 0 0,0 1 0,0-1 0,0 0 0,0 1 0,-1-1 0,1 0 0,0 0 0,-1 2 0,-3 4 0,0 1 0,0-1 0,-1-1 0,1 1 0,-1-1 0,-1 1 0,1-1 0,-1-1 0,0 1 0,-1-1 0,1 0 0,-12 6 0,-28 26 0,21-15 0,0-2 0,-1 0 0,-2-2 0,-50 25 0,42-23 0,18-9 0,0-1 0,-2-1 0,1-1 0,-1 0 0,0-2 0,0 0 0,-1-1 0,-35 3 0,55-8 0,1 0 0,-1 0 0,1 0 0,-1 0 0,1 0 0,-1 0 0,0 0 0,1 0 0,-1 0 0,1 0 0,-1 0 0,1 0 0,-1 0 0,1 0 0,-1-1 0,1 1 0,-1 0 0,1 0 0,-1-1 0,1 1 0,-1 0 0,1-1 0,-1 1 0,1 0 0,0-1 0,-1 1 0,1 0 0,0-1 0,-1 1 0,1-1 0,0 1 0,0-1 0,-1 1 0,1-1 0,0 1 0,0-1 0,0 0 0,10-23 0,27-17 0,15 0 0,61-36 0,-96 66 0,0 0 0,1 2 0,0 0 0,1 1 0,-1 1 0,2 1 0,-1 1 0,22-4 0,-93 46 0,15-16 0,-1-2 0,-1-2 0,-1-2 0,0-1 0,0-2 0,-53 8 0,33-10 0,0-3 0,-1-3 0,-106-7 0,166 4 0,-1-1 0,0 0 0,1 0 0,-1-1 0,1 1 0,-1 0 0,0 0 0,1-1 0,-1 1 0,1-1 0,-1 1 0,1-1 0,-1 0 0,1 0 0,0 0 0,-1 0 0,-1-2 0,2 3 0,1-1 0,0 0 0,0 1 0,0-1 0,0 0 0,0 1 0,0-1 0,0 0 0,0 0 0,0 1 0,1-1 0,-1 0 0,0 1 0,0-1 0,1 0 0,-1 1 0,0-1 0,1 1 0,-1-1 0,0 0 0,1 1 0,-1-1 0,1 1 0,-1-1 0,1 1 0,1-1 0,5-6 0,1 1 0,0 0 0,1 1 0,10-5 0,68-34 0,133-46 0,89-1 0,-251 79 0,1 2 0,0 2 0,84 1 0,-137 7 0,-3 0 0,0-1 0,1 1 0,-1 0 0,0 0 0,0 0 0,1 1 0,-1-1 0,0 1 0,0 0 0,0 0 0,0 0 0,1 0 0,-2 0 0,1 1 0,0-1 0,5 4 0,-8-4 0,0 0 0,0 0 0,0-1 0,0 1 0,0 0 0,-1 0 0,1 0 0,0-1 0,0 1 0,-1 0 0,1 0 0,0-1 0,-1 1 0,1 0 0,-1-1 0,1 1 0,-1 0 0,1-1 0,-1 1 0,1-1 0,-1 1 0,1-1 0,-1 1 0,0-1 0,0 1 0,-23 16 0,19-13 0,-30 19 0,-2-2 0,0-1 0,-1-1 0,-1-3 0,-79 23 0,47-21 0,0-4 0,-119 9 0,143-24 0,47 1 0,0 0 0,-1 0 0,1 0 0,0 0 0,0 0 0,-1 0 0,1 0 0,0 0 0,0-1 0,-1 1 0,1 0 0,0 0 0,0 0 0,-1 0 0,1-1 0,0 1 0,0 0 0,-1 0 0,1 0 0,0-1 0,0 1 0,0 0 0,0 0 0,0 0 0,-1-1 0,1 1 0,0 0 0,0-1 0,0 1 0,0 0 0,0 0 0,0-1 0,0 1 0,0 0 0,0 0 0,0-1 0,0 1 0,0 0 0,0-1 0,0 1 0,0-1 0,20-17 0,21-3 0,0 1 0,1 1 0,1 3 0,1 2 0,58-12 0,-32 8 0,1 2 0,0 3 0,1 3 0,0 4 0,112 4 0,-180 2 0,0 0 0,1 0 0,-1 1 0,0-1 0,1 1 0,-1 0 0,0 1 0,0-1 0,0 1 0,0 0 0,0 0 0,7 4 0,-11-5 0,1 0 0,0 0 0,0-1 0,-1 1 0,1 0 0,0 0 0,-1 0 0,1 0 0,-1 0 0,1 0 0,-1 0 0,1 0 0,-1 0 0,0 0 0,0 0 0,1 0 0,-1 0 0,0 0 0,0 1 0,0 1 0,-1-1 0,1 0 0,-1 1 0,0-1 0,0 0 0,0 0 0,0 0 0,-1 0 0,1 0 0,0 0 0,-1 0 0,1 0 0,-1 0 0,-2 2 0,-12 8 0,-1 0 0,1-1 0,-2-1 0,0 0 0,-33 12 0,16-6 0,-9 2 0,-1-3 0,0-1 0,0-2 0,-93 12 0,-191-4 0,186-20 0,200-19 0,-19 5 0,0-2 0,61-34 0,6-3 0,-52 29 0,138-54 0,-187 77 0,-1 0 0,1 0 0,0 0 0,0 1 0,0-1 0,-1 1 0,1 0 0,0 0 0,0 0 0,0 1 0,0 0 0,5 1 0,-9-2 0,1 0 0,-1 0 0,1 1 0,-1-1 0,1 0 0,-1 0 0,1 1 0,-1-1 0,1 1 0,-1-1 0,0 0 0,1 1 0,-1-1 0,0 1 0,1-1 0,-1 1 0,0-1 0,1 1 0,-1-1 0,0 1 0,0-1 0,0 1 0,0-1 0,1 1 0,-1-1 0,0 1 0,0-1 0,0 1 0,0 0 0,0 0 0,-1 1 0,0 0 0,0 0 0,0 0 0,0 0 0,0 0 0,0 0 0,0-1 0,-1 1 0,1 0 0,-1-1 0,1 1 0,-4 2 0,-11 8 0,0-1 0,0 0 0,-34 15 0,-2 3 0,0-1 0,-1-2 0,-94 33 0,107-46 0,0-1 0,-1-2 0,-76 8 0,195-27 0,1-3 0,-2-3 0,89-30 0,106-21 0,-163 47 0,1 4 0,0 5 0,169 7 0,-278 3 0,-1 0 0,1 0 0,0 0 0,0-1 0,0 1 0,-1 1 0,1-1 0,0 0 0,0 0 0,0 0 0,-1 0 0,1 0 0,0 1 0,0-1 0,-1 0 0,1 1 0,0-1 0,-1 1 0,1-1 0,0 0 0,-1 1 0,1 0 0,0-1 0,0 2 0,-14 9 0,-37 8 0,48-18 0,-122 38 0,-2-6 0,-1-5 0,-1-6 0,-2-5 0,-163 0 0,120-19 0,623-17 0,55-1 0,-376 19 0,303 3 0,-428-2 0,5 0 0,-1 0 0,0 1 0,0 0 0,14 4 0,-22-5 0,1 0 0,-1 0 0,0 0 0,0 0 0,0 0 0,0 0 0,0 0 0,1 0 0,-1 0 0,0 0 0,0 0 0,0 0 0,0 0 0,0 0 0,0 0 0,1 1 0,-1-1 0,0 0 0,0 0 0,0 0 0,0 0 0,0 0 0,0 0 0,0 0 0,0 1 0,0-1 0,0 0 0,0 0 0,0 0 0,1 0 0,-1 0 0,0 1 0,0-1 0,0 0 0,0 0 0,0 0 0,0 0 0,0 0 0,0 1 0,0-1 0,-1 0 0,1 0 0,0 0 0,0 0 0,0 0 0,0 1 0,0-1 0,0 0 0,0 0 0,0 0 0,0 0 0,0 0 0,0 0 0,-1 0 0,1 1 0,0-1 0,0 0 0,0 0 0,0 0 0,-14 8 0,-15 4 0,-235 69 0,195-64 0,-137 15 0,-491-25 0,696-7 0,-14 0 0,-1-1 0,-27-6 0,47 3 0,20-4 0,27-4 0,111 0 0,-59 6 0,463-4-776,-340 13 583,41 13 1128,-234-13-901,-2 5-34,-33-3 0,-18-1 0,-297-2 0,294-3 0,-26-3 0,1-2 0,-1-2 0,1-2 0,1-2 0,0-3 0,-66-28 0,112 42 0,-1 1 0,0-1 0,0 1 0,1-1 0,-1 0 0,1 0 0,-1 1 0,1-1 0,-1 0 0,1 0 0,-1-1 0,1 1 0,0 0 0,-1 0 0,1-1 0,0 1 0,-2-3 0,4 3 0,-1 0 0,1 1 0,-1-1 0,1 0 0,-1 1 0,1-1 0,-1 1 0,1-1 0,-1 1 0,1-1 0,0 1 0,-1-1 0,1 1 0,0-1 0,-1 1 0,1 0 0,0-1 0,0 1 0,0 0 0,-1 0 0,1-1 0,0 1 0,0 0 0,0 0 0,0 0 0,70-5 0,170-3 0,-37-1 0,-127 8-478,407 4-167,-6 37-5786,-288-17 6312,-107-15 496,0 3 0,131 36 0,-202-43 1202,-1 2 0,1-1 0,17 13 0,-29-18-1575,0 0 0,0 0-1,0 0 1,0 1 0,0-1-1,0 0 1,0 0 0,1 0 0,-1 0-1,0 0 1,0 1 0,0-1 0,0 0-1,0 0 1,0 0 0,0 0-1,0 1 1,0-1 0,0 0 0,0 0-1,0 0 1,0 0 0,0 1 0,0-1-1,0 0 1,0 0 0,0 0 0,0 0-1,0 1 1,0-1 0,0 0-1,0 0 1,0 0 0,-1 0 0,1 0-1,0 1 1,0-1 0,0 0 0,0 0-1,0 0 1,0 0 0,0 0 0,-1 0-1,1 0 1,0 0 0,0 1-1,0-1 1,0 0 0,0 0 0,-1 0-1,1 0 1,0 0 0,0 0 0,0 0-1,0 0 1,-1 0 0,-18 7 29,-20 2-53,-68-3-282,-113-7-1,72-2 122,60-1-292,1-4-1,-109-26 1,58 10 167,-147-43 306,74 15 0,53 8-1022,-20-4-214,147 41 1856,0-1 0,1-2 0,-45-21 0,43 21 400,25 8-838,0 0-1,0-1 1,0 0-1,1 0 0,-1 0 1,-8-6-1,19 7-181,0 1 0,0-1 0,0 1 0,0 1 0,1-1 0,-1 0 0,0 1 0,7 0 0,273-18 0,-183 18 0,15-1 0,-1 4 0,176 29 0,-187-13 0,-27-6 0,0 3 0,-1 3 0,126 51 0,-199-69 0,-1 0 0,1 0 0,-1 0 0,0 0 0,1 1 0,-1-1 0,0 1 0,0-1 0,0 1 0,0 0 0,0 0 0,3 4 0,-5-6 0,0 1 0,0-1 0,0 1 0,0-1 0,0 0 0,0 1 0,0-1 0,0 0 0,0 1 0,0-1 0,0 0 0,0 1 0,0-1 0,-1 0 0,1 1 0,0-1 0,0 0 0,0 1 0,0-1 0,0 0 0,-1 1 0,1-1 0,0 0 0,0 0 0,-1 1 0,1-1 0,0 0 0,-1 0 0,1 1 0,-1-1 0,-21 7 0,-73 4 0,0-4 0,-104-7 0,105 0 0,-63-4-136,0-7 0,1-6 0,1-7 0,1-7-1,1-7 1,3-6 0,-192-84 0,321 119 136,-80-39 0,89 41 0,1 1 0,0-2 0,1 1 0,0-1 0,0-1 0,-9-11 0,18 20 6,0-1-1,0 0 1,0 0 0,1 0 0,-1 0 0,0 0-1,1 0 1,-1 0 0,1 0 0,-1 0 0,1 0 0,-1 0-1,1-1 1,0 1 0,0 0 0,-1 0 0,1 0-1,0 0 1,0-1 0,0 1 0,0 0 0,1 0-1,-1 0 1,0-1 0,0 1 0,1 0 0,-1 0 0,1-2-1,1 1 26,0 0 0,0 0 0,0 0 0,0 0 0,0 0 0,0 0 0,1 1 0,-1-1 0,1 1 0,-1-1 0,5-1 0,9-3 106,0 1 1,0 1-1,18-3 0,-34 7-137,86-11 0,1 4 0,140 7 0,-105 2 0,12-1-311,0 7-1,-1 6 0,-1 5 1,0 6-1,216 71 0,-330-90 428,-1 0 90,1 0 0,-1 1 0,-1 0 0,1 1 0,-1 1 0,27 21 1,-41-29-199,0 1 0,-1-1 1,1 0-1,-1 1 0,1-1 1,-1 1-1,1 0 0,-1 0 1,0-1-1,0 1 0,0 0 1,0 0-1,0 0 0,0 0 1,-1 0-1,1 0 0,-1 0 1,1 0-1,-1 1 1,0-1-1,0 0 0,0 0 1,0 0-1,0 0 0,0 1 1,-1-1-1,1 0 0,-1 0 1,1 0-1,-1 0 0,0 0 1,0 0-1,0 0 0,0 0 1,0 0-1,0-1 0,0 1 1,-1 0-1,1-1 0,-4 4 1,-5 3-19,-1 1 1,-1-1-1,0-1 1,0 0-1,-15 6 1,8-3 35,-13 5-26,-1-1 0,-1-1 0,0-2 0,0-1 0,-64 8 0,-181 4 0,250-21 0,-304 1-288,272-6 96,0-3 0,1-2-1,-88-27 1,112 26 192,8 3 0,1-2 0,0 0 0,1-2 0,-31-17 0,56 28 14,0-1-1,1 1 1,-1-1-1,0 1 1,0-1-1,0 1 1,0-1-1,1 0 1,-1 1-1,0-1 1,1 0-1,-1 0 0,0 0 1,1 1-1,-1-1 1,1 0-1,0 0 1,-1 0-1,1 0 1,0 0-1,-1-2 1,1 2 4,0 0 1,1 1-1,-1-1 1,1 0-1,-1 0 1,0 1-1,1-1 0,-1 0 1,1 0-1,0 1 1,-1-1-1,1 1 1,-1-1-1,1 0 0,0 1 1,0-1-1,-1 1 1,1 0-1,0-1 1,1 0-1,58-17 497,-36 13-657,47-16 142,1 3 0,1 4 0,89-7 0,228 3 0,-329 17 0,581-3-606,-403 5 471,-223-2 181,-11 1 1,0-1 1,0 1 0,0 0-1,-1 0 1,1 0 0,0 1-1,0-1 1,0 1 0,-1 1-1,1-1 1,8 4 0,-13-5-45,0 1 0,0-1-1,0 0 1,1 1 0,-1-1 0,0 1 0,0-1 0,0 1 0,0-1 0,0 1 0,0-1 0,0 0 0,0 1 0,0-1 0,0 1 0,0-1 0,0 1 0,0-1 0,0 1 0,0-1-1,-1 0 1,1 1 0,0-1 0,0 1 0,0-1 0,-1 1 0,1-1 0,0 0 0,0 1 0,-1-1 0,1 0 0,0 1 0,-1-1 0,1 0 0,-1 0 0,1 1 0,0-1 0,-1 0-1,1 0 1,-1 0 0,1 1 0,0-1 0,-1 0 0,1 0 0,-2 0 0,-23 12-23,24-11 28,-37 11-8,0-1 0,0-2 0,-40 4 0,40-7 0,-69 9 0,-1-5 0,0-4 0,-112-9 0,79-8 0,-259-54 0,374 59 0,9 3 0,1 0 0,-1-1 0,1-1 0,0 0 0,1-1 0,-1-1 0,-18-11 0,34 18 0,-1-1 0,0 1 0,0 0 0,1-1 0,-1 1 0,0 0 0,1-1 0,-1 1 0,0-1 0,1 1 0,-1-1 0,1 1 0,-1-1 0,0 0 0,1 1 0,0-1 0,-1 0 0,1 1 0,-1-1 0,1 0 0,0 0 0,-1 1 0,1-1 0,0 0 0,0 0 0,0 1 0,0-1 0,0 0 0,0 0 0,0 0 0,0 1 0,0-1 0,0 0 0,0 0 0,0 0 0,0 1 0,1-1 0,-1 0 0,0 0 0,0 1 0,1-1 0,-1 0 0,1 1 0,-1-1 0,1 0 0,-1 1 0,1-1 0,-1 0 0,1 1 0,0-1 0,-1 1 0,1-1 0,0 1 0,-1 0 0,1-1 0,0 1 0,-1 0 0,1-1 0,0 1 0,0 0 0,0 0 0,-1 0 0,1 0 0,0 0 0,1 0 0,67-13 0,-56 11 0,174-17-193,312 9-1,-343 11-1322,65-2 1364,688 18-400,-900-17 1009,51 7 837,-57-7-1280,-1 1 0,1 0-1,0-1 1,-1 1 0,1 0 0,-1 0 0,1 1 0,-1-1 0,1 0 0,-1 1 0,0-1 0,0 1-1,0 0 1,0 0 0,0 0 0,0 0 0,2 4 0,-3-5 6,-1 1-1,0-1 1,0 1-1,0-1 1,0 1-1,0-1 1,0 0-1,0 1 1,0-1 0,-1 1-1,1-1 1,-1 0-1,1 1 1,-1-1-1,1 0 1,-1 0 0,0 1-1,0-1 1,1 0-1,-1 0 1,0 0-1,0 0 1,0 0-1,0 0 1,0 0 0,-1 0-1,1 0 1,0-1-1,0 1 1,0 0-1,-1-1 1,1 1 0,-2 0-1,-52 22-122,50-21 147,-114 39-44,-2-5 0,-2-5 0,-163 20 0,-513 1-1102,219-55 2166,1830 58-1862,-1209-53 798,-22-2 0,1 1 0,-1 0 0,0 2 0,0 0 0,-1 2 0,28 8 0,-46-13 3,1 0-1,-1 1 1,1-1 0,-1 0 0,1 0 0,-1 0 0,0 0-1,1 1 1,-1-1 0,1 0 0,-1 1 0,0-1-1,1 0 1,-1 1 0,0-1 0,1 0 0,-1 1 0,0-1-1,1 0 1,-1 1 0,0-1 0,0 1 0,1-1 0,-1 1-1,0-1 1,0 1 0,0-1 0,0 1 0,0-1 0,0 1-1,0-1 1,0 0 0,0 1 0,0 0 0,-15 13 228,-39 6 230,43-16-416,-39 12-45,0-2 0,-1-2 0,-1-2 0,-66 4 0,-214-5 0,256-8 0,-67 0-173,-314-4-857,440 3 1072,7 0 78,-1 0 0,1-1 0,0 0 1,0 0-1,0-1 0,0 0 0,-11-5 0,64 2 80,93 6-200,253 36 0,87 58 0,-366-71 0,-78-13 0,-28-3 0,-20 0 0,-10-3 0,0-2 0,-1 0 0,0-2 0,1 0 0,-33-5 0,-16 1 0,28 3 0,1-1 0,0-3 0,0-2 0,1-2 0,0-2 0,0-2 0,1-2 0,-58-26 0,100 39 0,0 1 0,0-1 0,0 0 0,0-1 0,0 1 0,1 0 0,-1 0 0,0-1 0,1 1 0,-1-1 0,1 1 0,0-1 0,-1 0 0,1 1 0,0-1 0,0 0 0,-1-3 0,2 4 0,0 0 0,0 0 0,0-1 0,1 1 0,-1 0 0,0 0 0,1 0 0,-1 0 0,1 0 0,-1 0 0,1 0 0,-1 0 0,1 0 0,0 0 0,-1 1 0,1-1 0,0 0 0,0 0 0,-1 1 0,1-1 0,0 0 0,0 1 0,0-1 0,0 1 0,0-1 0,0 1 0,0-1 0,0 1 0,0 0 0,1-1 0,-1 1 0,0 0 0,0 0 0,2 0 0,326-68 0,-246 53 0,565-85 0,-448 73 0,-87 2 0,-68 13 0,-176 9 0,-142 3 0,664-10 0,6 0 0,230 11 0,-622-1 0,67 5 0,-71-5 0,1 1 0,0-1 0,0 0 0,0 0 0,0 1 0,0-1 0,-1 1 0,1 0 0,0-1 0,0 1 0,-1 0 0,1 0 0,0 0 0,-1 0 0,1 0 0,-1 1 0,0-1 0,1 0 0,-1 1 0,0-1 0,0 1 0,0-1 0,0 1 0,0 0 0,0-1 0,0 1 0,0 0 0,-1 0 0,1-1 0,-1 1 0,1 4 0,-2-4 0,0 0 0,1 0 0,-1-1 0,0 1 0,-1 0 0,1 0 0,0 0 0,-1-1 0,1 1 0,-1-1 0,1 1 0,-1-1 0,1 1 0,-1-1 0,0 0 0,0 0 0,0 0 0,0 0 0,0 0 0,0-1 0,0 1 0,0 0 0,0-1 0,-4 1 0,-59 10 0,58-10 0,-110 13 0,-215-5 0,269-12 0,0-3 0,0-3 0,0-2 0,1-4 0,-61-22 0,114 35 0,6 1 0,0 0 0,0 1 0,0-1 0,0 0 0,0-1 0,0 1 0,1 0 0,-1-1 0,0 0 0,1 1 0,-1-1 0,1 0 0,-1 0 0,1 0 0,0-1 0,-3-3 0,5 5 0,0 0 0,1 0 0,-1 0 0,0 1 0,1-1 0,-1 0 0,1 0 0,-1 1 0,1-1 0,-1 0 0,1 1 0,0-1 0,-1 0 0,1 1 0,0-1 0,-1 1 0,1-1 0,0 1 0,0-1 0,-1 1 0,1 0 0,0-1 0,0 1 0,0 0 0,0 0 0,-1 0 0,1 0 0,0-1 0,0 1 0,1 1 0,33-5 0,-32 4 0,168-18 0,52-2 0,-176 19 0,103 3 0,-149-2 0,1-1 0,-1 1 0,1 0 0,0 0 0,-1 0 0,1 1 0,-1-1 0,1 0 0,-1 1 0,1-1 0,0 1 0,-1-1 0,1 1 0,-1-1 0,0 1 0,1 0 0,-1 0 0,0 0 0,1 0 0,-1 0 0,0 0 0,0 0 0,0 0 0,0 1 0,0-1 0,0 0 0,0 1 0,0 1 0,-1-1 0,0 0 0,0 0 0,-1 0 0,1 0 0,-1 0 0,0 0 0,0 0 0,0-1 0,0 1 0,0 0 0,0 0 0,0-1 0,0 1 0,0-1 0,-1 1 0,1-1 0,-1 1 0,1-1 0,-1 0 0,0 0 0,-2 2 0,-8 5 0,-1 0 0,-1-1 0,1-1 0,-1 0 0,-1-1 0,1 0 0,-1-1 0,-26 4 0,-128 5 0,138-12 0,-403-4 0,363-3 0,0-4 0,0-2 0,1-4 0,-72-26 0,103 29 0,24 9 0,1 0 0,0-1 0,0-1 0,0 0 0,1-1 0,-22-14 0,34 21 0,1-1 0,-1 1 0,0-1 0,0 0 0,1 1 0,-1-1 0,0 0 0,1 0 0,-1 1 0,1-1 0,-1 0 0,1 0 0,-1 0 0,1 0 0,0 0 0,-1 1 0,1-1 0,0 0 0,0 0 0,-1 0 0,1 0 0,0 0 0,0 0 0,0 0 0,0 0 0,0 0 0,1 0 0,-1 0 0,0 0 0,1-1 0,0 0 0,0 0 0,1 0 0,-1 0 0,1 1 0,0-1 0,0 0 0,-1 1 0,1-1 0,0 1 0,0 0 0,1-1 0,1 0 0,11-4 0,1-1 0,28-6 0,-39 12 0,104-30 0,312-71 0,-259 84 0,294 4 0,-378 14 0,-72 0 0,-1 1 0,1-1 0,0 1 0,0 0 0,-1 1 0,1-1 0,-1 1 0,1 0 0,8 5 0,-13-6 0,0-1 0,0 1 0,0-1 0,0 1 0,-1-1 0,1 1 0,0 0 0,-1 0 0,1-1 0,0 1 0,-1 0 0,1 0 0,-1 0 0,1 0 0,-1-1 0,0 1 0,1 0 0,-1 0 0,0 0 0,0 0 0,0 0 0,1 0 0,-1 2 0,-1-1 0,0 0 0,1 0 0,-1 0 0,0 0 0,0 0 0,-1 0 0,1-1 0,0 1 0,0 0 0,-1-1 0,1 1 0,-1-1 0,0 1 0,1-1 0,-1 0 0,-2 2 0,-12 7 0,0-1 0,-1 0 0,0-1 0,-1-1 0,1-1 0,-23 6 0,-112 18 0,-94-2 0,178-16 0,-93 4 0,133-15 0,0-1 0,-1-2 0,1-1 0,0 0 0,0-2 0,-30-10 0,56 14 0,-1 0 0,1 0 0,-1 0 0,1-1 0,0 1 0,-1-1 0,1 1 0,0-1 0,0 0 0,0 0 0,0 0 0,0 0 0,1 0 0,-1 0 0,1-1 0,-1 1 0,1 0 0,0-1 0,-1-3 0,0 0 0,0 0 0,1 0 0,0 0 0,0 0 0,1 0 0,0-1 0,0 1 0,1-10 0,0 6 0,1 0 0,0 0 0,1 0 0,0 1 0,0-1 0,1 1 0,0-1 0,1 1 0,0 1 0,11-16 0,10-5 0,1 2 0,1 1 0,33-23 0,-48 41 0,0 0 0,0 1 0,0 0 0,1 1 0,0 1 0,0 0 0,0 0 0,1 2 0,-1 0 0,29-2 0,-8 3 0,0 1 0,1 2 0,62 10 0,-81-7 0,-1 0 0,0 1 0,0 1 0,0 0 0,-1 1 0,0 1 0,0 1 0,-1 0 0,0 0 0,13 13 0,17 17 0,-1 3 0,46 59 0,-67-74 0,-2 2 0,-1 0 0,-2 1 0,0 1 0,15 41 0,-26-56 0,-1-1 0,-1 1 0,0 0 0,-1 0 0,0 0 0,-2 0 0,0 0 0,-1 18 0,-1-28 0,0 0 0,0 1 0,0-1 0,-1 0 0,0 0 0,0 0 0,-1 0 0,0 0 0,0 0 0,0-1 0,-1 1 0,1-1 0,-1 0 0,-1 0 0,1 0 0,-1-1 0,1 0 0,-1 0 0,-1 0 0,1 0 0,0-1 0,-1 0 0,-7 3 0,-6 2 0,-2-1 0,1-1 0,0 0 0,-1-2 0,0 0 0,0-2 0,-27 0 0,20-2 0,-1-1 0,1-1 0,0-2 0,0-1 0,-27-8 0,25 3 0,2-2 0,-1-2 0,2 0 0,0-1 0,0-2 0,2-1 0,0-1 0,1-1 0,1-1 0,1-1 0,-37-49 0,52 62 0,1 0 0,1 0 0,-1-1 0,2 1 0,-1-1 0,1-1 0,1 1 0,0 0 0,0-1 0,1 1 0,0-1 0,1 0 0,1 0 0,-1 0 0,2 1 0,-1-1 0,1 0 0,1 0 0,0 1 0,1-1 0,0 1 0,0-1 0,1 1 0,1 0 0,-1 1 0,2-1 0,-1 1 0,1 0 0,1 0 0,0 1 0,0-1 0,0 2 0,1-1 0,0 1 0,10-6 0,3-2 0,1 2 0,1 0 0,0 1 0,1 2 0,0 0 0,0 2 0,1 1 0,0 0 0,46-4 0,5 4 0,1 4 0,77 7 0,-126-2 0,-1 2 0,1 1 0,-1 1 0,-1 1 0,36 15 0,125 65 0,-165-75 0,0 1 0,0 1 0,22 20 0,-34-26 0,0 1 0,-1 1 0,0 0 0,0 0 0,-1 0 0,-1 1 0,0 0 0,6 13 0,-11-21 0,-1 0 0,0 0 0,0 0 0,0 0 0,0 0 0,0 0 0,0 0 0,-1 0 0,0 0 0,0 0 0,0 0 0,0 1 0,0-1 0,0 0 0,-1 0 0,0 0 0,1 0 0,-1 0 0,0 0 0,-2 3 0,1-2 0,-1-1 0,0 1 0,0-1 0,0 1 0,0-1 0,-1 0 0,1 0 0,-1-1 0,1 1 0,-1-1 0,0 0 0,-6 3 0,-11 2 0,0 0 0,0-1 0,0-1 0,-32 2 0,50-6 0,-94 11 0,0-5 0,-105-5 0,147-5 0,1-2 0,0-3 0,1-2 0,0-3 0,-66-24 0,85 24 0,0-2 0,-52-31 0,77 41 0,0-1 0,1 0 0,-1-1 0,1 1 0,0-1 0,1-1 0,0 0 0,0 0 0,1 0 0,0-1 0,0 0 0,1 0 0,-8-19 0,12 25 0,0 0 0,1 0 0,-1 0 0,1 0 0,0 0 0,0 0 0,0 0 0,0 0 0,0 0 0,1 0 0,-1 0 0,1 0 0,0 0 0,0 1 0,0-1 0,0 0 0,0 0 0,1 1 0,-1-1 0,1 0 0,0 1 0,0 0 0,0-1 0,0 1 0,0 0 0,0 0 0,5-3 0,6-4 0,1 1 0,-1 1 0,1 0 0,21-7 0,-8 4 0,10-4 0,2 1 0,0 2 0,0 2 0,50-6 0,162-3 0,-248 18 0,352 4 0,-287 3 0,1 2 0,-2 4 0,75 23 0,-62-13 0,-42-13 0,0 1 0,0 2 0,-1 2 0,45 25 0,-74-34 0,1 0 0,0 1 0,-1 0 0,-1 0 0,14 17 0,-19-22 0,0 1 0,-1-1 0,1 1 0,-1-1 0,0 1 0,1 0 0,-1-1 0,-1 1 0,1 0 0,0 0 0,0 5 0,-1-6 0,0-1 0,0 1 0,-1-1 0,1 1 0,-1-1 0,1 1 0,-1-1 0,1 1 0,-1-1 0,0 1 0,1-1 0,-1 0 0,0 1 0,0-1 0,0 0 0,0 0 0,-1 1 0,1-1 0,0 0 0,0 0 0,-1 0 0,-2 1 0,-14 7 0,-1-1 0,-1 0 0,0-2 0,-22 6 0,19-6 0,-16 3 0,0-2 0,-1-2 0,-55 2 0,-123-11 0,177 2 0,-4 1 0,1-3 0,-1-1 0,1-2 0,-79-25 0,121 32 0,0-1 0,1 1 0,-1 0 0,0-1 0,1 0 0,-1 1 0,1-1 0,-1 0 0,1 0 0,-1 0 0,1 0 0,0 0 0,-1 0 0,1 0 0,0 0 0,0 0 0,0-1 0,0 1 0,0 0 0,-2-4 0,3 4 0,1 0 0,-1 0 0,0 0 0,1 0 0,-1 0 0,1 0 0,-1 0 0,1 0 0,-1 0 0,1 0 0,0 1 0,-1-1 0,1 0 0,0 0 0,0 0 0,0 1 0,-1-1 0,1 1 0,0-1 0,0 0 0,0 1 0,0 0 0,1-1 0,8-4 0,1 1 0,-1 1 0,0 0 0,1 0 0,11-1 0,461-18 0,-422 22 0,29-2 0,0 5 0,0 3 0,140 27 0,-201-26 0,49 14 0,-73-20 0,-1 1 0,1 0 0,-1 0 0,1 1 0,-1-1 0,0 1 0,0 0 0,-1 0 0,1 0 0,-1 1 0,1-1 0,-1 1 0,4 5 0,-6-7 0,0-1 0,-1 1 0,1-1 0,0 1 0,-1-1 0,1 1 0,-1 0 0,0-1 0,0 1 0,1 0 0,-1 0 0,0-1 0,0 1 0,0 0 0,-1-1 0,1 1 0,0 0 0,-1-1 0,1 1 0,-1 0 0,1-1 0,-1 1 0,0-1 0,0 1 0,0-1 0,0 1 0,0-1 0,0 0 0,0 1 0,0-1 0,0 0 0,-1 0 0,1 0 0,0 0 0,-1 0 0,1 0 0,-1 0 0,1 0 0,-1-1 0,0 1 0,-2 0 0,-10 5 0,0-1 0,-1-1 0,-25 5 0,25-5 0,-27 2 0,1-1 0,-1-2 0,-79-4 0,43-1 0,68 2 0,-335-11-326,287 5 248,1-2 0,0-2 0,-107-36 0,133 35 66,6 3 71,-44-22 1,68 30-44,0-1 1,1 1-1,-1 0 0,1 0 1,-1-1-1,0 1 1,1 0-1,-1-1 0,1 1 1,-1 0-1,1-1 0,-1 1 1,1-1-1,-1 1 1,1-1-1,0 1 0,-1-1 1,1 1-1,0-1 1,-1 1-1,1-1 0,0 0 1,0 1-1,-1-1 1,1 1-1,0-2 0,14-6 122,42-1-229,-37 7 133,41-6-42,0 3 0,1 3 0,67 5 0,-10 0 0,-111-3 0,30 1 0,-35-1 0,-1 0 0,0 0 0,0 0 0,1 0 0,-1 0 0,0 1 0,0-1 0,0 0 0,0 1 0,1-1 0,-1 1 0,0-1 0,0 1 0,0 0 0,0-1 0,0 1 0,0 0 0,0 0 0,-1 0 0,1-1 0,0 1 0,0 0 0,0 2 0,-3 0 0,1 0 0,-1 0 0,0 0 0,-1 0 0,1 0 0,-1 0 0,1 0 0,-1-1 0,0 0 0,0 1 0,0-1 0,0 0 0,-4 2 0,6-3 0,-15 8 0,1-1 0,-2 0 0,1-1 0,-1-1 0,0-1 0,-30 6 0,-108 10 0,-616 0 0,759-21 0,-3 0 0,-1 0 0,1-2 0,0 1 0,0-2 0,0 0 0,-15-6 0,29 9 0,1 0 0,-1 0 0,1 0 0,-1 0 0,1 0 0,0 0 0,-1 0 0,1 0 0,-1-1 0,1 1 0,0 0 0,-1 0 0,1-1 0,0 1 0,-1 0 0,1 0 0,0-1 0,-1 1 0,1 0 0,0-1 0,-1 1 0,1 0 0,0-1 0,0 1 0,0-1 0,-1 1 0,1 0 0,0-1 0,0 1 0,0-1 0,0 0 0,12-5 0,23 1 0,337-6 0,-88 0-346,312 27 0,-559-14 395,-7-1 83,0 2 0,0 1 0,54 14 0,-84-18-130,0 0 0,0 0 0,1 0 1,-1 0-1,0 0 0,0 0 0,1 0 0,-1 0 0,0 0 1,0 0-1,1 0 0,-1 0 0,0 1 0,0-1 0,0 0 1,1 0-1,-1 0 0,0 0 0,0 0 0,0 0 0,1 1 1,-1-1-1,0 0 0,0 0 0,0 0 0,0 1 1,0-1-1,0 0 0,1 0 0,-1 0 0,0 1 0,0-1 1,0 0-1,0 0 0,0 1 0,0-1 0,0 0 0,0 0 1,0 0-1,0 1 0,0-1 0,0 0 0,0 0 0,0 1 1,0-1-1,0 0 0,0 0 0,0 1 0,-1-1 0,-13 9 15,-22 2-27,-61 6 10,-155 6 0,-98-19 0,-69-34-859,7-35 607,311 47 321,36 10-69,43 6 0,0 0 0,1-2 0,-42-13 0,123 12 1042,101 6-1042,0 7 0,191 36 0,-167-9 0,251 54 0,-433-89 0,-1 1 0,1-1 0,-1 1 0,0 0 0,1-1 0,-1 1 0,0 0 0,1 0 0,-1 1 0,0-1 0,0 0 0,0 1 0,0-1 0,0 1 0,0 0 0,0 0 0,2 2 0,-4-3 0,0 0 0,0-1 0,0 1 0,0-1 0,0 1 0,0 0 0,0-1 0,0 1 0,0-1 0,0 1 0,0 0 0,0-1 0,-1 1 0,1-1 0,0 1 0,0-1 0,0 1 0,-1-1 0,1 1 0,0-1 0,-1 1 0,1-1 0,-1 1 0,0 0 0,-24 14 0,1-9 0,-1 0 0,0-2 0,0 0 0,0-2 0,0-1 0,-1-1 0,-26-3 0,-13 1 0,0 2 0,-40 1 0,-1-4 0,1-5 0,-122-25 0,204 30 0,18 2 0,0 1 0,0-1 0,0 0 0,0 0 0,0 0 0,0-1 0,0 1 0,0-1 0,1-1 0,-1 1 0,-4-4 0,9 6 0,0-1 0,1 1 0,-1-1 0,0 1 0,0-1 0,1 1 0,-1 0 0,0-1 0,1 1 0,-1-1 0,0 1 0,1 0 0,-1-1 0,1 1 0,-1 0 0,1-1 0,-1 1 0,1 0 0,-1 0 0,1-1 0,-1 1 0,1 0 0,-1 0 0,1 0 0,-1 0 0,1 0 0,-1 0 0,1 0 0,0 0 0,-1 0 0,1 0 0,-1 0 0,1 0 0,0 0 0,24-2 0,72-1 0,0 5 0,-1 4 0,0 4 0,147 34 0,-151-23 0,-47-12 0,-1 1 0,71 29 0,-114-39 0,1 0 0,-1 1 0,0-1 0,0 0 0,0 1 0,1-1 0,-1 1 0,0 0 0,0-1 0,0 1 0,0 0 0,0 0 0,0-1 0,0 1 0,0 0 0,0 0 0,-1 0 0,1 0 0,0 0 0,0 1 0,-1-1 0,1 0 0,-1 0 0,1 0 0,-1 0 0,1 2 0,-2-1 0,1-1 0,-1 0 0,0 0 0,0 1 0,0-1 0,0 0 0,0 0 0,0 0 0,0 0 0,0 0 0,0 0 0,0 0 0,0 0 0,-1 0 0,1-1 0,0 1 0,0 0 0,-3 0 0,-8 4 0,-1-1 0,0 0 0,-24 4 0,-37 0 0,-1-4 0,0-3 0,-79-9 0,-224-41 0,373 48 0,-549-119 0,546 118 0,1 1 0,1-1 0,-1 0 0,1-1 0,-1 1 0,1-1 0,-8-5 0,14 8 0,0 0 0,-1 0 0,1 0 0,0 0 0,0 0 0,0-1 0,-1 1 0,1 0 0,0 0 0,0 0 0,0 0 0,0 0 0,0-1 0,-1 1 0,1 0 0,0 0 0,0 0 0,0 0 0,0-1 0,0 1 0,0 0 0,0 0 0,-1 0 0,1-1 0,0 1 0,0 0 0,0 0 0,0 0 0,0-1 0,0 1 0,0 0 0,0 0 0,0-1 0,0 1 0,0 0 0,0 0 0,1 0 0,-1-1 0,0 1 0,0 0 0,0 0 0,0 0 0,0-1 0,0 1 0,0 0 0,1 0 0,12-5 0,17 2 0,65 3 0,1 4 0,-1 5 0,-1 3 0,0 5 0,96 30 0,124 38 0,-310-84 0,0 0 0,0 1 0,0-1 0,-1 1 0,1 0 0,-1 0 0,1 0 0,-1 1 0,4 3 0,-7-6 0,1 0 0,-1 0 0,0 1 0,0-1 0,0 0 0,1 0 0,-1 0 0,0 1 0,0-1 0,0 0 0,0 1 0,0-1 0,0 0 0,0 0 0,0 1 0,0-1 0,1 0 0,-1 1 0,0-1 0,0 0 0,0 0 0,-1 1 0,1-1 0,0 0 0,0 1 0,0-1 0,0 0 0,0 0 0,0 1 0,0-1 0,0 0 0,-1 0 0,1 1 0,0-1 0,0 0 0,0 0 0,0 0 0,-1 1 0,1-1 0,-1 0 0,-25 6 0,-33-3 0,0-4 0,0-2 0,-61-10 0,92 8 0,-1-1 0,1-1 0,0-1 0,1-2 0,0-1 0,0-1 0,1-1 0,-27-19 0,51 31 0,0 0 0,1 0 0,-1 0 0,0 0 0,1 0 0,-1-1 0,1 1 0,0-1 0,-1 1 0,1-1 0,0 1 0,0-1 0,0 0 0,0 0 0,0 0 0,0 1 0,1-1 0,-1 0 0,0 0 0,1-3 0,0 4 0,1 0 0,-1-1 0,1 1 0,0 0 0,-1 0 0,1 0 0,0 0 0,0 0 0,0 0 0,0 0 0,0 0 0,0 0 0,0 0 0,1 0 0,-1 1 0,0-1 0,0 0 0,1 1 0,-1-1 0,0 1 0,1-1 0,-1 1 0,0 0 0,1 0 0,-1 0 0,1-1 0,-1 1 0,3 1 0,54-5 0,94 6 0,-42 2 0,414-20 0,-234 12 0,-412 5 0,-149-2 0,204-2 0,-130-24 0,197 27 0,0 0 0,0 0 0,0 0 0,0 0 0,0-1 0,0 1 0,1 0 0,-1 0 0,0 0 0,0 0 0,0 0 0,0 0 0,0-1 0,0 1 0,0 0 0,0 0 0,0 0 0,0 0 0,0 0 0,0 0 0,0-1 0,0 1 0,-1 0 0,1 0 0,0 0 0,0 0 0,0 0 0,0 0 0,0 0 0,0-1 0,0 1 0,0 0 0,0 0 0,29-3 0,40 1 0,84 2 0,212 7 0,-281-2 0,-1 5 0,108 26 0,-189-36 0,0 0 0,0 1 0,1-1 0,-1 1 0,0-1 0,0 1 0,0 0 0,0 0 0,0 0 0,-1 0 0,1 0 0,3 3 0,-22 2 0,-53-4 0,-607-3 0,694 0 0,1 2 0,0 0 0,-1 0 0,1 2 0,-1 0 0,0 1 0,30 11 0,323 114 0,-134-51 0,-233-77 0,0 1 0,0-1 0,0 0 0,0 1 0,-1-1 0,1 1 0,0 0 0,-1 0 0,0 0 0,4 3 0,-5-4 0,-1-1 0,0 0 0,0 1 0,0-1 0,1 0 0,-1 1 0,0-1 0,0 1 0,0-1 0,0 0 0,0 1 0,0-1 0,0 1 0,0-1 0,0 1 0,0-1 0,0 0 0,0 1 0,0-1 0,0 1 0,0-1 0,0 0 0,0 1 0,0-1 0,0 1 0,-1-1 0,1 0 0,0 1 0,-1-1 0,-19 11 0,-15-6 0,1-1 0,0-1 0,-1-2 0,-46-4 0,4 1 0,-13 2 0,-203-7 0,236 3 0,0-3 0,0-2 0,-57-18 0,103 24 0,0-1 0,0-1 0,-16-8 0,24 11 0,0 0 0,0 1 0,1-1 0,-1 0 0,0 0 0,1-1 0,-1 1 0,1-1 0,0 1 0,0-1 0,0 0 0,0 1 0,1-1 0,-1 0 0,1 0 0,-3-6 0,4 8 0,0 0 0,0-1 0,1 1 0,-1 0 0,0 0 0,0 0 0,1-1 0,-1 1 0,1 0 0,-1 0 0,1 0 0,-1 0 0,1 0 0,0 0 0,-1 0 0,1 0 0,0 0 0,0 0 0,0 0 0,0 0 0,0 0 0,0 0 0,0 1 0,0-1 0,0 1 0,0-1 0,0 0 0,0 1 0,0 0 0,1-1 0,-1 1 0,0 0 0,0 0 0,1-1 0,-1 1 0,0 0 0,3 0 0,55-1 0,-51 1 0,183-7 0,-118 2 0,97 5 0,-33 17-166,186 48 0,-49-7-212,-138-32 485,-215-26 507,24 2-625,3-6 11,1-1 0,1-3 0,-1-2 0,1-2 0,1-2 0,0-3 0,2-1 0,-62-34 0,105 51 0,1-1 0,-1 0 0,0-1 0,1 1 0,-1 0 0,1-1 0,-1 0 0,1 0 0,0 0 0,0 0 0,-3-6 0,5 8 0,1 0 0,0 1 0,0-1 0,-1 0 0,1 0 0,0 0 0,0 0 0,0 1 0,0-1 0,0 0 0,0 0 0,0 0 0,0 0 0,0 1 0,0-1 0,0 0 0,1 0 0,-1 0 0,0 0 0,0 1 0,1-1 0,0-1 0,1 0 0,-1 0 0,1 0 0,0 0 0,0 1 0,0-1 0,0 1 0,0-1 0,1 1 0,-1 0 0,0 0 0,4-1 0,52-27 0,-45 21 0,1 1 0,-1 1 0,2 0 0,-1 1 0,18-5 0,96-9 0,-120 17 0,0 0 0,-1 0 0,1-1 0,0 0 0,-1-1 0,0 0 0,0 0 0,0 0 0,0-1 0,-1 0 0,0 0 0,0-1 0,0 0 0,-1 0 0,7-8 0,35-32 0,-22 28 0,2 1 0,0 2 0,47-20 0,-66 31 0,30-17 0,16-8 0,-50 28 0,-1-1 0,0 1 0,1 0 0,-1 1 0,0-1 0,1 1 0,-1-1 0,1 1 0,-1 0 0,0 0 0,1 1 0,-1-1 0,1 1 0,4 1 0,-7-2 0,-1 0 0,0 0 0,1 0 0,-1 0 0,1 1 0,-1-1 0,0 0 0,1 0 0,-1 0 0,0 1 0,1-1 0,-1 0 0,0 0 0,1 1 0,-1-1 0,0 0 0,0 0 0,1 1 0,-1-1 0,0 1 0,0-1 0,1 0 0,-1 1 0,0-1 0,0 0 0,0 1 0,0-1 0,0 1 0,0-1 0,0 0 0,1 1 0,-1-1 0,0 1 0,-1-1 0,1 0 0,0 1 0,0-1 0,0 1 0,-13 16 0,-23 9 0,8-13 0,0-1 0,0-1 0,-2-2 0,1-1 0,-52 8 0,64-13 0,0 0 0,0-1 0,0 0 0,0-2 0,-16-1 0,27-4 0,14-4 0,23-9 0,-25 15 0,37-22 0,1 3 0,1 1 0,74-22 0,-88 35 0,-1 1 0,1 1 0,0 2 0,0 1 0,1 1 0,55 5 0,-85-3 0,0 0 0,0 1 0,-1-1 0,1 1 0,0-1 0,0 1 0,0 0 0,0 0 0,-1-1 0,1 1 0,0 0 0,-1 1 0,1-1 0,-1 0 0,1 0 0,-1 1 0,0-1 0,1 1 0,-1-1 0,0 1 0,0-1 0,0 1 0,0 0 0,0 0 0,-1-1 0,1 1 0,0 0 0,-1 0 0,0 0 0,1 0 0,-1 0 0,0 0 0,0 4 0,0-3 0,0 0 0,0 1 0,-1-1 0,1 0 0,-1 0 0,0 1 0,0-1 0,0 0 0,0 0 0,-1 0 0,1 0 0,-1 0 0,1 0 0,-1-1 0,0 1 0,-1 0 0,1-1 0,0 1 0,-5 2 0,-21 13 0,-1-2 0,0-1 0,-1-1 0,-1-1 0,0-2 0,-1-2 0,0 0 0,-38 4 0,-32-1 0,-133-2 0,1-1 0,220-8 0,-56 5 0,50-4 0,31-3 0,18-4 0,0-2 0,-1 0 0,32-13 0,49-13 0,-41 21 0,-1 3 0,1 4 0,1 2 0,107 9 0,-152-3 0,-1 1 0,0 1 0,29 10 0,-40-11 0,-1 0 0,0 1 0,0 0 0,-1 1 0,1 0 0,-1 0 0,0 1 0,10 11 0,-17-15 0,-1 0 0,0 0 0,1 0 0,-2 1 0,1-1 0,0 1 0,-1-1 0,1 1 0,-1 0 0,0-1 0,0 1 0,0 0 0,-1 0 0,0 0 0,1 0 0,-1 0 0,-1-1 0,1 1 0,0 0 0,-1 0 0,0 0 0,-2 6 0,2-6 0,-1 1 0,0-1 0,0 1 0,0-1 0,0 0 0,-1 0 0,0 0 0,0 0 0,0 0 0,0-1 0,0 1 0,-1-1 0,1 0 0,-1 0 0,0 0 0,0-1 0,0 1 0,-6 1 0,-18 6 0,0-3 0,-1 0 0,0-1 0,-51 2 0,-123-8 0,108-2 0,87 2 0,5 1 0,0-1 0,0 0 0,-1 0 0,1 0 0,0 0 0,0 0 0,0-1 0,0 1 0,0-1 0,0 0 0,0 0 0,0 0 0,-5-3 0,13-1 0,1 0 0,0 1 0,0-1 0,13-6 0,32-14 0,0 1 0,2 3 0,1 2 0,0 3 0,1 2 0,69-9 0,-102 20 0,-15 1 0,2 1 0,-1 0 0,0 0 0,0 1 0,0 0 0,0 0 0,0 1 0,0 0 0,9 2 0,-17 3 0,-11 1 0,-13 3 0,-27 0 0,0-1 0,-85 3 0,-107-13 0,103-2 0,81 4 0,22 1 0,-49-6 0,77 1 0,19-3 0,20-1 0,143-10 0,308 10 0,-268 10 0,-111-4 0,105 3 0,-203-2 0,0 0 0,0 1 0,0-1 0,0 1 0,0 0 0,0 1 0,7 2 0,-11-4 0,1 0 0,-1 1 0,0-1 0,1 0 0,-1 0 0,0 0 0,0 1 0,1-1 0,-1 0 0,0 0 0,0 1 0,1-1 0,-1 0 0,0 1 0,0-1 0,0 0 0,1 1 0,-1-1 0,0 0 0,0 1 0,0-1 0,0 0 0,0 1 0,0-1 0,0 1 0,0-1 0,0 0 0,0 1 0,0-1 0,0 0 0,0 1 0,-17 12 0,-7-2 0,-1-1 0,-1-1 0,0-2 0,0 0 0,-1-2 0,-27 3 0,-34 3 0,53-4 0,-1-3 0,0 0 0,0-3 0,-53-4 0,88 3 0,1 0 0,-1 0 0,1 0 0,-1 0 0,1 0 0,-1 0 0,1 0 0,0 0 0,-1 0 0,1-1 0,-1 1 0,1 0 0,-1 0 0,1-1 0,0 1 0,-1 0 0,1 0 0,-1-1 0,1 1 0,0 0 0,-1-1 0,1 1 0,0-1 0,0 1 0,-1-1 0,1 1 0,0 0 0,0-1 0,0 1 0,-1-1 0,1 1 0,0-1 0,0 1 0,0-1 0,0 1 0,0-1 0,9-20 0,22-15 0,-4 11 0,1 0 0,1 2 0,1 1 0,1 2 0,56-29 0,-81 46 0,0 1 0,-1 0 0,1 0 0,0 0 0,0 0 0,0 1 0,0 0 0,11 0 0,-15 1 0,0 1 0,0-1 0,-1 1 0,1 0 0,0-1 0,-1 1 0,1 0 0,-1 0 0,1 0 0,-1 0 0,1 0 0,-1 1 0,0-1 0,1 0 0,-1 0 0,0 1 0,0-1 0,0 1 0,0-1 0,0 1 0,0 0 0,-1-1 0,1 1 0,0 0 0,-1-1 0,0 1 0,1 0 0,-1 0 0,0 0 0,0-1 0,0 1 0,0 0 0,0 3 0,1 6 0,-1 1 0,-1 0 0,1-1 0,-2 1 0,0-1 0,0 1 0,-1-1 0,0 0 0,-6 14 0,6-19 0,0 0 0,0-1 0,0 1 0,-1-1 0,0 1 0,0-1 0,0-1 0,-1 1 0,1 0 0,-1-1 0,0 0 0,-1 0 0,1-1 0,0 1 0,-1-1 0,0-1 0,0 1 0,-8 2 0,13-5 0,0 1 0,0-1 0,0 0 0,-1 1 0,1-1 0,0 0 0,0 0 0,-1 0 0,1 0 0,0 0 0,0 0 0,0 0 0,-1 0 0,1-1 0,0 1 0,0 0 0,0-1 0,-1 1 0,1-1 0,0 0 0,0 1 0,0-1 0,0 0 0,0 1 0,0-1 0,0 0 0,0 0 0,0-1 0,-1 0 0,1-1 0,-1 0 0,1 0 0,0 0 0,0 0 0,0 1 0,1-1 0,-1 0 0,1 0 0,-1-1 0,1-3 0,0-1 0,0 1 0,1-1 0,0 0 0,0 0 0,1 1 0,0-1 0,0 1 0,6-14 0,3 8 0,0 0 0,0 1 0,1 1 0,0 0 0,1 1 0,0 0 0,1 1 0,0 0 0,1 1 0,17-7 0,-30 14 0,0 0 0,0 0 0,0 0 0,0 0 0,1 1 0,-1-1 0,0 0 0,0 1 0,0 0 0,1-1 0,-1 1 0,0 0 0,0 0 0,0 1 0,1-1 0,-1 0 0,0 1 0,0-1 0,0 1 0,0 0 0,1-1 0,-1 1 0,0 0 0,-1 0 0,1 1 0,0-1 0,0 0 0,0 1 0,-1-1 0,3 2 0,-2 2 0,0-1 0,0 0 0,0 0 0,-1 1 0,0-1 0,1 1 0,-2 0 0,1-1 0,0 1 0,-1 0 0,0-1 0,0 1 0,-1 8 0,-7 38 0,-2-1 0,-2-1 0,-20 53 0,25-78 0,-18 33 0,24-54 0,-1 0 0,0 0 0,1 0 0,-1 0 0,-1-1 0,1 1 0,0-1 0,0 1 0,-1-1 0,1 0 0,-1 0 0,0 0 0,0-1 0,0 1 0,-5 2 0,7-4 0,0 0 0,0 0 0,0-1 0,0 1 0,0 0 0,0 0 0,1-1 0,-1 1 0,0 0 0,0-1 0,0 1 0,1-1 0,-1 1 0,0-1 0,0 1 0,1-1 0,-1 0 0,1 1 0,-1-1 0,0 0 0,1 0 0,0 1 0,-1-1 0,1 0 0,-1 0 0,1 0 0,0 1 0,-1-1 0,1 0 0,0 0 0,0 0 0,0 0 0,0 0 0,0 0 0,0 0 0,0-1 0,-2-42 0,2 38 0,-1-22 0,2-1 0,0 1 0,2-1 0,1 1 0,1 0 0,2 0 0,13-37 0,-12 45 0,3-8 0,24-45 0,-32 67 0,1 0 0,0 1 0,0-1 0,0 1 0,0 0 0,1 0 0,0 0 0,0 0 0,0 1 0,0 0 0,1 0 0,0 1 0,9-5 0,-14 7 0,0 1 0,0-1 0,0 1 0,0 0 0,1-1 0,-1 1 0,0 0 0,0 0 0,1 0 0,-1 0 0,0 0 0,0 0 0,1 0 0,-1 0 0,0 0 0,0 1 0,0-1 0,1 0 0,-1 1 0,0-1 0,0 1 0,0 0 0,0-1 0,0 1 0,1 1 0,0 0 0,-1 0 0,1 0 0,-1 0 0,0 0 0,1 0 0,-1 0 0,0 1 0,-1-1 0,1 1 0,0-1 0,-1 1 0,1 2 0,1 11 0,-1 0 0,-1 0 0,-2 21 0,1-21 0,-1 285 0,1-397 0,-2 36 0,3 0 0,3 0 0,2 0 0,17-76 0,-21 130 0,0 0 0,1 1 0,0 0 0,0-1 0,0 1 0,1 0 0,-1 0 0,1 0 0,0 0 0,1 1 0,-1-1 0,1 1 0,0 0 0,4-4 0,-7 8 0,-1 0 0,1 0 0,0 0 0,-1-1 0,1 1 0,-1 0 0,1 0 0,0 0 0,-1 0 0,1 1 0,-1-1 0,1 0 0,-1 0 0,1 0 0,0 0 0,-1 1 0,1-1 0,-1 0 0,1 0 0,-1 1 0,1-1 0,-1 0 0,1 1 0,-1-1 0,0 1 0,1-1 0,-1 0 0,1 1 0,-1-1 0,0 1 0,0-1 0,1 1 0,-1-1 0,0 1 0,0 0 0,1-1 0,-1 1 0,0 0 0,8 28 0,-6-23 0,6 28 0,15 46 0,-14-51 0,-2-1 0,-1 1 0,0 0 0,1 53 0,-3-39 0,0 36 0,-4-80 0,0 1 0,0 0 0,0 0 0,0 0 0,0 0 0,0 0 0,1 0 0,-1 0 0,0 0 0,0 0 0,0 0 0,0 0 0,0 0 0,0 0 0,0 0 0,0 0 0,1 0 0,-1 0 0,0 0 0,0 0 0,0 0 0,0 0 0,0 0 0,0 0 0,0 0 0,1 0 0,-1 0 0,0 0 0,0 0 0,0 0 0,0 0 0,0 0 0,0 0 0,0 0 0,0 0 0,0 0 0,1 0 0,-1 1 0,0-1 0,0 0 0,0 0 0,0 0 0,0 0 0,0 0 0,0 0 0,0 0 0,0 0 0,0 1 0,0-1 0,0 0 0,0 0 0,0 0 0,0 0 0,0 0 0,0 0 0,0 0 0,0 0 0,0 1 0,0-1 0,0 0 0,0 0 0,0 0 0,0 0 0,6-14 0,4-20 0,-10 33 0,19-78 0,17-155 0,-34 209 0,1 0 0,10-39 0,-13 63 0,0 0 0,0 0 0,0 1 0,0-1 0,0 0 0,1 1 0,-1-1 0,0 0 0,0 1 0,1-1 0,-1 0 0,0 1 0,1-1 0,-1 1 0,1-1 0,-1 0 0,1 1 0,-1-1 0,1 1 0,-1 0 0,1-1 0,-1 1 0,1-1 0,0 1 0,-1 0 0,1-1 0,0 1 0,-1 0 0,1 0 0,1-1 0,13 15 0,5 31 0,-12-16 0,-1 1 0,-2-1 0,-1 1 0,-1 0 0,-2 48 0,-1-75 0,0 0 0,0 0 0,0 0 0,1 0 0,-1 0 0,1 0 0,0 0 0,-1 0 0,2 0 0,-1-1 0,2 4 0,-3-6 0,0 1 0,0-1 0,0 0 0,0 0 0,1 0 0,-1 1 0,0-1 0,0 0 0,0 0 0,1 0 0,-1 0 0,0 0 0,0 1 0,0-1 0,1 0 0,-1 0 0,0 0 0,0 0 0,1 0 0,-1 0 0,0 0 0,0 0 0,1 0 0,-1 0 0,0 0 0,0 0 0,1 0 0,-1 0 0,0 0 0,0 0 0,1 0 0,-1 0 0,0 0 0,0 0 0,1-1 0,-1 1 0,0 0 0,0 0 0,1 0 0,-1-1 0,11-21 0,9-54-15,-13 44-435,2 1 0,25-59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1T14:55:42.526"/>
    </inkml:context>
    <inkml:brush xml:id="br0">
      <inkml:brushProperty name="width" value="0.2" units="cm"/>
      <inkml:brushProperty name="height" value="0.2" units="cm"/>
      <inkml:brushProperty name="color" value="#FFFFFF"/>
    </inkml:brush>
  </inkml:definitions>
  <inkml:trace contextRef="#ctx0" brushRef="#br0">1104 1324 24575,'-1'-1'0,"1"0"0,0 0 0,-1 0 0,1 0 0,-1 1 0,1-1 0,-1 0 0,0 0 0,1 0 0,-1 1 0,0-1 0,0 0 0,1 1 0,-1-1 0,0 1 0,0-1 0,0 1 0,0-1 0,0 1 0,0-1 0,1 1 0,-1 0 0,0-1 0,0 1 0,0 0 0,0 0 0,0 0 0,0 0 0,0 0 0,0 0 0,0 0 0,0 0 0,0 0 0,0 1 0,0-1 0,0 0 0,0 1 0,-1 0 0,-40 11 0,10 3 0,10-5 0,1 0 0,1 2 0,-20 14 0,29-19 0,0 0 0,-1 0 0,0-1 0,0-1 0,-1 0 0,-18 5 0,-85 15 0,32-9 0,-12 1 0,68-14 0,0 2 0,1 1 0,-27 9 0,25-5 0,0-2 0,0-1 0,-1-1 0,0-1 0,-55 0 0,179-6 0,155-22 0,445-106-1102,-296 76-988,-256 35 1958,87-6 2730,-216 23-2494,1-2-1,-1 0 0,-1 0 0,1-2 1,0 1-1,11-7 0,-3 2-100,-8-1-3,-25 5 0,-26 4 0,13 6 0,1 1 0,-27 11 0,24-8 0,-46 10 0,-27-1 0,-150 22 0,240-39-24,-242 17-550,225-17 542,0 2 0,1 1 0,-27 7-1,24-5 37,-1 0-1,-33 1 0,-410-6-3,226-3 0,56-17 717,188 19-717,0 0 0,0 0 0,0-1 0,0 1 0,1-1 0,-1 1 0,0-1 0,0 0 0,0 0 0,1 0 0,-4-2 0,6 2 0,-1 1 0,1 0 0,0 0 0,0 0 0,-1-1 0,1 1 0,0 0 0,0-1 0,-1 1 0,1 0 0,0-1 0,0 1 0,0 0 0,0-1 0,0 1 0,-1 0 0,1-1 0,0 1 0,0 0 0,0-1 0,0 1 0,0 0 0,0-1 0,0 1 0,0 0 0,0-1 0,0 1 0,1-1 0,-1 1 0,0 0 0,0-1 0,18-14 0,4 5 0,1 1 0,1 1 0,-1 1 0,1 1 0,44-5 0,11-3 0,33-12 0,188-35 0,775 2 0,-1934 59-2993,847-1 3099,-1 0-1,1-1 1,0-1-1,0 0 1,-16-6-1,15 4 358,0 1 1,0 1-1,-1 0 0,-19-2 0,-286 6-419,370 5-44,143 7 0,-40-3 93,-8 0-1196,127 0 870,-162-4 264,267 25-1784,-252-18 954,22-2-1849,-72-7 2454,0 3 0,127 28 0,-163-26 805,1-3-1,56 3 0,-32-3-321,-15-4 1999,-24-1-61,-53-1-1868,13-1-359,0-1 0,1 0 0,-1-1 0,0-1 0,-16-7 0,-33-8 0,-280-44-1065,38 9 201,-280-44-3266,475 82 3765,-95-3 269,110 12 162,8 4 951,24 2 4420,566-21-5618,31 6 362,-533 16-181,0 1 0,1-1 0,-1 0 0,0 0 0,0 0 0,1 0 0,-1 0 0,0 0 0,1 0 0,-1 0 0,0 0 0,0-1 0,0 1 0,1-1 0,-1 1 0,0-1 0,0 1 0,0-1 0,0 1 0,0-1 0,0 0 0,0 0 0,0 0 0,0 1 0,0-1 0,0 0 0,-1 0 0,1 0 0,1-2 0,-3 2 0,1-1 0,-1 1 0,0 0 0,0 0 0,1 0 0,-1-1 0,0 1 0,0 0 0,0 0 0,0 0 0,0 1 0,0-1 0,-1 0 0,1 0 0,0 1 0,0-1 0,-1 0 0,1 1 0,0-1 0,-1 1 0,1 0 0,0-1 0,-1 1 0,1 0 0,-1 0 0,-1 0 0,-176-19 0,-59 0 0,3 0 0,6 0 0,-1 16 0,152 3 0,119 6 0,50 15 0,-49-11 0,45 6 0,101 7 0,-56 3-914,21 2-480,-96-22 1394,252 33 0,93 18-2443,216 1 890,-470-48 1384,20 12 455,-20-2-245,-26-2 6003,-506-52-5939,139 7-108,-51 0-1266,-440-19-1505,563 36 1789,-17 1 4458,219 8-2526,201 3-339,-146 7-608,58 2 0,562-12-781,-564 11 748,4-1 196,-100-9 513,-41 0-717,-27 0 57,-335-3-16,-395 6 0,728-2 0,-90 6 0,106-5 0,0-1 0,0 2 0,0-1 0,0 1 0,1 1 0,0-1 0,-1 2 0,1-1 0,-9 7 0,16-10 0,0 1 0,1-1 0,-1 0 0,0 1 0,0-1 0,1 1 0,-1 0 0,1 0 0,-1-1 0,1 1 0,0 0 0,0 0 0,0 0 0,0 0 0,0 0 0,0 1 0,0-1 0,1 0 0,-1 0 0,1 4 0,0-4 0,1 1 0,-1-1 0,1 0 0,0 0 0,-1 0 0,1 1 0,0-1 0,1 0 0,-1 0 0,0 0 0,0-1 0,1 1 0,-1 0 0,1 0 0,0-1 0,3 3 0,9 6 0,1-1 0,0 0 0,1-1 0,23 8 0,-18-7 0,25 8 0,1-2 0,1-2 0,0-2 0,1-2 0,51 2 0,-93-10 0,339 22 0,-318-22-82,-1 2-1,0 0 1,29 9-1,-29-6 0,1-1 0,0-1-1,29 1 1,157-8 746,-450-26-663,35 2 0,-430 8 0,508 19 0,655 27-819,-61 0 168,134-19-499,118 2-648,-438-5 2738,-276-9 663,-16-3-695,-18-6-335,-84-22-452,-1 5 1,-170-22-1,149 29-91,-761-84-1132,792 98 1167,-520-30-2621,0 34 3615,1636 3 124,-496 5-976,-293-3 747,-1190 14-1758,931-13 583,-1437 72-3441,1444-71 3717,6-1 180,1 1 1,0 1-1,-30 11 2430,60-12-1851,18 1-310,1515-3-1880,-723-1 2885,-1014 0-1236,-722 13-3143,684-7 2864,-154 10 277,383-15-224,-52 10 1544,52-10-1565,0 0 1,0 1 0,1-1 0,-1 0 0,0 1 0,0-1 0,1 1 0,-1-1 0,0 1 0,1-1 0,-1 1 0,0 0-1,1-1 1,-1 1 0,1 0 0,-1-1 0,1 1 0,0 0 0,-1 0 0,1 0 0,-1 0 0,1 1-22,0-1 0,1 0 0,-1 0 0,0 1 0,1-1 0,-1 0 1,0 0-1,1 0 0,0 0 0,-1 0 0,1 0 0,0 0 0,-1 0 0,1 0 1,0 0-1,0 0 0,0 0 0,0 0 0,2 1 0,8 6-5,0 0 0,1-1 0,-1 0 0,2-1 0,-1 0 0,1-1 0,16 4 0,99 22 0,-99-25 0,862 134-1087,-544-91 1023,-78-9-35,-290-42 1122,-5 1-947,0-2-1,-31-7 1,-97-25-76,-213-20 0,317 48 0,-1036-93-575,751 84 1054,473 18-408,561-5-46,45-82-25,-674 75 0,-7 2 0,0-3 0,0-2 0,92-34 0,-153 47 0,0-1 0,0 1 0,-1-1 0,1 1 0,0-1 0,-1 0 0,1 0 0,-1 0 0,1 0 0,-1 0 0,1 0 0,-1 0 0,1 0 0,-1-1 0,0 1 0,0 0 0,0-1 0,0 1 0,2-4 0,-3 4 0,-1 0 0,1 0 0,-1 0 0,1 0 0,-1 1 0,1-1 0,-1 0 0,0 0 0,1 0 0,-1 1 0,0-1 0,1 0 0,-1 1 0,0-1 0,0 0 0,0 1 0,0-1 0,0 1 0,0 0 0,0-1 0,0 1 0,0 0 0,0-1 0,-1 1 0,-15-4 0,0 0 0,-27-3 0,-283-30 0,321 36 0,0 1 0,1 0 0,-1-1 0,0 0 0,1 0 0,-1 0 0,1-1 0,0 1 0,-10-6 0,56 2 0,209-33 0,-31 3 0,882-41-2481,-1029 75 2481,-26 3 0,0-3 0,0-2 0,-1-2 0,79-18 0,-124 23 21,0 0-1,0 1 1,-1-1-1,1 0 0,0 0 1,0 0-1,0 0 1,0 0-1,0 0 1,0-1-1,-1 1 1,1 0-1,0 0 0,0 0 1,0 0-1,0 0 1,0 0-1,0 0 1,-1 0-1,1 0 0,0 0 1,0 0-1,0 0 1,0 0-1,0-1 1,0 1-1,0 0 1,0 0-1,-1 0 0,1 0 1,0 0-1,0 0 1,0 0-1,0-1 1,0 1-1,0 0 1,0 0-1,0 0 0,0 0 1,0 0-1,0-1 1,0 1-1,0 0 1,0 0-1,0 0 1,0 0-1,0 0 0,0 0 1,0-1-1,0 1 1,0 0-1,0 0 1,0 0-1,0 0 1,1 0-1,-1 0 0,0-1 1,0 1-1,0 0 1,0 0-1,0 0 1,0 0-1,0 0 1,1 0-1,-24-8 796,-28-3-480,-329-32-336,-242-23 0,427 36 0,116 15 0,120 18 0,75-4 0,-38-1 0,-36 0 0,-29 1 0,-1 0 0,1 0 0,0 2 0,0 0 0,16 3 0,-29-1 0,-9 1 0,-9 2 0,-15-2 0,-46 0 0,-11 1 0,-395 8 0,337-15 0,186 4 0,69 13 0,-12-1 0,1156 105-3267,-990-82 5237,-453-38-673,-138-27-1508,-514-34-446,477 40 1233,1333 23-284,-965-1-292,49-4 0,-48 4 0,-1 0 0,1 0 0,0-1 0,0 1 0,0-1 0,-1 0 0,1 0 0,0 1 0,0-1 0,-1 0 0,1 0 0,-1 0 0,1-1 0,-1 1 0,1 0 0,-1-1 0,0 1 0,0 0 0,0-1 0,0 0 0,0 1 0,2-4 0,-3 4 0,0 0 0,0 0 0,-1 0 0,1 0 0,0 0 0,0 0 0,-1 0 0,1 0 0,0 0 0,-1 0 0,1 0 0,-1 0 0,1 0 0,-1 0 0,0 0 0,1 1 0,-1-1 0,0 0 0,0 0 0,1 1 0,-1-1 0,0 0 0,0 1 0,0-1 0,0 1 0,0-1 0,0 1 0,0 0 0,0-1 0,0 1 0,-2 0 0,-36-11 0,37 10 0,-127-17 0,47 8 0,80 10 0,0 0 0,1 0 0,-1 0 0,0 0 0,1 0 0,-1-1 0,0 1 0,1-1 0,-1 1 0,1-1 0,-1 0 0,1 0 0,-1 0 0,1 0 0,-1 0 0,1 0 0,0 0 0,-1 0 0,1 0 0,0 0 0,0-1 0,0 1 0,0 0 0,0-1 0,0 1 0,1-1 0,-1 1 0,0-1 0,1 0 0,-1 1 0,1-1 0,-1 0 0,1 1 0,0-1 0,0-2 0,1-5 0,0 0 0,1 1 0,1-1 0,-1 1 0,1 0 0,4-9 0,9-30 0,-13-2 0,-3 37 0,1 1 0,0-1 0,0 0 0,1 1 0,5-17 0,-6 25 0,1 0 0,-1-1 0,1 1 0,0 0 0,0 1 0,0-1 0,0 0 0,0 0 0,1 1 0,-1-1 0,1 1 0,0 0 0,-1 0 0,1 0 0,0 0 0,0 1 0,0-1 0,1 1 0,-1-1 0,0 1 0,0 0 0,1 0 0,3 0 0,15-3 0,-12 1 0,-1 1 0,1 1 0,0-1 0,0 1 0,0 1 0,15 1 0,-22 0 0,0 0 0,1 0 0,-1 0 0,0 0 0,0 1 0,0-1 0,-1 1 0,1 0 0,0 0 0,0 0 0,-1 0 0,0 0 0,1 0 0,-1 1 0,0 0 0,0-1 0,0 1 0,0 0 0,-1 0 0,1 0 0,-1 0 0,0 0 0,0 0 0,1 4 0,-1-5 0,0 1 0,0 0 0,0-1 0,1 1 0,-1-1 0,0 1 0,1-1 0,0 1 0,-1-1 0,1 0 0,0 0 0,0 0 0,1 0 0,-1 0 0,0-1 0,0 1 0,1 0 0,-1-1 0,1 0 0,4 2 0,1-1 0,0-1 0,-1 0 0,1 0 0,0-1 0,15-1 0,31 3 0,-51-1 0,0-1 0,0 1 0,0 0 0,0 0 0,0 1 0,-1-1 0,1 0 0,0 1 0,-1 0 0,1-1 0,-1 1 0,0 0 0,1 0 0,-1 1 0,3 3 0,0 0 0,1 0 0,-1-1 0,1 1 0,1-1 0,-1 0 0,1 0 0,0-1 0,0 0 0,0 0 0,10 3 0,29 17 0,-37-17 0,-1 0 0,0 0 0,-1 0 0,13 18 0,8 8 0,-8-9 0,20 20 0,-39-42 0,1-1 0,-1 1 0,1-1 0,-1 0 0,1 0 0,0 1 0,0-1 0,0 0 0,0 0 0,0-1 0,0 1 0,0 0 0,0-1 0,0 1 0,0-1 0,0 0 0,0 1 0,0-1 0,0 0 0,0-1 0,3 1 0,-2-3 0,-1 1 0,1-1 0,0 0 0,-1 0 0,0-1 0,1 1 0,-1 0 0,0-1 0,-1 1 0,1-1 0,-1 0 0,0 0 0,0 1 0,0-1 0,1-8 0,5-11 0,-1 4 0,0-1 0,-1 1 0,-1-1 0,-1 0 0,-1 0 0,-1 0 0,-2-33 0,-22-141 0,-16 25 0,26 119 0,9 29 0,3 16 0,0 0 0,0 0 0,-1 0 0,1 0 0,-1 0 0,0 1 0,-5-8 0,6 10 0,-1 0 0,0 0 0,0 0 0,0 1 0,-1-1 0,1 1 0,0-1 0,0 1 0,-1 0 0,1 0 0,-1 0 0,1 0 0,-1 0 0,0 1 0,1-1 0,-1 1 0,0 0 0,-3-1 0,-216 1 0,96 3 0,-587-3-103,700 1 122,1 1-1,-1 0 1,0 0-1,1 2 1,-15 5 0,14-5-21,-1 0 0,1 0 1,-1-1-1,-17 1 0,16-3 2,-64 5 0,73-6 0,0 1 0,-1 1 0,1-1 0,0 1 0,-1 0 0,1 0 0,0 1 0,1 0 0,-7 4 0,11-7 0,0 1 0,0 0 0,1 0 0,-1 0 0,0-1 0,1 1 0,-1 0 0,1 0 0,-1 0 0,1 0 0,-1 0 0,1 0 0,0 0 0,-1 0 0,1 0 0,0 0 0,0 0 0,0 0 0,0 0 0,0 0 0,0 0 0,0 0 0,0 0 0,0 0 0,0 0 0,1 0 0,-1 0 0,0 0 0,1 0 0,-1 0 0,1 0 0,-1 0 0,1 0 0,-1 0 0,1 0 0,0 0 0,-1-1 0,1 1 0,0 0 0,0 0 0,-1-1 0,1 1 0,0-1 0,2 2 0,47 30 0,-44-28 0,24 12 0,22 14 0,106 44 0,-14-17 0,78 26 0,-129-56 0,118 39 0,-173-55-97,1 0-1,-1-3 0,50 4 1,22 6-55,-27-4 320,56 13 206,-139-27-374,0 0 0,0 0 0,1 0 0,-1 0 0,0 0 0,1 0 0,-1 0 0,0 0 0,1 0 0,-1 1 0,0-1 0,0 0 0,1 0 0,-1 0 0,0 0 0,0 0 0,1 0 0,-1 1 0,0-1 0,0 0 0,1 0 0,-1 0 0,0 1 0,0-1 0,0 0 0,1 0 0,-1 1 0,0-1 0,0 0 0,0 0 0,0 1 0,0-1 0,0 0 0,0 1 0,1-1 0,-1 0 0,0 0 0,0 1 0,0-1 0,0 0 0,0 1 0,0-1 0,0 0 0,-1 0 0,1 1 0,0-1 0,0 1 0,-15 10 0,-25 5 0,-76 4 0,87-17 0,1 0 0,0 3 0,1 0 0,-1 2 0,-42 18 0,68-26 0,0 1 0,1 0 0,0-1 0,-1 1 0,1 0 0,0 0 0,-1 0 0,1 0 0,0 0 0,0 0 0,0 0 0,0 1 0,0-1 0,0 0 0,0 1 0,-1 1 0,2-2 0,0-1 0,0 1 0,0 0 0,0-1 0,0 1 0,0 0 0,0-1 0,0 1 0,0 0 0,1-1 0,-1 1 0,0 0 0,0-1 0,1 1 0,-1-1 0,0 1 0,1-1 0,-1 1 0,1 0 0,-1-1 0,1 1 0,-1-1 0,1 0 0,-1 1 0,2 0 0,2 1 0,0 1 0,1-1 0,-1 0 0,1-1 0,-1 1 0,1-1 0,0 0 0,-1 0 0,7 0 0,2 1 0,0 0 0,0 1 0,23 9 0,-24-8 0,1 0 0,-1-1 0,1 0 0,19 2 0,51-3 0,71 6 0,-74-1 0,-59-7 0,0 1 0,0 1 0,0 1 0,-1 1 0,0 1 0,1 1 0,27 11 0,-47-17 0,-1 0 0,1 1 0,-1-1 0,1 0 0,-1 0 0,0 0 0,1 0 0,-1 0 0,1 1 0,-1-1 0,0 0 0,1 0 0,-1 1 0,0-1 0,1 0 0,-1 1 0,0-1 0,0 0 0,1 1 0,-1-1 0,0 0 0,0 1 0,1-1 0,-1 1 0,0-1 0,0 1 0,0-1 0,0 0 0,0 1 0,0-1 0,0 1 0,0-1 0,0 1 0,0-1 0,0 0 0,0 1 0,0-1 0,0 1 0,0-1 0,0 1 0,-1 0 0,-18 11 0,-28-1 0,-87 10 0,68-5 0,48-10 0,1-2 0,-37 5 0,-350-5-571,207-7 378,175 4 384,1 0 0,-1 2 0,-37 10 0,163-11-191,679-3 0,-798 0 0,0-1 0,-1-1 0,2 0 0,-1-1 0,-17-7 0,-45-11 0,-486-61 52,321 61-3087,33 22 6018,313-2-2983,118 4 0,-146 6 0,64 3 0,-122-10 0,-1 1 0,30 6 0,-11-1 0,-68-9 0,-1 0 0,-33 5 0,-6-2 0,-119-9 0,-219-40 0,372 43 0,-200-18-248,-319 12 0,390 12 744,15-21-496,97 17 0,-84-16 0,136 19 0,-1-1 0,1 0 0,0 0 0,0 0 0,0 0 0,0 0 0,0 0 0,0-1 0,0 0 0,1 1 0,-1-1 0,0 0 0,1-1 0,0 1 0,-1 0 0,1 0 0,0-1 0,0 0 0,-2-3 0,3 4 0,1 0 0,-1 0 0,1 0 0,-1 0 0,1-1 0,0 1 0,0 0 0,0 0 0,0 0 0,1 0 0,-1 0 0,0 0 0,1 0 0,-1 0 0,1 0 0,0 0 0,0 0 0,0 0 0,0 0 0,0 0 0,0 1 0,0-1 0,1 0 0,-1 1 0,1-1 0,-1 1 0,1-1 0,-1 1 0,1 0 0,3-2 0,18-12 0,1 1 0,0 1 0,41-16 0,-31 15 0,38-22 0,-71 36 0,1-1 0,-1 0 0,1 1 0,-1-1 0,1 0 0,-1 0 0,0 0 0,1 0 0,-1 0 0,0 0 0,0 0 0,0 0 0,0-1 0,0 1 0,0 0 0,0-1 0,0 1 0,0 0 0,-1-1 0,1 0 0,-1 1 0,1-1 0,-1 1 0,1-1 0,-1 1 0,0-1 0,0 0 0,0 1 0,0-1 0,0 0 0,0 1 0,0-1 0,-1 1 0,1-1 0,0 0 0,-1 1 0,1-1 0,-1 1 0,-1-3 0,-1 0 0,0 0 0,0 1 0,-1-1 0,1 1 0,-1 0 0,0 0 0,0 0 0,0 0 0,-1 1 0,1-1 0,-9-2 0,-29-11 0,-1 2 0,-69-13 0,99 24 0,0-1 0,0 0 0,-18-9 0,-30-10 0,-17 7 0,-152-9 0,112 15 0,-24 6 0,170 4 0,384 1 0,-309 8-15,93 2-652,143 17-3236,-19 0 1620,-114-18 2233,47 0 865,-232-9-871,1 1 1,-1 1 0,35 10 0,-39-8 540,1-1 1,-1 0 0,1-2 0,0 0-1,0-1 1,19-1 0,-37 0-434,0 1 0,1-1 0,-1 0 0,1 0 1,-1 0-1,1 0 0,-1 0 0,1 0 0,-1 0 0,0 0 0,1 0 0,-1 0 1,1 0-1,-1 0 0,1-1 0,-1 1 0,0 0 0,1 0 0,-1 0 0,1-1 1,-1 1-1,0 0 0,1 0 0,-1-1 0,0 1 0,1 0 0,-1-1 0,0 1 1,1 0-1,-1-1 0,0 1 0,0 0 0,1-1 0,-1 1 0,0-1 0,0 1 1,0-1-1,-14-11 741,-28-7-643,-133-31-150,-24-8 0,156 42-12,11 3-1577,-63-14 1,-441-92-229,432 95 2909,-64-11 1524,118 28-1563,13 2-930,-51-2-1,79 7-122,0 0 0,0-1 0,0 0 0,0 0 0,0-1 0,-12-4 0,37 1 0,16 5 0,216 36 0,-108-18 0,-122-16 0,0 1 0,0 0 0,26 9 0,-27-7 0,0 0 0,0-2 0,0 0 0,22 1 0,149 13-1365</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1T14:56:11.332"/>
    </inkml:context>
    <inkml:brush xml:id="br0">
      <inkml:brushProperty name="width" value="0.2" units="cm"/>
      <inkml:brushProperty name="height" value="0.2" units="cm"/>
      <inkml:brushProperty name="color" value="#FFFFFF"/>
    </inkml:brush>
  </inkml:definitions>
  <inkml:trace contextRef="#ctx0" brushRef="#br0">291 413 24575,'-32'1'0,"-47"-1"0,76 0 0,0 0 0,1 0 0,-1 0 0,1-1 0,-1 0 0,0 1 0,1-1 0,-1 0 0,1 0 0,0 0 0,-1-1 0,1 1 0,0 0 0,0-1 0,-1 0 0,1 1 0,1-1 0,-1 0 0,0 0 0,0 0 0,1 0 0,-3-5 0,3 6 0,1 1 0,0-1 0,-1 1 0,1-1 0,-1 1 0,1 0 0,-1-1 0,1 1 0,-1-1 0,0 1 0,1 0 0,-1 0 0,1-1 0,-1 1 0,0 0 0,1 0 0,-1-1 0,0 1 0,1 0 0,-1 0 0,1 0 0,-1 0 0,0 0 0,1 0 0,-1 0 0,0 0 0,1 1 0,-1-1 0,0 0 0,1 0 0,-1 0 0,0 1 0,1-1 0,-1 0 0,1 1 0,-1-1 0,1 0 0,-1 1 0,1-1 0,-1 1 0,1-1 0,-1 1 0,1-1 0,0 1 0,-1 0 0,-34 32 0,21-20 0,13-11 0,0-1 0,0 0 0,0-1 0,0 1 0,0 0 0,0 0 0,0 0 0,0-1 0,0 1 0,-1 0 0,1-1 0,0 1 0,0-1 0,-1 1 0,1-1 0,0 0 0,-1 0 0,1 1 0,0-1 0,-1 0 0,1 0 0,0 0 0,-1-1 0,1 1 0,0 0 0,-1 0 0,-1-1 0,2-1 0,0 1 0,-1 0 0,1-1 0,0 1 0,0-1 0,0 0 0,0 1 0,0-1 0,0 0 0,1 0 0,-1 1 0,1-1 0,-1 0 0,1 0 0,0 0 0,-1-3 0,1-3 0,-1-1 0,1 0 0,1 1 0,-1-1 0,2 1 0,-1 0 0,1-1 0,3-7 0,5-7 0,-4 9 0,0-1 0,1 2 0,1-1 0,0 1 0,14-17 0,-22 30 0,1-1 0,-1 1 0,0-1 0,1 1 0,-1 0 0,1-1 0,-1 1 0,1 0 0,-1 0 0,1-1 0,-1 1 0,0 0 0,1 0 0,0 0 0,-1 0 0,1-1 0,-1 1 0,1 0 0,-1 0 0,1 0 0,-1 0 0,1 0 0,-1 0 0,1 0 0,-1 1 0,1-1 0,-1 0 0,1 0 0,-1 0 0,1 0 0,-1 1 0,1-1 0,15 18 0,4 32 0,-18-45 0,6 16 0,-2 0 0,7 38 0,-12-63 0,-1-1 0,1 1 0,0-1 0,0 1 0,0-1 0,0 1 0,1 0 0,0 0 0,0 0 0,0 0 0,0 0 0,0 0 0,1 0 0,0 1 0,0-1 0,6-5 0,-8 9 0,-1 0 0,1 0 0,-1 0 0,1 0 0,0 0 0,-1 0 0,1 0 0,0 0 0,-1 0 0,1 0 0,-1 0 0,1 0 0,0 0 0,-1 0 0,1 0 0,-1 1 0,1-1 0,-1 0 0,1 0 0,0 1 0,-1-1 0,1 0 0,-1 1 0,1-1 0,-1 1 0,0-1 0,1 1 0,-1-1 0,1 1 0,-1-1 0,0 1 0,1-1 0,-1 1 0,0-1 0,0 1 0,1-1 0,-1 1 0,0 0 0,0-1 0,0 1 0,0-1 0,0 1 0,0 0 0,0-1 0,0 1 0,0 0 0,0-1 0,0 2 0,3 36 0,-3-35 0,1 33 0,0 0 0,-1 1 0,-5 36 0,1-62 0,0 0 0,0 0 0,0 0 0,-2 0 0,1-1 0,-1 0 0,-10 12 0,-7 14 0,5-15 0,18-21 0,-1 0 0,1 1 0,0-1 0,-1 0 0,1 0 0,0 0 0,-1 0 0,1 1 0,-1-1 0,1 0 0,0 0 0,-1 0 0,1 0 0,-1 0 0,1 0 0,0 0 0,-1 0 0,1 0 0,-1 0 0,1-1 0,0 1 0,-1 0 0,1 0 0,0 0 0,-1 0 0,1-1 0,-1 1 0,1 0 0,0 0 0,0 0 0,-1-1 0,1 1 0,-2-3 0,0-1 0,1 1 0,-1 0 0,1 0 0,0-1 0,0 1 0,1 0 0,-1-1 0,1 1 0,-1-1 0,1-4 0,0 1 0,0 1 0,1 0 0,0-1 0,0 1 0,0 0 0,0 0 0,1 0 0,0 0 0,1 0 0,-1 0 0,1 0 0,0 1 0,1-1 0,-1 1 0,7-7 0,5-4 0,1 0 0,1 1 0,19-14 0,17-15 0,-10 7 0,78-50 0,-92 68 0,-28 18 0,0 0 0,0 0 0,1 0 0,-1 0 0,0 0 0,1 1 0,-1-1 0,0 1 0,1-1 0,-1 1 0,1-1 0,-1 1 0,0 0 0,1 0 0,2-1 0,-4 2 0,1-1 0,-1 0 0,0 0 0,1 1 0,-1-1 0,0 0 0,1 1 0,-1-1 0,0 0 0,0 1 0,1-1 0,-1 1 0,0-1 0,0 1 0,1-1 0,-1 0 0,0 1 0,0-1 0,0 1 0,0-1 0,0 1 0,0-1 0,0 1 0,0-1 0,0 1 0,0-1 0,0 0 0,0 1 0,0-1 0,0 1 0,-17 44 0,2-14 0,10-20 0,0 0 0,-1-1 0,0 1 0,0-1 0,-1 0 0,0-1 0,-1 0 0,0 0 0,-17 14 0,-20 16 0,38-32 0,0 1 0,0-1 0,-1-1 0,-1 1 0,1-1 0,-1-1 0,0 0 0,0 0 0,-10 4 0,19-9 0,-1 0 0,0 0 0,0 0 0,0 0 0,1 0 0,-1 0 0,0 0 0,0 0 0,0 0 0,1 0 0,-1 0 0,0 0 0,0-1 0,0 1 0,1 0 0,-1 0 0,0-1 0,0 1 0,1-1 0,-1 1 0,0-1 0,1 1 0,-1-1 0,1 1 0,-1-1 0,1 1 0,-1-1 0,0-1 0,-7-27 0,7 21 0,1 1 0,0-1 0,1 1 0,0-1 0,0 1 0,2-8 0,5 0 0,1 0 0,0 0 0,0 0 0,2 2 0,0-1 0,0 1 0,1 1 0,1 0 0,0 1 0,17-12 0,-6 3 0,37-38 0,-55 52 0,-1 0 0,1 0 0,1 1 0,-1-1 0,1 1 0,0 1 0,0-1 0,0 1 0,1 0 0,0 1 0,-1 0 0,1 0 0,9-1 0,-16 4 0,0 1 0,-1-1 0,1 0 0,0 1 0,0 0 0,-1-1 0,1 1 0,0-1 0,0 1 0,-1 0 0,1-1 0,-1 1 0,1 0 0,-1 0 0,1-1 0,-1 1 0,1 0 0,-1 0 0,0 0 0,1 0 0,-1 0 0,0-1 0,0 1 0,0 0 0,0 0 0,1 0 0,-1 0 0,-1 0 0,1 0 0,0 0 0,0 0 0,0 0 0,0 0 0,-1-1 0,1 2 0,-8 35 0,1-25 0,0-1 0,0 0 0,-1 0 0,-10 10 0,-21 30 0,30-36 0,0-1 0,-1-1 0,-1 0 0,-1 0 0,1-1 0,-2 0 0,0-1 0,0-1 0,-26 16 0,25-17 0,12-7 0,0-1 0,0 1 0,0-1 0,0 0 0,0 0 0,0 0 0,0 0 0,-1 0 0,1 0 0,0 0 0,-3 0 0,4-2 0,0 1 0,0-1 0,0 0 0,0 1 0,0-1 0,0 0 0,0 0 0,1 0 0,-1 0 0,0 1 0,1-1 0,-1 0 0,0 0 0,1 0 0,-1-1 0,1 1 0,0 0 0,-1 0 0,1 0 0,0 0 0,0 0 0,-1 0 0,1-1 0,0 1 0,0 0 0,0 0 0,1 0 0,-1 0 0,0 0 0,1-2 0,-2-9 0,0 0 0,1 0 0,1 0 0,0 0 0,0 0 0,1 1 0,1-1 0,0 0 0,1 1 0,0-1 0,1 1 0,0 0 0,0 1 0,1-1 0,10-12 0,37-44 0,-31 37 0,0 2 0,2 1 0,46-41 0,-52 53 0,-8 5 0,1 1 0,0 1 0,0-1 0,22-10 0,-32 18 0,1 0 0,-1 1 0,1-1 0,-1 0 0,1 1 0,0-1 0,-1 1 0,1 0 0,0-1 0,-1 1 0,1 0 0,0 0 0,-1 0 0,1 0 0,0 1 0,-1-1 0,1 0 0,0 1 0,-1-1 0,1 1 0,-1-1 0,1 1 0,-1 0 0,1 0 0,-1 0 0,1-1 0,-1 1 0,0 1 0,1-1 0,-1 0 0,0 0 0,0 0 0,0 1 0,0-1 0,0 0 0,0 1 0,0-1 0,-1 1 0,1 0 0,0-1 0,-1 1 0,1-1 0,-1 1 0,0 0 0,1-1 0,-1 4 0,1 2 0,0 1 0,-1 0 0,0 1 0,0-1 0,-1 0 0,0 0 0,0-1 0,-1 1 0,0 0 0,-1 0 0,1-1 0,-1 1 0,-6 9 0,-4 8 0,-2-1 0,-24 33 0,29-46 0,-1-1 0,0 0 0,0 0 0,-1-1 0,0-1 0,-17 9 0,-16 12 0,43-28 0,-1 1 0,1 0 0,-1-1 0,1 1 0,-1-1 0,1 0 0,-1 0 0,0 0 0,0 0 0,0-1 0,1 1 0,-1-1 0,0 1 0,0-1 0,0 0 0,0 0 0,0-1 0,-5 0 0,7 1 0,0-1 0,0 1 0,0-1 0,0 1 0,0-1 0,1 1 0,-1-1 0,0 0 0,0 1 0,1-1 0,-1 0 0,0 1 0,1-1 0,-1 0 0,0 0 0,1 0 0,0 0 0,-1 0 0,1 0 0,-1 0 0,1-1 0,-1 0 0,1-1 0,0 1 0,0 0 0,0-1 0,0 1 0,1-1 0,-1 1 0,0-1 0,1 1 0,0 0 0,0-1 0,1-2 0,7-15 0,1 1 0,1 1 0,0 0 0,1 0 0,22-24 0,103-71 0,-128 103 0,1 0 0,-1 1 0,2 0 0,-1 0 0,1 1 0,0 1 0,21-11 0,-32 18 0,1 0 0,0 0 0,-1 0 0,1-1 0,0 1 0,0 0 0,0 0 0,-1 0 0,1 0 0,0 0 0,0 0 0,-1 0 0,1 1 0,0-1 0,0 0 0,-1 0 0,1 1 0,0-1 0,0 0 0,-1 1 0,1-1 0,0 0 0,-1 1 0,1-1 0,-1 1 0,1-1 0,-1 1 0,1 0 0,-1-1 0,1 2 0,8 27 0,-8-19 0,-1-1 0,0 1 0,0-1 0,-3 15 0,-2-9 0,0 1 0,0-1 0,-2 0 0,0-1 0,-15 25 0,-55 65 0,41-59 0,9-14 0,-2-2 0,-1-1 0,-51 38 0,76-62 0,3-3 0,0 1 0,1-1 0,-1 0 0,0 0 0,0 0 0,0 0 0,0 0 0,0 0 0,0 0 0,0 0 0,-5 0 0,7-1 0,-1 0 0,0 0 0,1 0 0,-1 0 0,1 0 0,-1 0 0,1-1 0,-1 1 0,1 0 0,-1 0 0,1-1 0,-1 1 0,1 0 0,-1 0 0,1-1 0,-1 1 0,1-1 0,-1 1 0,1 0 0,0-1 0,-1 1 0,1-1 0,0 1 0,-1-1 0,1 1 0,0-1 0,-1 1 0,1-2 0,-1-1 0,1 0 0,0 0 0,0 0 0,0 0 0,0 0 0,0-1 0,1 1 0,-1 0 0,1 0 0,0 0 0,0 0 0,0 0 0,0 0 0,3-5 0,6-12 0,2 0 0,0 1 0,1 0 0,1 1 0,0 1 0,2 0 0,0 1 0,23-19 0,30-24 0,-45 37 0,0 1 0,48-30 0,5-5 0,-62 43 0,0 1 0,1 1 0,0 1 0,1 0 0,26-11 0,-43 21 0,0-1 0,1 1 0,-1 0 0,1-1 0,-1 1 0,1 0 0,-1 0 0,1 0 0,-1 0 0,1-1 0,-1 1 0,1 0 0,-1 0 0,1 0 0,-1 0 0,1 0 0,0 0 0,-1 0 0,1 0 0,-1 1 0,1-1 0,-1 0 0,1 0 0,-1 0 0,1 0 0,-1 1 0,1-1 0,-1 0 0,0 1 0,1-1 0,-1 0 0,1 1 0,-1-1 0,0 0 0,1 1 0,-3 20 0,-19 22 0,5-23 0,-1-1 0,-1 0 0,-1-2 0,-39 30 0,8-7 0,-119 120 0,125-120 0,36-31 0,30-26 0,24-22 0,-17 13 0,64-42 0,-22 15 0,-54 39 0,0 0 0,36-20 0,111-69 0,-105 63 0,-53 37 0,0-1 0,1 0 0,-1 1 0,1 1 0,0-1 0,0 1 0,10-2 0,-17 4 0,1 1 0,-1-1 0,0 1 0,1-1 0,-1 1 0,0-1 0,0 1 0,0-1 0,1 1 0,-1-1 0,0 1 0,0 0 0,0-1 0,0 1 0,0-1 0,0 1 0,0 0 0,0-1 0,0 1 0,0-1 0,0 1 0,-1 0 0,1-1 0,0 1 0,0-1 0,-1 1 0,1-1 0,0 1 0,-1-1 0,1 1 0,0-1 0,-1 1 0,0 0 0,-11 22 0,0-5 0,-2 0 0,0-1 0,-1-1 0,-1 0 0,-32 25 0,23-21 0,-39 43 0,52-51 0,0 0 0,-1-2 0,0 1 0,-19 10 0,15-10 0,1 1 0,-22 19 0,29-22 0,3-2 0,0 0 0,0-1 0,-1 0 0,0 0 0,0 0 0,0-1 0,-1 0 0,0-1 0,0 0 0,0 0 0,-16 5 0,29-12 0,0-1 0,0 0 0,0-1 0,-1 1 0,0-1 0,1 0 0,-2 0 0,5-6 0,3-3 0,14-13 0,2 1 0,1 0 0,61-41 0,103-50 0,-181 111 0,-10 5 0,0 0 0,0 0 0,1 1 0,-1-1 0,0 0 0,1 0 0,-1 1 0,0-1 0,1 1 0,-1-1 0,1 1 0,-1 0 0,1 0 0,-1-1 0,1 1 0,-1 0 0,1 0 0,-1 0 0,1 1 0,0-1 0,-1 0 0,1 1 0,2 0 0,-4 0 0,0 0 0,0 1 0,0-1 0,0 0 0,0 0 0,0 1 0,0-1 0,0 0 0,0 0 0,0 1 0,-1-1 0,1 0 0,0 0 0,-1 0 0,1 0 0,-1 1 0,1-1 0,-1 0 0,0 0 0,0 0 0,1 0 0,-1 0 0,0 0 0,0 0 0,0-1 0,0 1 0,0 0 0,0 0 0,-2 0 0,-28 26 0,-1-2 0,-1-1 0,-43 23 0,-45 33 0,-32 16 0,153-96 0,0 0 0,0 0 0,-1 0 0,1 0 0,0 0 0,0 0 0,-1 0 0,1 0 0,0 0 0,0 0 0,-1 0 0,1 1 0,0-1 0,0 0 0,0 0 0,-1 0 0,1 0 0,0 0 0,0 1 0,0-1 0,0 0 0,-1 0 0,1 0 0,0 1 0,0-1 0,0 0 0,0 0 0,0 1 0,0-1 0,0 0 0,0 0 0,0 0 0,-1 1 0,1-1 0,0 0 0,0 0 0,0 1 0,0-1 0,1 0 0,-1 0 0,0 1 0,0-1 0,0 0 0,0 0 0,0 1 0,0-1 0,0 0 0,0 0 0,0 0 0,0 1 0,1-1 0,-1 0 0,0 0 0,0 0 0,1 1 0,18 2 0,28-5 0,-23-6 0,1 0 0,-2-2 0,1 0 0,-1-2 0,-1-1 0,27-20 0,-1 3 0,35-22 0,182-97 0,-161 98 0,-157 95 0,-5-2 0,-96 93 0,145-126 0,0-1 0,-116 102 0,101-87 0,28-22 0,14-13 0,-7 2 0,0 0 0,-1-1 0,0 0 0,10-14 0,24-27 0,10 5 0,2 2 0,1 3 0,3 2 0,117-58 0,-175 97 0,0-1 0,0 1 0,0 0 0,0 0 0,0 0 0,0 0 0,0 1 0,0-1 0,1 1 0,-1-1 0,0 1 0,0 0 0,1-1 0,-1 1 0,0 0 0,1 1 0,-1-1 0,0 0 0,0 1 0,1-1 0,-1 1 0,0 0 0,0 0 0,4 1 0,-5 0 0,0 0 0,0 0 0,0 0 0,-1 0 0,1-1 0,0 1 0,-1 0 0,1 0 0,-1 0 0,0 0 0,0 0 0,0 1 0,0-1 0,0 0 0,0 0 0,0 0 0,-1 0 0,1 0 0,-1 0 0,1 0 0,-1 0 0,0-1 0,0 1 0,1 0 0,-1 0 0,-1 0 0,1-1 0,-2 4 0,-19 26 0,0-1 0,-2-1 0,-32 30 0,-11 14 0,20-25 0,36-39 0,1 1 0,0 0 0,0 1 0,1 0 0,0 1 0,1 0 0,0 0 0,1 0 0,-10 25 0,17-36 0,0-1 0,-1 1 0,1-1 0,0 1 0,0-1 0,-1 1 0,1-1 0,0 1 0,0 0 0,0-1 0,0 1 0,0-1 0,0 1 0,0 0 0,0-1 0,0 1 0,0 0 0,0-1 0,0 1 0,0-1 0,0 1 0,0-1 0,1 1 0,-1 0 0,0-1 0,1 1 0,-1-1 0,0 1 0,1-1 0,-1 1 0,0-1 0,1 1 0,-1-1 0,1 0 0,0 1 0,23-8 0,32-35 0,-52 38 0,131-111 0,107-86 0,-242 201 0,1-1 0,-1 0 0,1 1 0,-1-1 0,1 1 0,-1-1 0,1 1 0,-1-1 0,1 1 0,0-1 0,-1 1 0,1 0 0,0-1 0,-1 1 0,1 0 0,0-1 0,-1 1 0,1 0 0,0 0 0,-1 0 0,1 0 0,0 0 0,0 0 0,-1 0 0,1 0 0,0 0 0,0 0 0,0 0 0,-8 19 0,-23 29 0,15-32 0,-1 1 0,-1-2 0,-20 16 0,-25 23 0,39-33 0,-42 30 0,-3 2 0,62-43 0,19-12 0,18-10 0,-3-2 0,-1-1 0,-1-1 0,43-36 0,-44 32 0,1 1 0,0 1 0,43-21 0,-68 39 0,-1-1 0,1 1 0,0-1 0,0 1 0,0-1 0,0 1 0,-1 0 0,1-1 0,0 1 0,0 0 0,0 0 0,0-1 0,0 1 0,0 0 0,0 0 0,0 0 0,0 0 0,0 1 0,0-1 0,0 0 0,0 0 0,1 1 0,-5 15 0,-25 24 0,-23 7 0,40-39 0,1 1 0,-1 1 0,2 0 0,-1 0 0,-8 13 0,18-23 0,0 1 0,-1-1 0,1 0 0,-1 1 0,1-1 0,0 1 0,-1-1 0,1 1 0,0-1 0,0 1 0,-1-1 0,1 1 0,0-1 0,0 1 0,0-1 0,0 1 0,0-1 0,0 1 0,0 0 0,0-1 0,0 1 0,0-1 0,0 1 0,0-1 0,0 1 0,0-1 0,0 1 0,0 0 0,1-1 0,-1 1 0,0-1 0,0 1 0,1-1 0,-1 0 0,0 1 0,1-1 0,-1 1 0,0-1 0,1 1 0,-1-1 0,1 0 0,-1 1 0,1-1 0,-1 0 0,1 0 0,-1 1 0,1-1 0,-1 0 0,1 0 0,-1 0 0,1 1 0,-1-1 0,1 0 0,-1 0 0,1 0 0,0 0 0,-1 0 0,1 0 0,-1 0 0,1 0 0,-1 0 0,1-1 0,-1 1 0,1 0 0,-1 0 0,2-1 0,2 1 0,0-1 0,-1 1 0,1-1 0,0 0 0,0 0 0,0-1 0,-1 1 0,7-4 0,18-32-1365</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1T14:56:45.746"/>
    </inkml:context>
    <inkml:brush xml:id="br0">
      <inkml:brushProperty name="width" value="0.2" units="cm"/>
      <inkml:brushProperty name="height" value="0.2" units="cm"/>
      <inkml:brushProperty name="color" value="#FFFFFF"/>
    </inkml:brush>
  </inkml:definitions>
  <inkml:trace contextRef="#ctx0" brushRef="#br0">1075 1042 24575,'0'2'0,"0"1"0,-1-1 0,0 0 0,1 1 0,-1-1 0,0 0 0,0 0 0,0 0 0,0 1 0,0-1 0,0 0 0,-1-1 0,1 1 0,-1 0 0,0 0 0,1-1 0,-1 1 0,0-1 0,0 1 0,0-1 0,0 0 0,-3 2 0,-60 24 0,17-7 0,46-19 0,0 0 0,1-1 0,-1 1 0,0 0 0,1 1 0,-1-1 0,1 0 0,-1 0 0,1 1 0,0-1 0,-1 1 0,1-1 0,0 1 0,0-1 0,0 1 0,0 0 0,1-1 0,-1 1 0,0 0 0,1 0 0,-2 3 0,3-3 0,0-1 0,0 1 0,0-1 0,0 1 0,0-1 0,0 0 0,0 1 0,0-1 0,0 0 0,1 0 0,-1 0 0,1 0 0,-1 0 0,1 0 0,-1-1 0,1 1 0,-1 0 0,1-1 0,-1 1 0,1-1 0,0 1 0,-1-1 0,1 0 0,0 0 0,2 0 0,35 4 0,0-1 0,74-5 0,29 0 0,-117 9 0,-25-6 0,0-1 0,0 0 0,1 1 0,-1-1 0,0 0 0,0 1 0,0-1 0,0 0 0,0 1 0,0-1 0,0 0 0,0 1 0,0-1 0,0 0 0,0 1 0,-1-1 0,1 0 0,0 1 0,0-1 0,0 0 0,0 1 0,-1-1 0,1 0 0,0 1 0,0-1 0,0 0 0,-1 0 0,1 1 0,0-1 0,0 0 0,-1 0 0,1 1 0,0-1 0,-1 0 0,0 0 0,-3 3 0,-1 0 0,0 0 0,0-1 0,0 0 0,-1 0 0,-6 2 0,-31 4 0,-70 5 0,69-4 0,39-3 0,29-3 0,84-3 0,-111 0 0,-7 0 0,0 1 0,0-1 0,0 2 0,-1-1 0,2 1 0,-19 7 0,13-4 0,0 1 0,0-2 0,-1 0 0,0-1 0,1 0 0,-1-2 0,-32 1 0,6-4 0,-75-13 0,81 3 0,30 5 0,25 1 0,87 4 0,-112 2 0,-8-1 0,0 1 0,0 0 0,0 1 0,0 1 0,1 0 0,-1 1 0,-16 6 0,-13 7 0,41-15 0,0 0 0,-1-1 0,1 1 0,0 0 0,0-1 0,0 0 0,0 0 0,-1 1 0,1-1 0,0-1 0,0 1 0,-1 0 0,1 0 0,0-1 0,0 1 0,0-1 0,-3-1 0,7-1 0,1 0 0,0 1 0,1-1 0,-1 1 0,0 0 0,1 0 0,-1 1 0,1-1 0,3-1 0,49-18 0,1 3 0,116-21 0,-55 14 0,-61 9 0,-41 10 0,0 1 0,0 1 0,1 1 0,-1 0 0,20 0 0,4 2 0,-21-1 0,0 2 0,-1 0 0,1 1 0,0 1 0,-1 0 0,19 6 0,-36-8 0,1 0 0,-1 0 0,0 1 0,0-1 0,0 0 0,0 1 0,0-1 0,0 1 0,0-1 0,0 1 0,0 0 0,0-1 0,0 1 0,0 0 0,0 0 0,0-1 0,0 1 0,0 0 0,-1 0 0,1 0 0,0 0 0,-1 0 0,1 0 0,-1 0 0,1 0 0,-1 1 0,0-1 0,1 2 0,-2-2 0,1 1 0,-1 0 0,0-1 0,0 1 0,1 0 0,-1-1 0,0 1 0,-1-1 0,1 0 0,0 1 0,0-1 0,-1 0 0,1 0 0,0 0 0,-1 1 0,-1 0 0,-8 4 0,1 0 0,-1 0 0,-1-1 0,-15 5 0,9-6 0,1-1 0,0-1 0,-23 0 0,-35 5 0,56-7 0,32-11 0,30-12 0,78-32 0,112-43 0,-116 57 0,-116 41 0,-1-1 0,1 1 0,-1 0 0,1-1 0,-1 1 0,1 0 0,-1 0 0,1-1 0,-1 1 0,1 0 0,-1 0 0,1 0 0,-1 0 0,1 0 0,0 0 0,-1 0 0,1 0 0,-1 0 0,1 0 0,-1 0 0,1 0 0,-1 0 0,1 1 0,-1-1 0,1 0 0,-1 0 0,1 1 0,-1-1 0,1 0 0,-1 1 0,1-1 0,-1 0 0,1 1 0,-1-1 0,0 0 0,1 1 0,-1-1 0,1 2 0,-7 22 0,-24 25 0,14-32 0,8-7 0,0-1 0,-1 0 0,0 0 0,-1-1 0,0 0 0,0-1 0,-12 7 0,19-13 0,-20 12 0,1-2 0,-1 0 0,-1-1 0,-35 9 0,27-11 0,-38 8 0,66-16 0,1 1 0,-1-1 0,1 0 0,-1 0 0,0 0 0,1-1 0,-1 1 0,1-1 0,-1 0 0,1 0 0,-1 0 0,1 0 0,-1-1 0,1 1 0,-6-5 0,8 5 0,0-1 0,1 1 0,-1-1 0,0 1 0,0-1 0,1 0 0,-1 0 0,1 1 0,-1-1 0,1 0 0,0 0 0,0 1 0,0-1 0,0 0 0,0 0 0,0 1 0,0-1 0,1 0 0,-1 0 0,1 1 0,-1-1 0,1 0 0,0 0 0,-1 1 0,1-1 0,0 1 0,0-1 0,2-1 0,35-55 0,-30 47 0,8-10 0,0 0 0,2 1 0,1 0 0,27-22 0,-25 22 0,-16 16 0,-1-1 0,0 1 0,1 0 0,0 0 0,0 0 0,0 1 0,10-5 0,-13 8 0,-1 0 0,1-1 0,-1 1 0,1 0 0,0 0 0,-1 0 0,1 1 0,-1-1 0,1 0 0,0 1 0,-1-1 0,1 1 0,-1-1 0,1 1 0,-1 0 0,1-1 0,-1 1 0,0 0 0,1 0 0,-1 0 0,0 0 0,0 0 0,0 1 0,0-1 0,0 0 0,0 0 0,0 1 0,0-1 0,0 1 0,0-1 0,-1 0 0,1 1 0,-1 0 0,1-1 0,-1 2 0,4 7 0,0 1 0,-1-1 0,-1 1 0,1 0 0,-2 0 0,0 0 0,0 0 0,-1 0 0,-2 17 0,2-19 0,-1-1 0,0 0 0,-1 0 0,0 0 0,0 0 0,-1 0 0,0 0 0,0-1 0,-1 1 0,0-1 0,0 0 0,-1 0 0,-6 7 0,6-10 0,-1 0 0,1 0 0,-1-1 0,0 0 0,0 0 0,0 0 0,-1-1 0,1 0 0,0 0 0,-1 0 0,-7 0 0,-76 5 0,60-6 0,9 0 0,1-1 0,0 0 0,0-2 0,-39-7 0,55 8 0,0 0 0,0-1 0,0 1 0,0-1 0,0 0 0,0 0 0,1 0 0,-1 0 0,1-1 0,-1 0 0,1 1 0,0-1 0,0 0 0,0-1 0,0 1 0,1 0 0,0-1 0,-1 0 0,1 1 0,0-1 0,1 0 0,-1 0 0,1 0 0,-1 0 0,1 0 0,0-1 0,1 1 0,-1-8 0,0 4 0,0-1 0,1 1 0,0 0 0,0 0 0,0 0 0,1-1 0,1 1 0,0 0 0,0 0 0,0 0 0,1 1 0,0-1 0,0 1 0,1-1 0,0 1 0,1 0 0,9-12 0,-2 5 0,0-1 0,1 1 0,1 1 0,1 1 0,0 0 0,0 1 0,1 0 0,33-16 0,0 4 0,-30 12 0,0 2 0,0 0 0,1 1 0,1 1 0,-1 0 0,1 2 0,0 1 0,0 0 0,30 0 0,-44 4 0,0 1 0,0-1 0,-1 2 0,1-1 0,0 1 0,0 0 0,-1 0 0,1 1 0,-1-1 0,0 2 0,0-1 0,0 1 0,0 0 0,-1 0 0,1 0 0,5 7 0,9 5 0,-11-9 0,0 1 0,0 0 0,-1 0 0,0 1 0,0-1 0,-1 2 0,0-1 0,-1 1 0,0 0 0,-1 1 0,0-1 0,0 1 0,-1 0 0,-1 0 0,0 1 0,0-1 0,-1 1 0,-1-1 0,0 1 0,0 0 0,-1 0 0,-1-1 0,0 1 0,0 0 0,-5 17 0,3-24 0,1 0 0,-1 0 0,0 0 0,0 0 0,0-1 0,-1 1 0,0-1 0,0 0 0,0 0 0,0 0 0,0 0 0,-1-1 0,0 0 0,0 0 0,0 0 0,0-1 0,-6 3 0,-15 5 0,-1 0 0,-32 6 0,37-11 0,-1 0 0,-1-2 0,1 0 0,-1-1 0,1-2 0,-37-3 0,58 3 0,-1 0 0,1-1 0,0 1 0,0-1 0,-1 1 0,1-1 0,0 0 0,0 1 0,0-1 0,0 0 0,-1-1 0,2 1 0,-1 0 0,0-1 0,0 1 0,0-1 0,1 1 0,-1-1 0,0 0 0,1 0 0,0 1 0,-1-1 0,1 0 0,0 0 0,0-1 0,0 1 0,0 0 0,1 0 0,-1 0 0,1-1 0,-1 1 0,1 0 0,0 0 0,-1-1 0,1 1 0,1 0 0,-1-1 0,0 1 0,0 0 0,1-1 0,1-3 0,0-2 0,0-1 0,0 0 0,1 1 0,1 0 0,-1-1 0,2 1 0,-1 1 0,1-1 0,10-12 0,4 0 0,2 1 0,0 2 0,0 0 0,2 1 0,0 1 0,1 1 0,0 1 0,1 2 0,0 0 0,1 1 0,0 2 0,1 1 0,-1 1 0,2 1 0,30-2 0,-54 7 0,0 0 0,-1 0 0,1 0 0,0 1 0,-1-1 0,1 1 0,0 0 0,-1 0 0,1 0 0,-1 1 0,0-1 0,1 1 0,-1 0 0,0-1 0,0 2 0,0-1 0,0 0 0,0 1 0,0-1 0,-1 1 0,1 0 0,-1-1 0,0 1 0,0 1 0,3 4 0,-2-1 0,-1 0 0,0-1 0,0 1 0,0 0 0,-1 0 0,0 0 0,-1 0 0,1 1 0,-1-1 0,-1 0 0,1 0 0,-4 14 0,-1-10 0,-1 0 0,0 0 0,-1 0 0,0 0 0,0-1 0,-1-1 0,-1 1 0,1-1 0,-2 0 0,1-1 0,-14 9 0,15-13 0,0 1 0,0-2 0,-1 1 0,1-1 0,-14 3 0,19-5 0,0 0 0,0 0 0,-1-1 0,1 1 0,0-1 0,0 0 0,-1 0 0,1 0 0,0 0 0,-1-1 0,1 1 0,0-1 0,0 0 0,-1 0 0,1 0 0,0 0 0,0 0 0,-3-3 0,6 3 0,-1 1 0,1-1 0,-1 0 0,1 1 0,0-1 0,0 0 0,0 1 0,-1-1 0,1 0 0,0 0 0,0 1 0,0-1 0,0 0 0,0 0 0,0 1 0,0-1 0,0 0 0,1 0 0,-1 1 0,0-1 0,0 0 0,1 0 0,-1 1 0,0-1 0,1 0 0,-1 1 0,1-1 0,-1 1 0,0-1 0,1 0 0,0 1 0,-1-1 0,1 1 0,-1 0 0,1-1 0,0 0 0,30-24 0,-23 18 0,12-11 0,1 0 0,1 2 0,0 0 0,1 2 0,1 0 0,0 1 0,44-15 0,-67 28 0,0-1 0,0 1 0,1-1 0,-1 1 0,0 0 0,0-1 0,0 1 0,1 0 0,-1 0 0,0 0 0,0 0 0,1 0 0,-1 0 0,0 1 0,0-1 0,0 0 0,1 1 0,-1-1 0,0 0 0,0 1 0,0-1 0,0 1 0,0 0 0,0-1 0,0 1 0,0 0 0,0 0 0,1 1 0,-1 0 0,0 0 0,0 1 0,-1-1 0,1 0 0,-1 0 0,0 0 0,0 1 0,1-1 0,-2 0 0,1 0 0,0 1 0,0-1 0,-1 0 0,0 3 0,-2 8 0,-2-1 0,1 0 0,-1 0 0,-9 14 0,7-15 0,-2 0 0,1-1 0,-1 1 0,-1-2 0,0 0 0,-19 14 0,-72 42 0,93-60 0,7-4 0,-1 0 0,1 0 0,-1 0 0,0 0 0,1 0 0,-1 0 0,0 0 0,0-1 0,0 1 0,0-1 0,1 0 0,-1 1 0,0-1 0,0 0 0,0 0 0,0 0 0,0 0 0,0-1 0,0 1 0,0 0 0,1-1 0,-1 1 0,0-1 0,0 0 0,0 1 0,-2-3 0,3 1 0,0 1 0,0 0 0,0-1 0,1 1 0,-1-1 0,0 1 0,1-1 0,0 1 0,-1-1 0,1 1 0,0-1 0,0 0 0,0 1 0,0-1 0,0 1 0,0-1 0,0 0 0,0 1 0,1-1 0,-1 1 0,1-1 0,-1 1 0,1-1 0,-1 1 0,1-1 0,0 1 0,0 0 0,0-1 0,0 1 0,0 0 0,0 0 0,2-2 0,2-4 0,1 1 0,1 0 0,-1 0 0,1 0 0,0 1 0,0 0 0,0 0 0,1 1 0,13-6 0,-17 8 0,0 0 0,-1 1 0,1 0 0,0-1 0,0 2 0,0-1 0,0 0 0,0 1 0,0 0 0,0 0 0,0 0 0,1 0 0,-1 1 0,0-1 0,0 1 0,0 0 0,-1 0 0,1 1 0,0-1 0,0 1 0,-1 0 0,1 0 0,3 2 0,-5-1 0,1-1 0,-1 1 0,0-1 0,0 1 0,0 0 0,-1 0 0,1 0 0,-1 0 0,0 0 0,1 0 0,-1 0 0,-1 1 0,1-1 0,0 0 0,-1 1 0,1-1 0,-1 0 0,0 1 0,0-1 0,-1 1 0,1-1 0,-1 0 0,0 1 0,-1 2 0,1 1 0,-2 0 0,1 0 0,-1 0 0,0 0 0,0 0 0,-1-1 0,0 0 0,0 0 0,-10 11 0,6-10 0,0-1 0,-1 0 0,0 0 0,0-1 0,0 0 0,0-1 0,-1 1 0,0-2 0,0 0 0,-13 3 0,9-3 0,0-1 0,0 0 0,-1-1 0,1 0 0,0-1 0,-28-4 0,41 4 0,1 0 0,0 0 0,0 0 0,-1 0 0,1 0 0,0 0 0,0 0 0,-1 0 0,1 0 0,0 0 0,0 0 0,-1-1 0,1 1 0,0 0 0,0 0 0,-1 0 0,1 0 0,0 0 0,0 0 0,0-1 0,-1 1 0,1 0 0,0 0 0,0 0 0,0-1 0,0 1 0,-1 0 0,1 0 0,0 0 0,0-1 0,0 1 0,0 0 0,0 0 0,0-1 0,0 1 0,0 0 0,0 0 0,-1-1 0,1 1 0,0 0 0,0-1 0,1 1 0,-1 0 0,0 0 0,0-1 0,0 1 0,0 0 0,0 0 0,0-1 0,13-13 0,22-8 0,88-34 0,-115 53 0,0 0 0,0 1 0,0 0 0,1 0 0,-1 1 0,0 0 0,1 0 0,11 1 0,-18 0 0,1 0 0,-1 0 0,0 1 0,0-1 0,0 1 0,0-1 0,0 1 0,0-1 0,0 1 0,0 0 0,0 0 0,0 0 0,0 0 0,-1 1 0,1-1 0,0 0 0,-1 1 0,1-1 0,-1 1 0,1-1 0,-1 1 0,0 0 0,0 0 0,0 0 0,0-1 0,0 1 0,0 0 0,0 0 0,0 0 0,-1 1 0,1-1 0,-1 0 0,0 0 0,0 0 0,1 0 0,-1 0 0,-1 3 0,1-2 0,-1 0 0,0-1 0,0 1 0,0-1 0,0 1 0,0 0 0,-1-1 0,1 0 0,-1 1 0,1-1 0,-1 0 0,0 0 0,0 0 0,0 0 0,0 0 0,0 0 0,-1-1 0,-2 3 0,-54 30 0,33-21 0,14-6 0,-1-1 0,0 0 0,-1-1 0,1-1 0,-1 0 0,0-1 0,-24 3 0,-101-2 0,126-4 0,11 0 0,-1 0 0,1 0 0,0 0 0,0 0 0,0 0 0,0-1 0,0 1 0,-1-1 0,1 0 0,0 1 0,0-1 0,0 0 0,0 0 0,1 0 0,-1 0 0,0-1 0,0 1 0,1 0 0,-1-1 0,0 1 0,1-1 0,0 0 0,-1 1 0,1-1 0,0 0 0,0 0 0,0 0 0,0 0 0,-1-4 0,1 4 0,1 0 0,0-1 0,0 1 0,1 0 0,-1 0 0,0 0 0,1-1 0,-1 1 0,1 0 0,0 0 0,0 0 0,0 0 0,0 0 0,0 0 0,0 0 0,0 0 0,1 1 0,-1-1 0,0 0 0,1 1 0,0-1 0,-1 1 0,1-1 0,0 1 0,0 0 0,0 0 0,0 0 0,0 0 0,0 0 0,2 0 0,42-17 0,79-17 0,-45 13 0,9 2 0,1 3 0,154-8 0,-209 22 0,43-4 0,-28 1 0,52 1 0,-421 6 0,862-1 0,-603 3 0,1 3 0,-91 22 0,159-30 0,0 2 0,0-1 0,0 1 0,0 1 0,0 0 0,0 0 0,0 1 0,0 0 0,0 0 0,9 4 0,94 44 0,-67-28 0,-42-21 0,-1 0 0,0 0 0,1 1 0,-1-1 0,0 0 0,0 1 0,0-1 0,0 1 0,0 0 0,0 0 0,-1 0 0,1 0 0,0 0 0,1 3 0,-3-4 0,0-1 0,0 1 0,0-1 0,0 1 0,1-1 0,-1 1 0,0-1 0,0 1 0,0-1 0,-1 0 0,1 1 0,0-1 0,0 1 0,0-1 0,0 1 0,0-1 0,-1 1 0,1-1 0,0 1 0,0-1 0,-1 0 0,1 1 0,0-1 0,0 1 0,-1-1 0,0 1 0,-23 8 0,1-6 0,-47 0 0,63-3 0,-1 0 0,1 0 0,0-1 0,0 0 0,0-1 0,-1 0 0,1 0 0,1 0 0,-1-1 0,-11-5 0,17 7 0,0 1 0,0-1 0,0 0 0,0 0 0,0 1 0,0-1 0,0 0 0,0 0 0,0 0 0,1 0 0,-1 0 0,0 0 0,0 0 0,1-1 0,-1 1 0,1 0 0,-1 0 0,1 0 0,0-1 0,-1 1 0,1 0 0,0-1 0,0 1 0,0 0 0,0 0 0,0-1 0,0 1 0,1-3 0,0 1 0,0 1 0,1-1 0,-1 1 0,1-1 0,0 1 0,0 0 0,0-1 0,0 1 0,0 0 0,0 0 0,0 1 0,4-3 0,2-2 0,1 2 0,-1-1 0,1 1 0,0 0 0,-1 1 0,2 0 0,13-3 0,-12 6 0,0 0 0,0 1 0,0 0 0,-1 0 0,1 1 0,0 1 0,11 4 0,-18-6 0,1 0 0,-1 1 0,-1-1 0,1 1 0,0 0 0,0 0 0,-1 0 0,1 0 0,-1 1 0,0 0 0,1 0 0,-1-1 0,0 2 0,-1-1 0,1 0 0,-1 1 0,1-1 0,-1 1 0,0-1 0,3 9 0,-5-11 0,0 1 0,0 0 0,0-1 0,0 1 0,0-1 0,0 1 0,-1-1 0,1 1 0,-1-1 0,1 1 0,-1-1 0,1 1 0,-1-1 0,0 0 0,0 1 0,1-1 0,-1 0 0,0 0 0,0 0 0,0 1 0,0-1 0,-1 0 0,1 0 0,0 0 0,0-1 0,-1 1 0,1 0 0,0 0 0,-1-1 0,1 1 0,-1-1 0,1 1 0,-1-1 0,1 0 0,-1 1 0,1-1 0,-1 0 0,-2 0 0,-11 1 0,1 0 0,-1 0 0,-17-2 0,20 0 0,-23 0 0,-6 1 0,0-2 0,0-1 0,0-3 0,-57-14 0,48 3 0,1-2 0,2-1 0,-81-49 0,126 68 0,-1 0 0,1-1 0,0 1 0,0-1 0,0 1 0,0-1 0,0 0 0,0 0 0,0 0 0,0 0 0,1 0 0,-1 0 0,1-1 0,0 1 0,-1 0 0,1-1 0,0 1 0,-1-6 0,2 6 0,0 0 0,0-1 0,1 1 0,-1 0 0,0 0 0,1-1 0,-1 1 0,1 0 0,0 0 0,0 0 0,0 0 0,0 0 0,0 0 0,0 0 0,1 0 0,-1 0 0,3-2 0,2-2 0,-1 1 0,1 0 0,0 1 0,1-1 0,-1 1 0,1 0 0,0 1 0,0 0 0,0 0 0,0 0 0,0 1 0,9-1 0,56-7 0,1 3 0,-1 4 0,83 6 0,-152-3 0,0 0 0,0 1 0,0-1 0,0 1 0,0-1 0,0 1 0,0 0 0,0 0 0,0 0 0,0 0 0,0 1 0,-1-1 0,1 1 0,0 0 0,-1 0 0,1 0 0,-1 0 0,0 0 0,0 0 0,0 1 0,0-1 0,0 1 0,0-1 0,-1 1 0,1 0 0,-1-1 0,0 1 0,0 0 0,0 0 0,1 4 0,-2-4 0,0 0 0,0 0 0,0 0 0,-1 0 0,1-1 0,-1 1 0,0 0 0,1 0 0,-1 0 0,0-1 0,-1 1 0,1-1 0,0 1 0,-1-1 0,0 1 0,1-1 0,-1 0 0,0 0 0,0 0 0,0 0 0,0 0 0,-1 0 0,1 0 0,-1-1 0,1 1 0,-1-1 0,1 0 0,-1 0 0,0 0 0,1 0 0,-1 0 0,-5 0 0,-20 4 0,-1-1 0,0-2 0,0-1 0,-51-5 0,-4 1 0,71 3 0,-1 0 0,1 0 0,0-2 0,1 1 0,-1-2 0,-13-3 0,22 4 0,0 1 0,1-1 0,-1 0 0,1 0 0,0 0 0,-1-1 0,1 1 0,0-1 0,0 0 0,0 0 0,1 0 0,-1 0 0,1 0 0,0-1 0,0 1 0,0-1 0,0 1 0,0-1 0,1 0 0,0 0 0,-1 1 0,2-1 0,-2-7 0,1 7 0,0 0 0,0 0 0,0 0 0,1 0 0,0 1 0,0-1 0,0 0 0,0 0 0,0 0 0,1 0 0,0 0 0,0 0 0,0 0 0,0 1 0,1-1 0,-1 0 0,1 1 0,0-1 0,0 1 0,0 0 0,0-1 0,1 1 0,-1 0 0,1 0 0,0 1 0,0-1 0,0 1 0,0-1 0,1 1 0,-1 0 0,0 0 0,1 0 0,0 1 0,-1-1 0,1 1 0,0 0 0,0 0 0,0 0 0,5 0 0,29-7 0,2 2 0,-1 1 0,0 2 0,1 2 0,44 4 0,-75-1 0,-1-1 0,0 1 0,0 1 0,0-1 0,0 1 0,-1 1 0,1 0 0,-1 0 0,0 0 0,0 1 0,0-1 0,-1 2 0,0-1 0,0 1 0,0 0 0,6 8 0,-3-2 0,0 1 0,-1 0 0,0 0 0,-2 1 0,1 0 0,-1 0 0,6 28 0,-10-36 0,2 9 0,-1-1 0,0 1 0,1 27 0,-4-39 0,0 0 0,0 0 0,0 0 0,-1 0 0,1 0 0,-1 0 0,0 0 0,1 0 0,-1 0 0,0 0 0,-1-1 0,1 1 0,0 0 0,-1-1 0,0 1 0,1-1 0,-1 0 0,0 1 0,0-1 0,0 0 0,-1 0 0,1 0 0,0-1 0,-1 1 0,-4 2 0,-8 2 0,-1 0 0,1-1 0,-1-1 0,0-1 0,0 0 0,-1-1 0,1-1 0,0 0 0,-32-3 0,47 2 0,-1 0 0,1 0 0,-1 0 0,1-1 0,-1 1 0,1 0 0,-1-1 0,1 1 0,-1-1 0,1 1 0,-1-1 0,1 0 0,0 1 0,-1-1 0,1 0 0,0 0 0,0 0 0,0 0 0,0 0 0,0 0 0,0-1 0,0 1 0,0 0 0,0 0 0,-1-3 0,2 2 0,0-1 0,-1 1 0,1-1 0,0 1 0,0-1 0,0 1 0,1-1 0,-1 1 0,0-1 0,1 1 0,0 0 0,0-1 0,-1 1 0,3-3 0,1-4 0,1 0 0,0 1 0,1-1 0,0 1 0,0 0 0,15-13 0,2 4 0,2 2 0,0 0 0,1 2 0,39-15 0,-19 7 0,-31 15 0,0-1 0,0 2 0,0 0 0,1 1 0,29-4 0,-42 7 0,0 1 0,0 0 0,0-1 0,0 1 0,0 1 0,0-1 0,0 0 0,0 1 0,0-1 0,0 1 0,0 0 0,-1 0 0,1 0 0,0 0 0,0 1 0,-1-1 0,1 1 0,-1-1 0,1 1 0,-1 0 0,0 0 0,0 0 0,0 1 0,0-1 0,0 0 0,0 1 0,-1-1 0,1 1 0,-1-1 0,1 1 0,-1 0 0,0 0 0,0 0 0,0-1 0,-1 1 0,1 0 0,0 6 0,0 3 0,0 0 0,-1 0 0,0 1 0,0-1 0,-2 0 0,1 0 0,-2 0 0,1 0 0,-2-1 0,-6 17 0,8-23 0,-1 1 0,0-1 0,0-1 0,0 1 0,-1 0 0,1-1 0,-1 1 0,-1-1 0,1 0 0,0-1 0,-1 1 0,0-1 0,0 0 0,0 0 0,0 0 0,0-1 0,-1 1 0,1-1 0,-1-1 0,1 1 0,-1-1 0,0 0 0,-10 1 0,15-2 0,0 0 0,-1 0 0,1 1 0,-1-1 0,1 0 0,0 0 0,-1 0 0,1-1 0,-1 1 0,1 0 0,0-1 0,-1 1 0,1 0 0,0-1 0,0 1 0,-1-1 0,1 0 0,0 0 0,0 1 0,0-1 0,-1 0 0,1 0 0,0 0 0,0 0 0,1 0 0,-1 0 0,-1-2 0,1 0 0,0 1 0,1-1 0,0 1 0,-1-1 0,1 1 0,0-1 0,0 0 0,0 1 0,1-1 0,-1 0 0,1 1 0,-1-1 0,2-3 0,5-11 0,0 1 0,1 0 0,12-19 0,-19 34 0,3-6 0,0 1 0,1 0 0,0 0 0,0 1 0,8-8 0,-13 13 0,1-1 0,0 0 0,-1 1 0,1-1 0,-1 1 0,1-1 0,0 1 0,-1-1 0,1 1 0,0 0 0,0-1 0,-1 1 0,1 0 0,0 0 0,0-1 0,-1 1 0,1 0 0,0 0 0,0 0 0,0 0 0,-1 0 0,1 0 0,0 0 0,0 0 0,0 0 0,0 0 0,-1 1 0,1-1 0,0 0 0,0 0 0,-1 1 0,1-1 0,0 1 0,-1-1 0,1 0 0,0 1 0,-1-1 0,1 1 0,0 0 0,-1-1 0,1 1 0,-1-1 0,1 1 0,-1 0 0,0 0 0,1-1 0,-1 1 0,0 0 0,1 0 0,-1-1 0,0 1 0,0 0 0,0 0 0,1 0 0,-1-1 0,0 1 0,0 0 0,0 0 0,0 0 0,-1-1 0,1 2 0,1 11 0,0 0 0,-1-1 0,-1 1 0,0 0 0,-1-1 0,0 1 0,-1-1 0,0 0 0,-1 0 0,0 0 0,-1 0 0,0 0 0,-11 16 0,6-12 0,-1 0 0,-1 0 0,0-1 0,-1-1 0,-1 0 0,0 0 0,0-2 0,-21 14 0,34-26 0,1 1 0,0-1 0,0 0 0,0 0 0,0 0 0,-1 0 0,1 0 0,0 0 0,0 0 0,0 1 0,-1-1 0,1 0 0,0 0 0,0 0 0,0 0 0,-1 0 0,1 0 0,0 0 0,0 0 0,-1 0 0,1 0 0,0 0 0,0 0 0,0 0 0,-1 0 0,1 0 0,0-1 0,0 1 0,0 0 0,-1 0 0,1 0 0,0 0 0,0 0 0,0 0 0,0-1 0,-1 1 0,1 0 0,0 0 0,0 0 0,0 0 0,0-1 0,0 1 0,-1 0 0,1 0 0,-2-15 0,4-14 0,7 4 0,1 1 0,0 0 0,2 1 0,1 0 0,1 1 0,30-37 0,-23 30 0,17-18 0,1 1 0,49-42 0,-77 78 0,0 1 0,1 1 0,0 0 0,0 0 0,1 1 0,0 1 0,0 0 0,0 1 0,1 0 0,0 1 0,0 0 0,0 2 0,24-3 0,-36 5 0,1 0 0,-1 1 0,0-1 0,1 1 0,-1 0 0,0-1 0,0 1 0,1 0 0,-1 0 0,0 1 0,0-1 0,0 0 0,0 1 0,-1-1 0,1 1 0,0-1 0,0 1 0,-1 0 0,1 0 0,-1 0 0,0 0 0,0 0 0,1 0 0,-1 0 0,0 0 0,-1 0 0,1 1 0,0-1 0,-1 0 0,1 1 0,-1-1 0,0 0 0,0 4 0,2 12 0,-1 1 0,-1 0 0,-4 26 0,2-12 0,1-21 0,-1 0 0,0 0 0,0 0 0,-1-1 0,-1 1 0,0-1 0,0 0 0,-1 0 0,-1-1 0,0 1 0,-13 17 0,8-5 0,-4 6 0,15-29 0,0 0 0,-1 1 0,1-1 0,0 0 0,0 0 0,0 0 0,0 0 0,0 0 0,-1 0 0,1 0 0,0 0 0,0 0 0,0 0 0,0 0 0,0 0 0,-1 0 0,1 1 0,0-1 0,0 0 0,0 0 0,0-1 0,-1 1 0,1 0 0,0 0 0,0 0 0,0 0 0,0 0 0,-1 0 0,1 0 0,0 0 0,0 0 0,0 0 0,0 0 0,0 0 0,0 0 0,-1 0 0,1-1 0,0 1 0,0 0 0,0 0 0,0 0 0,0 0 0,0 0 0,0-1 0,0 1 0,-1 0 0,1 0 0,0 0 0,0 0 0,0 0 0,0-1 0,0 1 0,-4-16 0,3-14 0,4 7 0,1 1 0,0-1 0,2 1 0,1 1 0,1-1 0,1 1 0,0 1 0,2-1 0,19-28 0,-29 49 0,-1-1 0,0 0 0,1 0 0,-1 0 0,1 0 0,-1 0 0,1 1 0,-1-1 0,1 0 0,0 1 0,-1-1 0,1 0 0,0 1 0,0-1 0,-1 1 0,1-1 0,0 1 0,0-1 0,0 1 0,0-1 0,0 1 0,0 0 0,0 0 0,-1-1 0,1 1 0,0 0 0,0 0 0,0 0 0,0 0 0,1 0 0,-1 1 0,1 0 0,-1 0 0,0 1 0,0-1 0,0 0 0,0 0 0,-1 1 0,1-1 0,0 0 0,0 1 0,-1-1 0,1 1 0,-1-1 0,1 1 0,-1-1 0,0 2 0,2 6 0,0 0 0,-2 0 0,1-1 0,-1 1 0,-1 17 0,-2-18 0,-1 1 0,1-1 0,-1 0 0,-1 0 0,1-1 0,-1 1 0,-1-1 0,1 0 0,-1 0 0,-1 0 0,1-1 0,-1 0 0,0-1 0,0 1 0,-1-1 0,0-1 0,1 1 0,-2-1 0,-13 4 0,21-7 0,0-1 0,0 1 0,0-1 0,0 0 0,0 1 0,0-1 0,0 0 0,0 0 0,0 0 0,0 0 0,0 0 0,0 0 0,0 0 0,0 0 0,0 0 0,0-1 0,0 1 0,0 0 0,0-1 0,0 1 0,0 0 0,0-1 0,1 1 0,-1-1 0,0 0 0,0 1 0,0-1 0,1 0 0,-1 1 0,0-1 0,0 0 0,1 0 0,-1 1 0,1-1 0,-1 0 0,1 0 0,-1 0 0,1 0 0,0 0 0,-1 0 0,1 0 0,0 0 0,0 0 0,0 0 0,0 0 0,0 0 0,0 0 0,0 0 0,0 0 0,0 0 0,0-2 0,1-2 0,0 0 0,0 0 0,0 0 0,1 0 0,-1 1 0,1-1 0,0 0 0,1 1 0,3-6 0,8-6 0,1 0 0,1 1 0,1 1 0,0 0 0,1 1 0,0 1 0,1 1 0,0 1 0,41-16 0,-40 21 0,1 0 0,0 2 0,0 1 0,0 0 0,0 1 0,36 4 0,-2-1 0,-51-2 0,0 1 0,-1-1 0,1 1 0,-1 0 0,1 0 0,-1 0 0,0 0 0,1 1 0,-1-1 0,0 1 0,0 0 0,0 0 0,0 0 0,0 0 0,-1 1 0,1-1 0,-1 1 0,1 0 0,-1-1 0,0 1 0,0 0 0,0 0 0,-1 1 0,1-1 0,-1 0 0,1 0 0,-1 1 0,0-1 0,0 1 0,-1-1 0,1 5 0,1 1 0,-1 1 0,0 0 0,0 0 0,-1 0 0,0 0 0,-1 0 0,-1 0 0,1 0 0,-1 0 0,-5 12 0,6-19 0,-1-1 0,1 1 0,-1-1 0,0 0 0,0 0 0,0 0 0,0 0 0,0 0 0,0 0 0,0 0 0,-1-1 0,1 1 0,0-1 0,-1 0 0,1 0 0,-1 0 0,0 0 0,0 0 0,1 0 0,-1-1 0,0 1 0,0-1 0,-4 0 0,-8 1 0,0-1 0,-31-4 0,41 4 0,2-1 0,-1-1 0,0 1 0,1-1 0,0 0 0,-1 0 0,1 0 0,0 0 0,0-1 0,0 1 0,0-1 0,0 0 0,0 0 0,1 0 0,0 0 0,-1 0 0,1-1 0,-2-5 0,3 8 0,0 0 0,0-1 0,0 1 0,0-1 0,0 1 0,0-1 0,1 1 0,-1-1 0,1 0 0,-1 1 0,1-1 0,0 0 0,-1 1 0,1-1 0,0 0 0,0 1 0,0-1 0,1 0 0,-1 1 0,0-1 0,1 0 0,-1 1 0,0-1 0,1 0 0,0 1 0,0-1 0,-1 1 0,1-1 0,0 1 0,0 0 0,0-1 0,0 1 0,0 0 0,1 0 0,-1-1 0,0 1 0,1 0 0,-1 0 0,0 0 0,3 0 0,-2 0 0,0 0 0,0 1 0,0-1 0,0 1 0,1-1 0,-1 1 0,0 0 0,0 0 0,0 0 0,0 0 0,0 1 0,0-1 0,0 1 0,1-1 0,-1 1 0,0-1 0,-1 1 0,1 0 0,0 0 0,3 2 0,-2 0 0,1-1 0,-1 1 0,0 1 0,0-1 0,0 0 0,0 1 0,-1-1 0,1 1 0,3 7 0,-4-6 0,1 0 0,-1 0 0,0 0 0,0 1 0,-1-1 0,0 1 0,0-1 0,0 1 0,0 0 0,-1-1 0,0 1 0,0 0 0,0-1 0,-1 1 0,-2 10 0,0-12 0,0 0 0,0 1 0,-1-1 0,1 0 0,-1-1 0,0 1 0,0-1 0,0 0 0,0 0 0,0 0 0,-6 3 0,-1 0 0,0-1 0,-1 0 0,-19 6 0,27-10 0,-1 0 0,1 0 0,0-1 0,-1 0 0,1 0 0,0 0 0,-1 0 0,1-1 0,0 1 0,-1-1 0,1 0 0,0 0 0,0-1 0,0 1 0,0-1 0,0 0 0,0 0 0,0-1 0,1 1 0,-1-1 0,1 1 0,0-1 0,0 0 0,0 0 0,0-1 0,0 1 0,1-1 0,-1 1 0,1-1 0,0 0 0,0 0 0,0 0 0,1 0 0,-1 0 0,0-5 0,2 8 0,0 0 0,0-1 0,0 1 0,0 0 0,1-1 0,-1 1 0,0-1 0,1 1 0,-1 0 0,1 0 0,-1-1 0,1 1 0,0 0 0,-1 0 0,1 0 0,0 0 0,0 0 0,0 0 0,0 0 0,0 0 0,0 0 0,0 0 0,0 0 0,0 0 0,0 1 0,1-1 0,-1 1 0,0-1 0,0 1 0,1-1 0,-1 1 0,0 0 0,1-1 0,-1 1 0,0 0 0,1 0 0,-1 0 0,3 0 0,-1 0 0,1-1 0,0 1 0,0 0 0,0 0 0,0 1 0,0-1 0,0 1 0,-1 0 0,1 0 0,0 0 0,0 0 0,6 4 0,-10-5 0,0 0 0,1 0 0,-1 0 0,0 1 0,1-1 0,-1 0 0,0 0 0,1 1 0,-1-1 0,0 0 0,0 0 0,1 1 0,-1-1 0,0 0 0,0 1 0,0-1 0,1 1 0,-1-1 0,0 0 0,0 1 0,0-1 0,0 0 0,0 1 0,0-1 0,0 1 0,0-1 0,0 0 0,0 1 0,0-1 0,0 1 0,0-1 0,0 0 0,0 1 0,0-1 0,0 1 0,-1 0 0,-14 8 0,-23-2 0,27-6 0,1-1 0,0 0 0,0-1 0,0 0 0,-1 0 0,1-1 0,0-1 0,0 1 0,1-2 0,-1 1 0,1-1 0,-1-1 0,1 0 0,1 0 0,-1-1 0,1 0 0,-8-7 0,14 12 0,1 0 0,0 0 0,0 0 0,0-1 0,0 1 0,0 0 0,0 0 0,0-1 0,0 1 0,1-1 0,-1 1 0,0-1 0,1 1 0,-1-1 0,1 1 0,0-1 0,0 1 0,-1-1 0,1 0 0,0 1 0,0-1 0,0 1 0,0-1 0,1 0 0,-1 1 0,0-1 0,1 1 0,-1-1 0,1 1 0,0-1 0,-1 1 0,1-1 0,0 1 0,0 0 0,0-1 0,0 1 0,0 0 0,0 0 0,0 0 0,0 0 0,0 0 0,1 0 0,-1 0 0,0 0 0,1 0 0,-1 0 0,1 1 0,1-1 0,11-6 0,0 1 0,1 1 0,0 0 0,17-2 0,-9 1 0,6-1 0,46-6 0,-19 5 0,-55 7 0,1 1 0,0-1 0,-1 1 0,1-1 0,0 0 0,-1 0 0,1 0 0,-1 0 0,1 0 0,-1 0 0,0 0 0,1 0 0,-1 0 0,0-1 0,0 1 0,0 0 0,0-1 0,0 1 0,0-1 0,0 1 0,-1-1 0,1 0 0,0 1 0,-1-1 0,1 0 0,-1 1 0,0-1 0,1 0 0,-1 0 0,0 1 0,0-3 0,0-9 0,-1 0 0,0 0 0,-5-20 0,1-5 0,4 30 0,1-207 0,2 188 0,1 1 0,2-1 0,0 1 0,2 0 0,0 1 0,12-26 0,0 11 0,1 0 0,1 1 0,39-50 0,-46 71 0,127-156 0,-114 144 0,2 1 0,1 2 0,52-36 0,-59 48 0,-13 10 0,-1-1 0,1-1 0,-1 0 0,8-8 0,-17 15 0,0 0 0,1 0 0,-1 0 0,0-1 0,0 1 0,0 0 0,0 0 0,0 0 0,0 0 0,0 0 0,0 0 0,0 0 0,1 0 0,-1-1 0,0 1 0,0 0 0,0 0 0,0 0 0,0 0 0,0 0 0,0 0 0,0-1 0,0 1 0,0 0 0,0 0 0,0 0 0,0 0 0,0 0 0,0-1 0,0 1 0,0 0 0,0 0 0,0 0 0,0 0 0,0 0 0,0 0 0,0-1 0,-1 1 0,1 0 0,0 0 0,0 0 0,0 0 0,0 0 0,0 0 0,0 0 0,0 0 0,0-1 0,-1 1 0,1 0 0,0 0 0,0 0 0,0 0 0,0 0 0,0 0 0,0 0 0,-1 0 0,1 0 0,0 0 0,-14-1 0,-14 5 0,-80 28 0,83-23 0,0-1 0,0-1 0,0-1 0,-41 3 0,-61-1 0,-139 4 0,450-14 0,254 7 0,-421-5 0,0 2 0,0 0 0,1 1 0,-2 1 0,1 0 0,0 1 0,-1 1 0,24 12 0,-39-18 0,0 1 0,0 0 0,0 0 0,0 0 0,0-1 0,0 1 0,0 0 0,0 0 0,0 0 0,0 0 0,-1 1 0,1-1 0,0 0 0,-1 0 0,1 0 0,-1 1 0,1-1 0,-1 0 0,1 0 0,-1 1 0,0-1 0,0 0 0,0 1 0,0-1 0,0 0 0,0 1 0,0 1 0,-1 0 0,0-1 0,-1 1 0,1 0 0,0 0 0,-1-1 0,0 1 0,0-1 0,0 1 0,0-1 0,0 0 0,-3 3 0,-6 4 0,0-1 0,-1 0 0,1-1 0,-18 8 0,-29 7 0,-1-2 0,-62 12 0,44-12 0,21-7 0,0-3 0,-70 5 0,-116-6 0,204-8 0,-49 1 0,-290-4 0,376 2 0,0 0 0,0 0 0,0 1 0,0-1 0,0 0 0,0 0 0,0 0 0,0 0 0,0-1 0,0 1 0,0 0 0,0 0 0,0-1 0,0 1 0,0 0 0,0-1 0,0 1 0,1-1 0,-1 1 0,0-1 0,0 1 0,0-1 0,1 0 0,-1 1 0,0-1 0,0-1 0,1 0 0,1 1 0,0 0 0,-1 0 0,1 0 0,0 0 0,0 0 0,0 0 0,0 0 0,0 0 0,0 0 0,0 1 0,1-1 0,-1 0 0,0 1 0,3-2 0,58-22 0,10 9 0,2 3 0,0 4 0,105 1 0,-8 0 0,24-7 0,204 14 0,-396-1 0,-1 2 0,1-1 0,-1 0 0,1 0 0,0 1 0,-1-1 0,0 1 0,1 0 0,-1 0 0,1 0 0,2 2 0,-7 5 0,-18 1 0,-56 13 0,-2-2 0,0-5 0,-146 11 0,-246-20 0,317-7 0,-115 0 0,478 0 0,508 23 0,-706-21 0,7 1 0,0 0 0,0 0 0,0 2 0,-1 0 0,1 1 0,-1 1 0,23 12 0,-41-18 0,1 0 0,-1 0 0,0 0 0,1 1 0,-1-1 0,0 0 0,1 0 0,-1 1 0,0-1 0,0 0 0,1 1 0,-1-1 0,0 0 0,0 1 0,0-1 0,1 0 0,-1 1 0,0-1 0,0 0 0,0 1 0,0-1 0,0 1 0,0-1 0,0 0 0,1 1 0,-1-1 0,-1 1 0,1-1 0,0 0 0,0 1 0,0-1 0,0 1 0,0-1 0,0 1 0,-14 12 0,-26 7 0,35-18 0,-26 7 0,0 0 0,0-2 0,0-1 0,-1-2 0,0-1 0,-38-1 0,-17 2 0,-219 10-361,-336-27 0,495 8 1083,473 4-722,124 3 0,-380 1 0,-1 2 0,1 4 0,89 23 0,-159-32 0,0 0 0,1 0 0,-1 0 0,0 0 0,0 0 0,0 0 0,0 0 0,1 0 0,-1 0 0,0 0 0,0 0 0,0 0 0,1 0 0,-1 0 0,0 0 0,0 0 0,0 0 0,1 0 0,-1 0 0,0 0 0,0 0 0,0 0 0,0 0 0,1 0 0,-1 0 0,0 1 0,0-1 0,0 0 0,0 0 0,0 0 0,1 0 0,-1 0 0,0 0 0,0 1 0,0-1 0,0 0 0,0 0 0,0 0 0,0 0 0,0 1 0,0-1 0,1 0 0,-1 0 0,0 0 0,0 0 0,0 1 0,0-1 0,0 0 0,0 0 0,0 0 0,0 1 0,0-1 0,0 0 0,0 0 0,-1 0 0,1 1 0,0-1 0,0 0 0,0 0 0,0 0 0,0 0 0,0 1 0,0-1 0,0 0 0,0 0 0,-1 0 0,1 0 0,0 0 0,0 1 0,-22 7 0,-30 1 0,-74-4 0,1-6 0,-201-28 0,-242-72 0,507 89 0,23 6 0,28 5 0,0 0 0,1-1 0,-1 0 0,1 0 0,-14-6 0,23 8 0,0 0 0,0 0 0,0 0 0,0 0 0,0 0 0,0 0 0,0 0 0,0 0 0,0 0 0,1 0 0,-1 0 0,0 0 0,0 0 0,0 0 0,0 0 0,0 0 0,0 0 0,0 0 0,0 0 0,1 0 0,-1 0 0,0 0 0,0 0 0,0 0 0,0 0 0,0 0 0,0 0 0,0 0 0,0-1 0,0 1 0,0 0 0,0 0 0,0 0 0,1 0 0,-1 0 0,0 0 0,0 0 0,0 0 0,0 0 0,0 0 0,0-1 0,0 1 0,0 0 0,0 0 0,0 0 0,0 0 0,0 0 0,0 0 0,0 0 0,0 0 0,0-1 0,0 1 0,0 0 0,0 0 0,0 0 0,0 0 0,0 0 0,0 0 0,-1 0 0,1 0 0,0 0 0,0 0 0,0-1 0,0 1 0,0 0 0,0 0 0,0 0 0,16-3 0,17 0 0,127 4-200,-1 7-1,278 52 1,320 114 79,-714-164 121,-26-6 0,1 0 0,-1 1 0,0 0 0,31 16 0,-48-21 7,1 1 0,-1-1 0,0 0 0,0 1 0,0-1 0,0 1 0,1-1 0,-1 0 0,0 1 0,0-1 0,0 1 0,0-1 0,0 0 0,0 1 0,0-1 0,0 1 0,0-1 0,0 1 0,0-1 0,0 0 0,-1 1 0,1-1 0,0 1 0,0-1 0,0 0 0,0 1 0,-1-1 0,1 0 0,0 1 0,-1-1 0,1 0 0,0 1 0,0-1 0,-1 0 0,1 0 0,0 1-1,-1-1 1,1 0 0,-1 0 0,1 1 0,0-1 0,-1 0 0,1 0 0,-1 0 0,1 0 0,0 0 0,-1 0 0,1 0 0,-1 0 0,0 0 0,-27 13 404,26-12-456,-14 5 45,0-1 0,-1-1 0,0-1 0,0 0 0,-26 1 0,-92-6 0,82 0 0,-114-8-526,-173-33-1,-163-54 699,316 58-254,31 8 82,-251-86 0,405 116 10,1 1 0,-1-1 0,0 1 0,0-1 1,1 0-1,-1 1 0,0-1 0,1 0 0,-1 0 1,1 0-1,-1-1 0,1 1 0,0 0 0,-1 0 1,-1-4-1,3 5 8,0-1-1,0 1 1,1-1 0,-1 0 0,0 1 0,0-1-1,1 1 1,-1-1 0,0 1 0,1-1 0,-1 1-1,1-1 1,-1 1 0,0-1 0,1 1 0,-1 0-1,1-1 1,-1 1 0,1 0 0,0-1 0,-1 1-1,1 0 1,-1 0 0,1-1 0,-1 1 0,1 0-1,0 0 1,-1 0 0,2 0 0,63-11 257,-65 11-284,740-40 9,-685 39 0,150 2 0,-204-1 0,1-1 0,-1 1 0,1 0 0,-1 0 0,0 0 0,1 0 0,-1 1 0,1-1 0,-1 0 0,1 1 0,-1-1 0,0 0 0,1 1 0,-1 0 0,0-1 0,1 1 0,-1 0 0,0 0 0,0 0 0,2 1 0,-4-1 0,1 0 0,-1-1 0,0 1 0,1 0 0,-1 0 0,0 0 0,0 0 0,1 0 0,-1-1 0,0 1 0,0 0 0,0-1 0,0 1 0,0-1 0,0 1 0,0-1 0,0 1 0,-2-1 0,-63 22 0,-27-2 0,-136 12 0,188-28 0,-106 8-92,0-7 0,-186-18 1,-291-59-217,574 65 306,14-1 294,30 3-90,23-1-111,21 0-91,75 0 0,-71 6 0,62-9 0,-17-2 0,-1 4 0,2 3 0,-1 5 0,0 3 0,165 30 0,-200-18 0,-51-15 0,0-1 0,0 0 0,-1 1 0,1-1 0,0 1 0,0-1 0,0 1 0,0-1 0,-1 1 0,1 0 0,0-1 0,-1 1 0,1 0 0,0 0 0,-1 0 0,1-1 0,-1 1 0,1 0 0,-1 1 0,0-1 0,0 0 0,-1 0 0,1 0 0,-1 0 0,1 0 0,-1-1 0,1 1 0,-1 0 0,1 0 0,-1-1 0,0 1 0,0 0 0,1-1 0,-1 1 0,0 0 0,0-1 0,0 1 0,1-1 0,-1 0 0,0 1 0,0-1 0,0 0 0,0 1 0,-2-1 0,-24 8 0,-1-2 0,1 0 0,-1-2 0,0-2 0,-44 0 0,-47 5 0,-1 8 0,-1-6 0,-1-6 0,1-4 0,-219-32 0,300 27 0,17 4 0,0-2 0,-34-10 0,56 14 0,1 0 0,0 0 0,0 0 0,0 0 0,0 0 0,-1 0 0,1 0 0,0 0 0,0 0 0,0 0 0,0 0 0,-1 0 0,1 0 0,0 0 0,0 0 0,0 0 0,0 0 0,-1 0 0,1 0 0,0 0 0,0 0 0,0-1 0,0 1 0,-1 0 0,1 0 0,0 0 0,0 0 0,0 0 0,0 0 0,0 0 0,0-1 0,-1 1 0,1 0 0,0 0 0,0 0 0,0 0 0,0 0 0,0-1 0,0 1 0,0 0 0,0 0 0,0 0 0,0-1 0,0 1 0,0 0 0,0 0 0,0 0 0,0 0 0,0-1 0,0 1 0,0 0 0,0 0 0,0 0 0,0 0 0,0-1 0,0 1 0,0 0 0,0 0 0,0 0 0,15-4 0,22 0 0,1010 6 0,-951-1 0,96 15 0,-190-16 0,-1 0 0,1 0 0,-1 0 0,0 0 0,1 0 0,-1 0 0,1 0 0,-1 1 0,0-1 0,1 1 0,-1-1 0,0 1 0,1-1 0,-1 1 0,0 0 0,0-1 0,1 1 0,-1 0 0,0 0 0,0 0 0,1 2 0,-2-2 0,-1 0 0,1 0 0,-1 0 0,1 0 0,-1 0 0,1 0 0,-1-1 0,0 1 0,0 0 0,1 0 0,-1-1 0,0 1 0,0 0 0,0-1 0,0 1 0,0-1 0,0 1 0,0-1 0,0 1 0,-1 0 0,-69 23 0,-12-9 0,-155 10 0,-87-19 0,315-6 0,-113 2 0,45 0 0,0-2 0,-126-18 0,183 13 0,-1 0 0,-28-11 0,42 13 0,0-1 0,0 0 0,1 0 0,-1 0 0,1-1 0,0 0 0,0 0 0,1-1 0,-7-7 0,10 9 0,1 0 0,-1 0 0,1 0 0,0 0 0,1-1 0,-1 1 0,1-1 0,0 1 0,0-1 0,0 1 0,1-1 0,0 0 0,0 1 0,0-1 0,0 0 0,1 1 0,-1-1 0,1 0 0,3-8 0,-2 6 0,0 1 0,1 0 0,0-1 0,0 1 0,0 0 0,1 1 0,-1-1 0,1 0 0,1 1 0,-1 0 0,1 0 0,0 0 0,6-3 0,53-44 0,-52 41 0,0 1 0,0 0 0,1 1 0,1 0 0,-1 1 0,1 1 0,20-8 0,4 4 0,1 2 0,1 2 0,-1 2 0,1 1 0,0 2 0,0 2 0,48 6 0,-86-6 0,-1 0 0,1 0 0,0 0 0,0 1 0,0-1 0,-1 0 0,1 1 0,0 0 0,0-1 0,-1 1 0,1 0 0,-1 0 0,1 0 0,-1 0 0,1 0 0,-1 0 0,1 1 0,-1-1 0,0 0 0,0 1 0,0-1 0,1 1 0,-2-1 0,1 1 0,0-1 0,0 1 0,0 0 0,-1-1 0,1 1 0,-1 0 0,1 0 0,-1-1 0,0 1 0,0 0 0,1 0 0,-2 0 0,1 0 0,0-1 0,0 1 0,0 0 0,-1 0 0,1 0 0,-1-1 0,1 1 0,-1 0 0,-2 2 0,1 3 0,0-1 0,-1 0 0,0 0 0,-1 0 0,1 0 0,-1 0 0,0-1 0,-1 1 0,1-1 0,-1-1 0,-10 9 0,-17 4 0,-1-1 0,-42 14 0,40-17 0,1-1 0,0-2 0,0-1 0,-1-2 0,-68 5 0,-147-9 0,154-5 0,42-1 0,-1-1 0,1-4 0,0-1 0,1-3 0,-87-32 0,135 42 0,0 0 0,1 0 0,-1 0 0,1-1 0,0 1 0,-1-1 0,1 0 0,1-1 0,-1 1 0,-5-7 0,8 9 0,1 1 0,-1-1 0,1 1 0,0-1 0,-1 0 0,1 1 0,0-1 0,0 0 0,-1 1 0,1-1 0,0 0 0,0 0 0,0 1 0,0-1 0,0 0 0,0 0 0,0 1 0,0-1 0,0 0 0,0 1 0,0-1 0,0 0 0,1 0 0,-1 1 0,0-1 0,0 0 0,2 0 0,-1-1 0,1 1 0,0-1 0,0 1 0,0 0 0,0 0 0,0 0 0,0 0 0,0 0 0,0 0 0,0 0 0,0 1 0,0-1 0,1 1 0,2 0 0,81-15 0,0 4 0,1 4 0,128 5 0,-78 16 0,193 45 0,-197-26 0,218 85 0,-346-116 0,0 0 0,-1 0 0,1 0 0,-1 1 0,0-1 0,1 1 0,-1 0 0,-1 1 0,1-1 0,0 1 0,-1-1 0,1 1 0,-1 0 0,0 0 0,3 8 0,-5-10 0,0 1 0,0 0 0,-1 0 0,1 0 0,-1 0 0,0 0 0,0 0 0,0 0 0,0 0 0,-1 0 0,1 0 0,-1 0 0,0-1 0,0 1 0,0 0 0,0 0 0,0 0 0,0-1 0,-1 1 0,1-1 0,-1 1 0,0-1 0,0 0 0,0 0 0,0 1 0,0-1 0,-4 2 0,-5 4 0,0 0 0,0-1 0,-1 0 0,0-1 0,0-1 0,0 0 0,-15 4 0,-13 6 0,2-2 0,0-1 0,0-1 0,-1-3 0,-1-1 0,-50 2 0,-205-7 0,160-5 0,96 3 0,0-2 0,-40-7 0,64 6 0,0-1 0,0 0 0,1 0 0,-1-2 0,1 0 0,0 0 0,0-1 0,-13-10 0,26 16 0,1 1 0,-1 0 0,0 0 0,1-1 0,-1 1 0,1 0 0,-1-1 0,1 1 0,-1-1 0,1 1 0,-1-1 0,1 1 0,-1-1 0,1 1 0,0-1 0,-1 1 0,1-1 0,0 0 0,0 1 0,-1-1 0,1 1 0,0-1 0,0 0 0,0 1 0,0-1 0,0 0 0,0 1 0,0-1 0,0 0 0,0 1 0,0-1 0,0 0 0,0 1 0,0-1 0,0 0 0,1 1 0,-1-1 0,1 0 0,1-1 0,0 0 0,0 0 0,0 0 0,0 1 0,0-1 0,1 1 0,-1-1 0,0 1 0,1 0 0,2-1 0,64-16 0,38 3 0,0 5 0,1 5 0,160 12 0,-245-5 0,1 0 0,-1 1 0,1 1 0,-1 1 0,0 2 0,-1 0 0,1 1 0,-1 1 0,-1 1 0,0 1 0,0 1 0,23 19 0,-42-30 0,1 1 0,-1 0 0,0 0 0,0 0 0,0 0 0,0 0 0,0 1 0,-1-1 0,1 0 0,-1 1 0,1 0 0,-1-1 0,0 1 0,0 0 0,0-1 0,0 6 0,-1-6 0,0 0 0,0-1 0,0 1 0,-1 0 0,1 0 0,-1 0 0,0-1 0,1 1 0,-1 0 0,0-1 0,0 1 0,0-1 0,0 1 0,0-1 0,0 1 0,-1-1 0,1 0 0,0 0 0,-3 2 0,-7 4 0,0 0 0,-1-1 0,1-1 0,-1 0 0,-21 6 0,20-7 0,-22 6 0,0-2 0,0-1 0,-1-2 0,0-1 0,-67-2 0,-179-30 0,210 15 0,1-2 0,0-3 0,1-4 0,2-2 0,-70-36 0,132 57 0,1 1 0,-1-1 0,0 1 0,1-1 0,0 0 0,0-1 0,0 1 0,0-1 0,0 0 0,1-1 0,0 1 0,-6-7 0,10 10 0,0 1 0,-1-1 0,1 1 0,0-1 0,0 1 0,-1 0 0,1-1 0,0 1 0,0-1 0,0 1 0,0-1 0,0 1 0,0-1 0,0 1 0,0-1 0,0 1 0,0-1 0,0 1 0,0-1 0,0 1 0,0 0 0,1-1 0,-1 1 0,0-1 0,0 1 0,0-1 0,1 1 0,-1 0 0,0-1 0,1 1 0,-1-1 0,1 1 0,18-8 0,26 6 0,-41 2 0,169 0 0,198 4 0,-270 1 0,162 31 0,-249-33 0,7 0 0,0 2 0,-1 0 0,1 1 0,-1 0 0,-1 2 0,28 15 0,-47-23 0,1 0 0,-1 0 0,0 0 0,0 0 0,0 0 0,0 0 0,1 0 0,-1 0 0,0 0 0,0 0 0,0 1 0,0-1 0,1 0 0,-1 0 0,0 0 0,0 0 0,0 0 0,0 1 0,0-1 0,0 0 0,0 0 0,0 0 0,0 1 0,1-1 0,-1 0 0,0 0 0,0 0 0,0 0 0,0 1 0,0-1 0,0 0 0,0 0 0,0 0 0,0 1 0,0-1 0,0 0 0,-1 0 0,1 0 0,0 1 0,0-1 0,0 0 0,0 0 0,0 0 0,0 0 0,0 1 0,0-1 0,-1 0 0,-11 5 0,-17-2 0,-300-5-1365</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1T14:57:28.770"/>
    </inkml:context>
    <inkml:brush xml:id="br0">
      <inkml:brushProperty name="width" value="0.2" units="cm"/>
      <inkml:brushProperty name="height" value="0.2" units="cm"/>
      <inkml:brushProperty name="color" value="#FFFFFF"/>
    </inkml:brush>
  </inkml:definitions>
  <inkml:trace contextRef="#ctx0" brushRef="#br0">520 563 24575,'-1'4'0,"1"-1"0,-1 1 0,0 0 0,0-1 0,0 1 0,0-1 0,-1 0 0,1 1 0,-1-1 0,0 0 0,0 0 0,-3 4 0,-37 38 0,15-16 0,14-15 0,-1 0 0,0 0 0,-1-1 0,0-1 0,-1-1 0,-1 0 0,-33 16 0,13-11 0,-1-1 0,-72 18 0,75-20 0,30-10 0,0-1 0,0 1 0,0-2 0,-1 1 0,1 0 0,0-1 0,-8 1 0,13-2 0,0 0 0,0 0 0,0 0 0,-1 0 0,1 0 0,0 0 0,0 0 0,-1 0 0,1 0 0,0 0 0,0 0 0,-1 0 0,1 0 0,0 0 0,0 0 0,-1 0 0,1-1 0,0 1 0,0 0 0,0 0 0,-1 0 0,1 0 0,0 0 0,0 0 0,0-1 0,-1 1 0,1 0 0,0 0 0,0 0 0,0-1 0,0 1 0,0 0 0,-1 0 0,1 0 0,0-1 0,0 1 0,0 0 0,0 0 0,0-1 0,0 1 0,0 0 0,0 0 0,0-1 0,0 1 0,0 0 0,0 0 0,0-1 0,9-13 0,16-11 0,21-3 0,62-27 0,-38 20 0,-40 20 0,1 0 0,0 3 0,1 0 0,0 2 0,0 1 0,57-7 0,-66 18 0,-22-2 0,-1 0 0,0 1 0,0-1 0,0 0 0,0 0 0,0 1 0,0-1 0,0 0 0,0 0 0,0 1 0,0-1 0,0 0 0,1 1 0,-1-1 0,-1 0 0,1 0 0,0 1 0,0-1 0,0 0 0,0 0 0,0 1 0,0-1 0,0 0 0,0 0 0,0 1 0,0-1 0,-1 0 0,1 0 0,0 0 0,0 1 0,0-1 0,0 0 0,-1 0 0,1 0 0,0 1 0,0-1 0,0 0 0,-1 0 0,1 0 0,-1 0 0,-42 27 0,19-12 0,11-6 0,0 0 0,0-1 0,0 0 0,-1-1 0,-1-1 0,1 0 0,-25 6 0,-110 16 0,128-25 0,79-66 0,69-37 0,-47 39 0,-63 47 0,1 0 0,1 1 0,1 0 0,0 2 0,26-12 0,-46 23 0,1 0 0,0-1 0,-1 1 0,1 0 0,-1-1 0,1 1 0,0 0 0,-1 0 0,1 0 0,0 0 0,-1-1 0,1 1 0,0 0 0,-1 0 0,1 0 0,0 0 0,-1 1 0,1-1 0,0 0 0,-1 0 0,1 0 0,-1 0 0,1 1 0,0-1 0,-1 0 0,1 1 0,-1-1 0,1 0 0,-1 1 0,1-1 0,-1 1 0,1-1 0,-1 1 0,1-1 0,0 1 0,-1 1 0,1 0 0,-1 0 0,0 0 0,1 0 0,-1 1 0,0-1 0,0 0 0,0 0 0,-1 0 0,1 0 0,-1 3 0,-20 52 0,14-44 0,-2 0 0,0-1 0,-1 0 0,0 0 0,-1-1 0,-18 15 0,-15 18 0,34-35 0,1 1 0,-2-2 0,1 1 0,-1-2 0,0 1 0,-1-1 0,0-1 0,0 0 0,-13 4 0,42-21 0,-1 0 0,0-1 0,0-1 0,-2 0 0,1-1 0,15-20 0,24-22 0,287-278 0,-206 219 0,-92 69 0,-35 37 0,-1 0 0,1 0 0,0 1 0,1 0 0,0 1 0,15-10 0,-24 17 0,1-1 0,-1 1 0,1-1 0,0 1 0,-1 0 0,1-1 0,0 1 0,-1 0 0,1 0 0,0-1 0,-1 1 0,1 0 0,0 0 0,-1 0 0,1 0 0,0 0 0,0 0 0,-1 0 0,1 0 0,0 0 0,0 0 0,-1 0 0,1 1 0,0-1 0,-1 0 0,1 0 0,0 1 0,-1-1 0,1 0 0,-1 1 0,1-1 0,0 1 0,-1-1 0,1 2 0,0 0 0,0 0 0,0 0 0,0 0 0,-1 0 0,0 0 0,1 0 0,-1 0 0,0 0 0,0 1 0,0-1 0,0 4 0,-13 58 0,13-64 0,-22 64 0,-50 104 0,47-114 0,-21 21 0,33-56 0,-22 41 0,19-29 0,-2 0 0,-2-2 0,-1 0 0,-43 47 0,52-62 0,11-13 0,-1 0 0,1 0 0,0 0 0,0 0 0,0 0 0,0 1 0,0-1 0,1 0 0,-1 1 0,0-1 0,0 1 0,1-1 0,-1 1 0,1-1 0,-1 3 0,2-4 0,-1 0 0,0 1 0,1-1 0,-1 0 0,1 1 0,-1-1 0,1 0 0,-1 0 0,0 0 0,1 0 0,-1 1 0,1-1 0,-1 0 0,1 0 0,-1 0 0,1 0 0,-1 0 0,1 0 0,-1 0 0,1 0 0,-1 0 0,1 0 0,-1 0 0,1-1 0,-1 1 0,1 0 0,-1 0 0,0 0 0,1-1 0,0 1 0,5-3 0,0 1 0,0-1 0,0 0 0,-1 0 0,1-1 0,8-7 0,121-136 0,-76 91 0,72-63 0,-81 70 0,-42 38 0,2 1 0,-1 1 0,1-1 0,1 2 0,11-8 0,-7 7 0,0 1 0,-1-1 0,0-1 0,0 0 0,-1 0 0,18-19 0,-13 14 0,-18 15 0,1 0 0,-1 0 0,0 0 0,0 0 0,1 0 0,-1 0 0,0 0 0,0 0 0,0 0 0,1 0 0,-1 0 0,0 0 0,0 0 0,1 1 0,-1-1 0,0 0 0,0 0 0,0 0 0,1 0 0,-1 0 0,0 0 0,0 1 0,0-1 0,0 0 0,1 0 0,-1 0 0,0 0 0,0 1 0,0-1 0,0 0 0,0 0 0,0 0 0,1 1 0,-1-1 0,0 0 0,0 0 0,0 1 0,0-1 0,0 0 0,0 0 0,0 0 0,0 1 0,0-1 0,0 0 0,0 3 0,-1 0 0,1 0 0,-1 0 0,0 0 0,1 0 0,-1 0 0,-1 0 0,1 0 0,0 0 0,-1-1 0,1 1 0,-3 2 0,-120 136 0,99-113 0,-2 0 0,-54 41 0,13-10 0,25-25 0,-1-1 0,-2-2 0,-80 41 0,25-16 0,63-33 0,-45 18 0,70-35 0,-1-1 0,-1 0 0,1-1 0,0-1 0,-1 0 0,0-1 0,-17 0 0,31-2 0,0 0 0,0 0 0,0 0 0,0 0 0,0 0 0,0 0 0,0 0 0,0 0 0,0 0 0,0 0 0,1-1 0,-1 1 0,0 0 0,0-1 0,0 1 0,0-1 0,0 1 0,1-1 0,-1 1 0,0-1 0,0 0 0,1 1 0,-1-1 0,0 0 0,1 1 0,-1-1 0,1 0 0,-1 0 0,1 0 0,-1 0 0,0-1 0,1 0 0,0-1 0,0 1 0,0-1 0,0 1 0,1-1 0,-1 1 0,1-1 0,-1 1 0,1 0 0,0-1 0,0 1 0,1-3 0,4-6 0,1 0 0,0 0 0,16-20 0,119-116 0,-123 128 0,1 1 0,43-31 0,13-11 0,-50 39 0,1 1 0,0 1 0,32-15 0,-2-1 0,-19 13 0,1 1 0,1 2 0,0 2 0,2 1 0,44-10 0,-43 21 0,-43 5 0,0 0 0,1 0 0,-1 0 0,0 0 0,0 0 0,0 0 0,1 0 0,-1 0 0,0 0 0,0 0 0,1 0 0,-1 0 0,0 0 0,0 0 0,1 0 0,-1 0 0,0 1 0,0-1 0,0 0 0,1 0 0,-1 0 0,0 0 0,0 1 0,0-1 0,0 0 0,0 0 0,1 0 0,-1 0 0,0 1 0,0-1 0,0 0 0,0 0 0,0 1 0,0-1 0,0 0 0,0 0 0,0 1 0,0-1 0,0 0 0,0 0 0,0 0 0,0 1 0,0-1 0,-17 18 0,-5-1 0,0 1 0,-37 43 0,44-48 0,1 0 0,-2-1 0,0-1 0,0 0 0,-1-1 0,-23 9 0,17-7 0,1 0 0,-36 26 0,31-19 0,-1-2 0,-1-1 0,0-2 0,-1 0 0,-48 13 0,7 6 0,56-25 0,0-1 0,0 0 0,0-1 0,-1-1 0,-20 4 0,47-9 0,-4 0 0,1 0 0,-1-1 0,0 0 0,1 0 0,-1 0 0,0-1 0,0 0 0,11-5 0,28-14-160,1 2 0,0 1 0,1 3-1,95-16 1,-45 9 41,-51 13 246,-31 7 1,0-2 0,-1 1 0,0-2 0,15-6 0,-16 7-106,-1 0 0,1 0 0,1 1 0,-1 1 0,0 0 0,18 1 1,33-5-25,-24 1 2,0 2 0,50 3 0,-80 1 0,-11-1 0,0 0 0,0-1 0,0 1 0,0 0 0,0 1 0,0-1 0,1 0 0,-1 0 0,0 0 0,0 0 0,0 0 0,0 0 0,0 0 0,0 0 0,1 0 0,-1 0 0,0 0 0,0 0 0,0 0 0,0 0 0,0 0 0,0 1 0,0-1 0,1 0 0,-1 0 0,0 0 0,0 0 0,0 0 0,0 0 0,0 0 0,0 1 0,0-1 0,0 0 0,0 0 0,0 0 0,0 0 0,0 0 0,0 1 0,0-1 0,0 0 0,0 0 0,0 0 0,0 0 0,0 0 0,0 0 0,0 1 0,0-1 0,0 0 0,0 0 0,0 0 0,0 0 0,0 0 0,0 0 0,-1 1 0,1-1 0,0 0 0,0 0 0,0 0 0,-10 12 0,-12 9 0,-2-5 0,-1-1 0,-1-1 0,0-1 0,-32 11 0,-41 20 0,43-17 0,-2-3 0,0-2 0,-2-3 0,0-3 0,-67 10 0,120-25 0,-18 2 0,23-6 0,15-6 0,15-10 0,0-1 0,35-34 0,-33 27 0,44-30 0,-46 36 4,-1-1 0,36-38 0,15-13-143,84-40-521,-51 40 683,-31 19-23,37-27 0,-93 63 103,1 2 0,1 1 0,29-13 0,29-17 249,-72 38-352,0 1 0,0 0 0,0 0 0,15-4 0,-25 9 0,0 1 0,-1-1 0,1 1 0,0 0 0,0 0 0,0-1 0,-1 1 0,1 0 0,0 1 0,0-1 0,0 0 0,-1 0 0,1 1 0,0-1 0,0 1 0,-1-1 0,3 2 0,-3-1 0,0 1 0,0-1 0,0 0 0,0 1 0,0-1 0,0 0 0,-1 1 0,1-1 0,-1 1 0,1-1 0,-1 1 0,1-1 0,-1 1 0,0 0 0,0-1 0,0 1 0,0 0 0,0-1 0,0 1 0,0-1 0,0 1 0,-1-1 0,0 4 0,-1 4 0,0 1 0,-1 0 0,-1-1 0,1 0 0,-2 0 0,1 0 0,-1 0 0,-8 10 0,-56 61 0,9-12 0,23-25 0,-1-2 0,-3-1 0,-55 42 0,8-7 0,-78 58 0,112-99 0,40-27 0,1 2 0,0-1 0,-18 16 0,16-12 0,-1 0 0,0-1 0,-33 17 0,-17 10 0,38-25 0,24-12 0,1 0 0,-1 0 0,1 0 0,0 1 0,-1 0 0,1 0 0,0 0 0,0 0 0,0 0 0,-4 4 0,7-5 0,0-1 0,0 0 0,0 1 0,0-1 0,1 0 0,-1 1 0,0-1 0,0 0 0,1 1 0,-1-1 0,0 0 0,0 0 0,1 1 0,-1-1 0,0 0 0,1 0 0,-1 0 0,0 1 0,1-1 0,-1 0 0,0 0 0,1 0 0,-1 0 0,1 0 0,-1 0 0,0 0 0,1 0 0,-1 0 0,0 0 0,1 0 0,-1 0 0,1 0 0,-1 0 0,0 0 0,1 0 0,-1 0 0,0 0 0,1 0 0,-1-1 0,0 1 0,1 0 0,-1 0 0,1-1 0,20-3 0,12-13 0,0-2 0,-1-1 0,32-26 0,26-18 0,12 0 0,3 5 0,117-49 0,-178 86 0,-32 16 0,-1 0 0,1 1 0,18-6 0,-42 16 0,0 0 0,1 1 0,-1 1 0,1 0 0,-19 16 0,-35 21 0,45-32 0,0 0 0,2 2 0,-21 18 0,22-17 0,0-2 0,-1 1 0,-34 18 0,23-17 0,0 2 0,-34 27 0,35-26 0,-1-1 0,-57 24 0,-23 13 0,73-29 0,27-18 0,-1 0 0,0-1 0,0 0 0,-17 7 0,-44 7 0,22-7 0,40-9 0,16-3 0,8-3 0,-1-1 0,1 0 0,-1-1 0,0 0 0,0-2 0,-1 1 0,0-2 0,0 0 0,18-12 0,19-9 0,280-125 0,-248 121 0,2 4 0,97-19 0,-141 39 0,-2-2 0,56-22 0,-151 33 0,-360 97 0,324-76 0,-113 43 0,204-65 0,1 0 0,-1 0 0,1 1 0,0-1 0,-1 1 0,1-1 0,0 1 0,-1-1 0,1 1 0,0 0 0,0 0 0,0-1 0,0 1 0,0 0 0,0 0 0,0 0 0,0 0 0,-1 2 0,2-2 0,1-1 0,0 1 0,-1 0 0,1-1 0,0 1 0,0-1 0,-1 1 0,1-1 0,0 0 0,0 1 0,-1-1 0,1 0 0,0 1 0,0-1 0,0 0 0,0 0 0,0 0 0,-1 0 0,1 0 0,1 0 0,60 2 0,-60-2 0,215-2 0,-217 2 0,0 0 0,0 0 0,0 1 0,0-1 0,0 0 0,0 0 0,0 0 0,0 0 0,0 0 0,0 0 0,0 0 0,0 1 0,0-1 0,0 0 0,0 0 0,0 0 0,0 0 0,0 0 0,0 0 0,0 1 0,0-1 0,0 0 0,0 0 0,0 0 0,0 0 0,0 0 0,0 0 0,0 0 0,0 1 0,0-1 0,0 0 0,0 0 0,0 0 0,0 0 0,1 0 0,-1 0 0,0 0 0,0 0 0,0 0 0,0 0 0,0 1 0,0-1 0,0 0 0,0 0 0,1 0 0,-1 0 0,0 0 0,0 0 0,0 0 0,0 0 0,0 0 0,0 0 0,0 0 0,1 0 0,-1 0 0,0 0 0,0 0 0,0 0 0,-17 10 0,-24 9 0,-151 41 0,91-33 0,19-7 0,-1-5 0,0-3 0,-91 2 0,103-9 0,-20-1 0,92-4 0,48-1 0,27-1 0,-1-4 0,1-4 0,-2-2 0,0-4 0,87-30 0,-239 43 0,13 10 0,63-6 0,-1 0 0,0 0 0,0 0 0,1 0 0,-1 0 0,0 0 0,1 1 0,0 0 0,-4 2 0,5-3 0,0-1 0,1 1 0,-1 0 0,0 0 0,1 0 0,-1 0 0,1 0 0,-1 0 0,1 0 0,0 0 0,-1 0 0,1 0 0,0 0 0,0 0 0,0 0 0,-1 0 0,1 0 0,0 0 0,0 0 0,1 1 0,-1-1 0,0 0 0,0 0 0,0 0 0,1 1 0,0 0 0,0 0 0,1 0 0,-1 0 0,0 0 0,1 0 0,-1 0 0,1-1 0,-1 1 0,1-1 0,0 1 0,0-1 0,0 0 0,0 1 0,0-1 0,0 0 0,4 1 0,40 13 0,-27-11 0,58 20 0,21 8 0,1-5 0,129 18 0,71-25 0,-222-17 0,-88-5 0,0 0 0,0 0 0,1-1 0,-1 0 0,1-1 0,-1-1 0,1 1 0,1-2 0,-1 1 0,-12-11 0,-11-8 0,-42-42 0,68 58 0,1 0 0,-1 0 0,1 0 0,1-1 0,0 0 0,0 0 0,0 0 0,1-1 0,1 1 0,0-1 0,0 0 0,1 0 0,0 0 0,-1-10 0,3 15 0,-1 0 0,1 0 0,0 0 0,0 0 0,0 0 0,1 0 0,0 0 0,0 0 0,0 0 0,1 0 0,-1 0 0,1 1 0,0-1 0,1 1 0,-1-1 0,1 1 0,0 0 0,0 0 0,0 0 0,0 0 0,1 1 0,-1-1 0,1 1 0,0 0 0,0 0 0,0 0 0,1 1 0,-1-1 0,10-2 0,20-4 0,2 3 0,-1 0 0,1 3 0,-1 1 0,1 1 0,42 5 0,9-1 0,102 6 0,-165-6 0,-1 1 0,1 1 0,-1 1 0,-1 2 0,42 18 0,-63-26 0,0 0 0,0 1 0,0-1 0,-1 0 0,1 0 0,0 1 0,-1-1 0,1 0 0,0 1 0,0-1 0,-1 1 0,1-1 0,-1 1 0,1-1 0,-1 1 0,1-1 0,0 1 0,-1 0 0,0-1 0,1 1 0,-1 0 0,1-1 0,-1 1 0,0 0 0,0 0 0,1-1 0,-1 1 0,0 0 0,0 0 0,0-1 0,0 1 0,0 0 0,0 0 0,0 0 0,0-1 0,0 3 0,-2-1 0,1-1 0,-1 1 0,0 0 0,0 0 0,0-1 0,0 1 0,0-1 0,0 0 0,0 1 0,0-1 0,-5 1 0,-71 22 0,-45-5 0,-185 5 0,307-23 0,-1-1 0,0 0 0,0 0 0,0 0 0,1 0 0,-1 0 0,0 0 0,0 0 0,0-1 0,1 1 0,-1 0 0,0-1 0,0 0 0,1 1 0,-1-1 0,1 0 0,-1 0 0,0 0 0,1 0 0,0 0 0,-1 0 0,1 0 0,-2-3 0,3 3 0,0-1 0,0 0 0,0 1 0,0-1 0,1 1 0,-1-1 0,0 1 0,1-1 0,-1 1 0,1-1 0,0 1 0,0-1 0,-1 1 0,1 0 0,0-1 0,0 1 0,0 0 0,0 0 0,1 0 0,-1 0 0,0 0 0,0 0 0,1 0 0,-1 0 0,0 0 0,1 1 0,2-2 0,33-22 0,1 3 0,46-20 0,-66 34 0,1 0 0,-1 1 0,1 1 0,0 1 0,0 1 0,1 1 0,24-1 0,-51 12 0,-1-1 0,0 0 0,0-1 0,-10 7 0,-42 22 0,0-4 0,-87 34 0,99-46 0,-27 8 0,-1-3 0,-1-4 0,-1-3 0,-101 10 0,91-10 0,110-22 0,20-8 0,24-20 0,101-43 0,-165 75 0,-1-1 0,0 1 0,0-1 0,1 1 0,-1 0 0,1-1 0,-1 1 0,0 0 0,1 0 0,-1 0 0,0 0 0,1 0 0,-1 0 0,1 0 0,-1 1 0,3 0 0,-4-1 0,1 1 0,-1-1 0,1 0 0,-1 1 0,1-1 0,-1 1 0,0-1 0,1 1 0,-1 0 0,0-1 0,1 1 0,-1-1 0,0 1 0,0-1 0,0 1 0,1 0 0,-1-1 0,0 1 0,0 0 0,0-1 0,0 1 0,0-1 0,0 1 0,0 0 0,-1 0 0,1 2 0,-1 1 0,0-1 0,0 0 0,-1 0 0,1 0 0,-1 1 0,1-2 0,-1 1 0,0 0 0,0 0 0,-5 4 0,-22 17 0,-2-3 0,0 0 0,-1-2 0,-46 20 0,33-20 0,-2-1 0,0-2 0,-1-2 0,-1-3 0,0-1 0,-72 4 0,118-14 0,-32-1 0,29-5 0,18-9 0,35-19 0,29-24 0,-37 25 0,2 2 0,1 2 0,74-39 0,-106 63 0,0 1 0,1 0 0,-1 0 0,1 1 0,0 0 0,0 1 0,0 0 0,0 1 0,0 0 0,14 1 0,-22 0 0,0 0 0,0 0 0,0 1 0,0-1 0,0 1 0,0 0 0,0 0 0,0 0 0,-1 0 0,1 0 0,0 0 0,-1 1 0,1 0 0,-1-1 0,0 1 0,1 0 0,-1 0 0,0 0 0,0 0 0,0 1 0,0-1 0,-1 0 0,1 1 0,-1-1 0,1 1 0,-1 0 0,0 0 0,0-1 0,0 1 0,0 0 0,-1 0 0,1 0 0,-1 0 0,0 0 0,1 0 0,-1 0 0,-1 0 0,1 0 0,0 0 0,-1-1 0,1 1 0,-3 4 0,1 0 0,0-1 0,-1 1 0,0-1 0,0 0 0,0 0 0,-1 0 0,0 0 0,0-1 0,-1 0 0,0 0 0,-7 7 0,-62 47 0,5-16 0,-3-4 0,-1-2 0,-1-4 0,-108 33 0,180-67 0,10-6 0,26-19 0,48-30 0,-9 11 0,1 3 0,93-37 0,-138 67 0,1 1 0,0 2 0,1 1 0,-1 1 0,1 1 0,1 2 0,-1 2 0,1 1 0,38 3 0,-68-2 0,0 0 0,-1 0 0,1 0 0,0 0 0,-1 1 0,1-1 0,-1 1 0,1-1 0,-1 1 0,1 0 0,-1-1 0,0 1 0,1 0 0,-1 0 0,0 0 0,1 0 0,-1 0 0,0 0 0,0 1 0,0-1 0,0 0 0,0 0 0,0 1 0,0-1 0,-1 1 0,1-1 0,0 1 0,-1-1 0,1 1 0,-1-1 0,0 1 0,1-1 0,-1 1 0,0 0 0,0-1 0,0 1 0,0-1 0,0 1 0,0 0 0,-1-1 0,0 3 0,0 0 0,0 0 0,0-1 0,0 1 0,-1 0 0,0-1 0,1 1 0,-1-1 0,-1 0 0,1 0 0,0 0 0,-1 0 0,0 0 0,1 0 0,-1-1 0,0 1 0,-6 3 0,-159 89 0,63-48 0,82-39 0,0 1 0,1 1 0,0 1 0,1 1 0,-32 24 0,52-34 0,-1-1 0,0 1 0,1 0 0,-1 0 0,1 0 0,0-1 0,-1 1 0,1 0 0,0 1 0,0-1 0,0 0 0,1 0 0,-1 0 0,0 4 0,1-6 0,0 1 0,0-1 0,0 0 0,0 1 0,0-1 0,0 0 0,0 1 0,0-1 0,0 0 0,0 1 0,0-1 0,0 0 0,0 0 0,0 1 0,1-1 0,-1 0 0,0 1 0,0-1 0,0 0 0,1 0 0,-1 0 0,0 1 0,0-1 0,0 0 0,1 0 0,-1 0 0,0 1 0,1-1 0,-1 0 0,0 0 0,0 0 0,1 0 0,-1 0 0,0 0 0,1 0 0,21-7 0,62-43 0,-43 24 0,1 1 0,2 2 0,0 2 0,79-25 0,-106 41 0,-2 0 0,1 1 0,0 0 0,0 2 0,0-1 0,1 2 0,17 0 0,-34 1 0,1 0 0,-1 0 0,0 0 0,0 0 0,0 0 0,0 0 0,1 0 0,-1 0 0,0 0 0,0 1 0,0-1 0,0 0 0,1 0 0,-1 0 0,0 0 0,0 0 0,0 0 0,0 0 0,0 0 0,0 0 0,1 0 0,-1 1 0,0-1 0,0 0 0,0 0 0,0 0 0,0 0 0,0 0 0,0 0 0,0 1 0,0-1 0,0 0 0,0 0 0,1 0 0,-1 0 0,0 1 0,0-1 0,0 0 0,0 0 0,0 0 0,0 0 0,0 1 0,0-1 0,0 0 0,-1 0 0,1 0 0,0 0 0,0 0 0,0 1 0,0-1 0,0 0 0,0 0 0,0 0 0,0 0 0,0 0 0,0 1 0,-1-1 0,1 0 0,0 0 0,0 0 0,0 0 0,0 0 0,0 0 0,-15 14 0,-20 9 0,19-15 0,0 0 0,-1-1 0,0 0 0,0-1 0,-1-1 0,0-1 0,0-1 0,0 0 0,0-1 0,-21-1 0,38-1 0,1-1 0,0 1 0,-1-1 0,1 1 0,0-1 0,-1 1 0,1-1 0,0 1 0,0-1 0,0 1 0,0-1 0,-1 0 0,1 1 0,0-1 0,0 1 0,0-1 0,0 1 0,0-1 0,0 0 0,0 1 0,1-1 0,-1 1 0,0-1 0,0 1 0,0-1 0,1 1 0,-1-1 0,0 1 0,0-1 0,1 1 0,-1-1 0,0 1 0,1-1 0,-1 1 0,1 0 0,-1-1 0,1 0 0,14-22 0,11-10 0,2 1 0,42-38 0,-23 24 0,-42 41 0,1 0 0,0 0 0,1 1 0,-1 0 0,1 0 0,10-3 0,-16 6 0,0 0 0,0 0 0,0 1 0,0-1 0,1 1 0,-1-1 0,0 1 0,0-1 0,1 1 0,-1 0 0,0-1 0,1 1 0,-1 0 0,0 0 0,1 0 0,-1 0 0,0 0 0,1 1 0,-1-1 0,0 0 0,1 1 0,-1-1 0,0 0 0,0 1 0,0 0 0,1-1 0,-1 1 0,0 0 0,0-1 0,0 1 0,0 0 0,0 0 0,0 0 0,0 0 0,0 0 0,-1 0 0,1 0 0,0 0 0,0 0 0,-1 1 0,1-1 0,0 2 0,-1 1 0,1-1 0,-1 0 0,0 1 0,-1-1 0,1 1 0,-1-1 0,1 0 0,-1 0 0,0 1 0,0-1 0,0 0 0,-1 0 0,1 0 0,-1 0 0,-3 5 0,-39 47 0,17-22 0,17-17 0,-1-1 0,0 0 0,0-1 0,-2 0 0,0-1 0,0-1 0,-1 0 0,-1 0 0,-24 14 0,23-24 0,21-14 0,19-17 0,1 8 0,0 0 0,2 2 0,0 1 0,1 1 0,0 1 0,2 1 0,52-17 0,-13 4 0,11-4 0,-73 30 0,0 0 0,0 0 0,0 1 0,1 0 0,-1 0 0,1 0 0,-1 1 0,10 1 0,-16-1 0,0 0 0,0 0 0,0 0 0,0 0 0,0 1 0,0-1 0,0 0 0,-1 0 0,1 1 0,0-1 0,0 0 0,0 1 0,0-1 0,0 1 0,-1-1 0,1 1 0,0-1 0,0 1 0,-1 0 0,1-1 0,0 1 0,-1 0 0,1 0 0,-1 0 0,1-1 0,-1 1 0,1 0 0,-1 0 0,0 0 0,1 0 0,-1 0 0,0 0 0,0 0 0,0 0 0,1-1 0,-1 1 0,0 0 0,0 0 0,-1 0 0,1 0 0,0 0 0,0 0 0,0 0 0,-1 0 0,1 0 0,0 0 0,-1 0 0,1-1 0,0 1 0,-1 0 0,0 0 0,0 1 0,-5 8 0,-1 0 0,0-1 0,-13 15 0,6-8 0,-10 12 0,-2 0 0,-50 43 0,-13 12 0,89-82 0,-1 0 0,1-1 0,-1 1 0,0 0 0,1 0 0,-1 0 0,0 0 0,1-1 0,-1 1 0,0 0 0,0-1 0,0 1 0,0-1 0,0 1 0,0-1 0,0 1 0,1-1 0,-1 1 0,-1-1 0,1 0 0,0 0 0,0 0 0,0 1 0,0-1 0,0 0 0,0 0 0,0 0 0,0-1 0,0 1 0,0 0 0,0 0 0,0-1 0,0 1 0,-2-1 0,3 0 0,-1-1 0,1 1 0,-1 0 0,1-1 0,0 1 0,0 0 0,0-1 0,0 1 0,0 0 0,0-1 0,0 1 0,0-1 0,0 1 0,0 0 0,1-1 0,-1 1 0,1 0 0,-1 0 0,1-1 0,-1 1 0,1 0 0,0 0 0,0 0 0,-1-1 0,1 1 0,0 0 0,2-1 0,21-25 0,2 2 0,1 0 0,1 2 0,0 1 0,61-35 0,-17 21 0,-59 32 0,0-2 0,0 0 0,-1 0 0,0-1 0,0 0 0,-1-1 0,0-1 0,0 0 0,-1 0 0,11-13 0,-41 43 0,0-1 0,-1-1 0,-1-1 0,-33 20 0,-11 10 0,14-9 0,-2-2 0,-1-3 0,-2-2 0,-89 35 0,97-48 0,-1-3 0,-1-1 0,0-3 0,-1-2 0,-103 7 0,169-28 0,1 1 0,-1 0 0,2 2 0,-1 0 0,1 0 0,0 2 0,1 0 0,19-5 0,-22 10 0,-1 0 0,1 1 0,0 1 0,-1 0 0,15 3 0,-27-4 0,1 1 0,0-1 0,-1 1 0,1-1 0,0 1 0,-1 0 0,1-1 0,-1 1 0,1 0 0,-1 0 0,1 0 0,-1 0 0,0 0 0,0 1 0,1-1 0,-1 0 0,0 1 0,0-1 0,0 0 0,1 2 0,-2 0 0,0-1 0,0 0 0,0 0 0,0 0 0,0 0 0,-1 1 0,1-1 0,-1 0 0,1 0 0,-1 0 0,0 0 0,0 0 0,0 0 0,0 0 0,0 0 0,0-1 0,0 1 0,-1 0 0,1-1 0,-1 1 0,-1 1 0,-6 8 0,2-2 0,1 0 0,-1-1 0,-1 0 0,0-1 0,0 0 0,0 0 0,-1 0 0,0-1 0,-10 5 0,59-66 0,-20 33 0,1 2 0,0 1 0,2 1 0,0 0 0,1 2 0,1 1 0,0 0 0,1 2 0,0 2 0,1 0 0,0 1 0,1 2 0,0 1 0,1 1 0,-1 1 0,54-1 0,-75 6 0,2-1 0,1 1 0,-1 0 0,1 0 0,-1 1 0,19 5 0,-27-6 0,0 1 0,0-1 0,0 1 0,0-1 0,0 1 0,0-1 0,0 1 0,0 0 0,0-1 0,0 1 0,-1 0 0,1 0 0,0 0 0,0 0 0,-1 0 0,1 0 0,-1 0 0,1 0 0,-1 0 0,1 0 0,-1 0 0,1 1 0,-1 0 0,0 1 0,0-1 0,0 1 0,-1-1 0,1 1 0,-1-1 0,1 0 0,-1 1 0,0-1 0,0 0 0,0 0 0,0 1 0,0-1 0,-3 3 0,-8 9 0,0 0 0,-1-1 0,-1 0 0,1-1 0,-2-1 0,0 0 0,0-1 0,-30 14 0,-19 14 0,35-20 0,-48 20 0,111-86 0,19-2 0,-27 24 0,1 2 0,1 0 0,1 2 0,54-32 0,-69 48 0,1 0 0,0 1 0,26-6 0,-34 10 0,0-1 0,1 1 0,-1 1 0,0-1 0,1 1 0,-1 0 0,0 1 0,1 0 0,13 3 0,-20-3 0,0-1 0,1 1 0,-1-1 0,0 1 0,0-1 0,0 1 0,0 0 0,-1 0 0,1-1 0,0 1 0,0 0 0,0 0 0,-1 0 0,1 0 0,0 0 0,-1 0 0,1 0 0,-1 0 0,1 0 0,-1 0 0,1 0 0,-1 0 0,0 1 0,1 0 0,-1 2 0,0-1 0,0 0 0,-1 0 0,1 0 0,-1 0 0,1 0 0,-1 0 0,0 0 0,-2 4 0,1 0 0,-2-1 0,1 0 0,0 0 0,-1 0 0,0 0 0,-1 0 0,1-1 0,-7 6 0,-11 5 0,-2-2 0,-28 15 0,-23 13 0,62-34 0,0-1 0,-1-1 0,0 0 0,0-1 0,0 0 0,-16 3 0,31-12 0,1 0 0,0 0 0,0 0 0,0 1 0,1-1 0,-1 1 0,1-1 0,4-3 0,31-20 0,-30 25 0,-24 20 0,-2 0 0,-1-1 0,0-1 0,-2 0 0,0-2 0,-40 22 0,3-5 0,47-24 0,-1 0 0,1 0 0,-1-2 0,0 1 0,-1-2 0,1 1 0,-1-2 0,0 0 0,-24 3 0,28-6 0,-5 1 0,-1 0 0,0-2 0,-19-2 0,31 3 0,0-1 0,1 0 0,-1 1 0,0-1 0,1 0 0,-1 0 0,1-1 0,0 1 0,-1 0 0,-3-4 0,5 4 0,0 0 0,1 0 0,-1 0 0,0 0 0,0 0 0,1 0 0,-1 0 0,1-1 0,-1 1 0,1 0 0,0 0 0,-1 0 0,1-1 0,0 1 0,0 0 0,0-1 0,0 1 0,0 0 0,0 0 0,0-1 0,0 1 0,0 0 0,1-3 0,3-2 0,-1 0 0,1 0 0,1 0 0,-1 0 0,1 1 0,0 0 0,0 0 0,0 0 0,1 1 0,0-1 0,-1 1 0,8-3 0,34-30 0,-34 24 0,1 0 0,0 2 0,0-1 0,1 2 0,1 0 0,17-8 0,105-40 0,-40 19 0,-84 32 0,-4 2 0,1-1 0,0 2 0,0 0 0,1 0 0,-1 1 0,1 0 0,0 1 0,15-2 0,-25 5 0,-1-1 0,1 0 0,-1 0 0,1 1 0,-1-1 0,1 0 0,-1 1 0,1 0 0,-1-1 0,1 1 0,-1 0 0,0 0 0,0-1 0,1 1 0,-1 0 0,0 0 0,0 1 0,0-1 0,0 0 0,0 0 0,0 0 0,0 1 0,0 1 0,0 0 0,0 0 0,0 0 0,0 0 0,-1 0 0,1 0 0,-1 0 0,0 0 0,0 0 0,0 1 0,-1-1 0,0 3 0,0 2 0,-1 0 0,0-1 0,0 1 0,-1-1 0,0 0 0,-1 0 0,0 0 0,-6 10 0,-15 25 0,22-36 0,0 0 0,0-1 0,0 1 0,-1 0 0,0-1 0,0 0 0,-9 9 0,12-13 0,-1 0 0,1 0 0,-1 0 0,1 0 0,0 1 0,-1-1 0,1 1 0,0-1 0,0 1 0,0-1 0,0 1 0,-1 2 0,2-3 0,0-1 0,0 1 0,0-1 0,0 0 0,1 1 0,-1-1 0,0 0 0,0 1 0,0-1 0,0 0 0,0 1 0,0-1 0,1 0 0,-1 1 0,0-1 0,0 0 0,1 0 0,-1 1 0,0-1 0,0 0 0,1 0 0,-1 1 0,0-1 0,1 0 0,-1 0 0,0 0 0,1 0 0,-1 0 0,0 1 0,1-1 0,-1 0 0,0 0 0,1 0 0,-1 0 0,0 0 0,1 0 0,4 0 0,-1 0 0,0 0 0,0-1 0,0 1 0,1-1 0,-1 0 0,0 0 0,0 0 0,6-4 0,7-5 0,0-1 0,-1-1 0,-1-1 0,0 0 0,0-1 0,-2-1 0,18-23 0,39-39 0,-41 49 0,-6 6 0,1 1 0,27-19 0,-50 40 0,-1 0 0,0-1 0,1 1 0,-1 0 0,0 0 0,1-1 0,-1 1 0,0 0 0,1 0 0,-1 0 0,1 0 0,-1 0 0,1 0 0,-1-1 0,0 1 0,1 0 0,-1 0 0,1 0 0,-1 0 0,0 1 0,1-1 0,-1 0 0,1 0 0,-1 0 0,1 0 0,-1 0 0,0 0 0,1 1 0,-1-1 0,0 0 0,1 0 0,-1 1 0,0-1 0,1 1 0,6 16 0,-4 27 0,-4-41 0,2 9 0,-1-1 0,0 0 0,-1 1 0,0-1 0,-1 0 0,0 0 0,-1 0 0,0 0 0,-1 0 0,0-1 0,-1 1 0,0-1 0,-1 0 0,0-1 0,0 1 0,-1-1 0,0-1 0,0 1 0,-1-1 0,-1 0 0,1-1 0,-19 12 0,12-10 0,10-7 0,0 1 0,-1 0 0,1 0 0,0 0 0,0 0 0,1 1 0,-1 0 0,1 0 0,0 0 0,0 1 0,0-1 0,-5 9 0,12-10 0,7-8 0,10-8 0,-20 13 0,18-15 0,0 0 0,-1-1 0,28-34 0,-9 9 0,-22 28 0,0 0 0,30-20 0,21-17 0,-57 41 0,2 1 0,-1 0 0,1 0 0,0 1 0,0 0 0,1 1 0,0 0 0,22-8 0,-32 14 0,0 0 0,0-1 0,-1 1 0,1 0 0,0 0 0,0 0 0,0 0 0,0-1 0,-1 1 0,1 1 0,0-1 0,0 0 0,0 0 0,0 0 0,-1 0 0,1 0 0,0 1 0,0-1 0,0 0 0,-1 1 0,1-1 0,0 1 0,-1-1 0,1 1 0,0-1 0,-1 1 0,1-1 0,0 1 0,-1 0 0,1-1 0,0 2 0,0 1 0,0 0 0,0 0 0,0 0 0,0 0 0,0 0 0,-1 0 0,1 0 0,-1 0 0,0 4 0,0 5 0,-1 0 0,0 0 0,-6 22 0,-3 9 0,7-31 0,0 1 0,0-1 0,-1 0 0,-1 0 0,0 0 0,-9 14 0,-40 89 0,62-140 0,-6 16 0,1 1 0,0-1 0,0 0 0,8-13 0,31-47 0,-27 43 0,1 0 0,34-40 0,-46 61 0,16-13 0,-14 21 0,-5 16 0,-2-10 0,0-1 0,-1 1 0,0-1 0,0 0 0,-1 1 0,0-1 0,-1 0 0,0-1 0,0 1 0,0-1 0,-1 0 0,0 0 0,-1 0 0,-5 6 0,-10 6 0,-1-1 0,-45 31 0,4-4 0,44-32 0,-1-2 0,0 0 0,0-1 0,-1-2 0,0 0 0,0-1 0,-1 0 0,0-2 0,-1-1 0,-35 2 0,56-5 0,0-1 0,0 0 0,0 0 0,0 1 0,0-1 0,-1-1 0,1 1 0,0 0 0,0 0 0,0-1 0,0 1 0,0-1 0,0 0 0,0 0 0,0 1 0,0-1 0,1 0 0,-1-1 0,0 1 0,1 0 0,-1 0 0,0-1 0,-1-1 0,2 0 0,0 1 0,0-1 0,0 1 0,0-1 0,0 0 0,1 1 0,-1-1 0,1 1 0,0-1 0,-1 0 0,1 0 0,1 1 0,-1-1 0,0 0 0,2-4 0,0-2 0,1 0 0,0 0 0,0 1 0,1-1 0,0 1 0,0 0 0,1 0 0,1 0 0,10-12 0,22-13 0,2 1 0,1 3 0,1 1 0,67-32 0,-86 47 0,7-6 0,-17 9 0,1 2 0,27-14 0,-38 21 0,-1 0 0,1 0 0,0 0 0,0 0 0,0 0 0,0 1 0,0-1 0,0 1 0,0 0 0,0 0 0,0 0 0,0 0 0,0 0 0,0 1 0,0-1 0,0 1 0,0 0 0,0 0 0,0 0 0,5 3 0,-7-3 0,1 0 0,0 0 0,-1 1 0,1-1 0,-1 0 0,1 1 0,-1-1 0,0 1 0,0 0 0,1-1 0,-1 1 0,0 0 0,-1 0 0,1 0 0,0 0 0,0 0 0,-1 0 0,1 0 0,-1 0 0,0 0 0,1 0 0,-1 2 0,-1 1 0,1-1 0,-1 1 0,0-1 0,0 1 0,-1-1 0,0 0 0,1 0 0,-1 0 0,-5 7 0,-3 4 0,-1-1 0,0 0 0,-26 24 0,31-32 0,-76 63 0,73-63 0,1 0 0,-1-1 0,-1 0 0,1 0 0,-1-1 0,0 0 0,-20 5 0,29-9 0,0 0 0,0 0 0,0 1 0,-1-1 0,1 0 0,0 0 0,0-1 0,0 1 0,0 0 0,0 0 0,-1 0 0,1-1 0,0 1 0,0-1 0,0 1 0,0-1 0,0 1 0,0-1 0,0 1 0,0-1 0,0 0 0,1 0 0,-1 1 0,0-1 0,0 0 0,1 0 0,-2-2 0,0 0 0,1-1 0,-1 1 0,1-1 0,0 1 0,0-1 0,0 0 0,1 1 0,-1-1 0,1-4 0,-1-1 0,2 0 0,-1-1 0,1 1 0,0 0 0,1 0 0,6-18 0,-2 16 0,0 1 0,1 0 0,0 0 0,16-16 0,15-22 0,-23 28 0,0 0 0,2 1 0,33-31 0,-20 22 0,8-14 0,-26 28 0,1 0 0,0 1 0,1 1 0,23-17 0,-26 21 0,0 0 0,-1-1 0,15-17 0,21-16 0,-46 42 0,0-1 0,1 1 0,-1 0 0,0 0 0,1-1 0,-1 1 0,0 0 0,0 0 0,1-1 0,-1 1 0,1 0 0,-1 0 0,0 0 0,1-1 0,-1 1 0,0 0 0,1 0 0,-1 0 0,1 0 0,-1 0 0,0 0 0,1 0 0,-1 0 0,1 0 0,-1 0 0,0 0 0,1 0 0,-1 0 0,1 0 0,-1 0 0,0 1 0,1-1 0,-1 0 0,0 0 0,1 0 0,-1 1 0,0-1 0,1 0 0,-1 0 0,0 1 0,1-1 0,-1 0 0,1 1 0,1 23 0,-10 25 0,-6-16 0,-1 0 0,-25 38 0,0-21 0,32-43 0,1 2 0,0-1 0,0 1 0,1 0 0,-7 12 0,0 4 0,-2-2 0,-1 0 0,-1 0 0,-37 37 0,1 0 0,48-54 0,0-1 0,0 1 0,0-1 0,-1 0 0,0-1 0,0 1 0,-7 3 0,12-7 0,-1-1 0,1 1 0,0-1 0,0 1 0,0-1 0,-1 0 0,1 1 0,0-1 0,-1 0 0,1 0 0,0 0 0,-1 0 0,1 0 0,0 0 0,0 0 0,-1-1 0,1 1 0,0 0 0,-2-1 0,2 0 0,-1 0 0,1-1 0,-1 1 0,1 0 0,0-1 0,0 1 0,0-1 0,0 1 0,0-1 0,0 1 0,0-1 0,0 0 0,0 1 0,1-1 0,-1 0 0,1 0 0,-1-3 0,0-3 0,0 0 0,0-1 0,1 1 0,0-1 0,0 1 0,1 0 0,0-1 0,1 1 0,0 0 0,5-15 0,6-8 0,23-42 0,-17 36 0,-11 25 0,0 0 0,1 0 0,0 1 0,1 0 0,0 1 0,16-13 0,23-25 0,-37 37 0,0 0 0,0 2 0,1-1 0,1 1 0,-1 1 0,1 0 0,16-5 0,40-25 0,-59 31 0,0 1 0,0 0 0,1 0 0,-1 1 0,2 1 0,16-5 0,-26 9 0,-1-1 0,0 0 0,1 1 0,-1 0 0,0-1 0,1 1 0,-1 0 0,0 0 0,1 0 0,-1 1 0,0-1 0,1 1 0,-1-1 0,0 1 0,1 0 0,-1-1 0,0 1 0,0 0 0,0 1 0,0-1 0,0 0 0,0 1 0,0-1 0,0 1 0,-1-1 0,1 1 0,-1 0 0,1 0 0,-1 0 0,1-1 0,-1 2 0,0-1 0,0 0 0,0 0 0,0 0 0,0 0 0,-1 1 0,1-1 0,-1 0 0,1 5 0,2 23 0,-2 0 0,-4 50 0,0-3 0,2-63 0,0 0 0,-1 0 0,-1 0 0,0 0 0,-1 0 0,0 0 0,-1-1 0,-1 0 0,-8 15 0,2-7 0,-1 0 0,-1-1 0,-1-1 0,-27 28 0,42-47 0,0 1 0,-1-1 0,1 1 0,0 0 0,-1-1 0,1 1 0,-1-1 0,0 1 0,1-1 0,-1 1 0,1-1 0,-1 0 0,1 1 0,-1-1 0,0 0 0,1 1 0,-1-1 0,0 0 0,0 0 0,1 1 0,-1-1 0,0 0 0,1 0 0,-1 0 0,0 0 0,0 0 0,1 0 0,-1 0 0,0-1 0,1 1 0,-1 0 0,0 0 0,0 0 0,0-1 0,-1-1 0,1 1 0,0-1 0,0 1 0,1-1 0,-1 0 0,0 0 0,0 1 0,1-1 0,-1 0 0,1 0 0,0 0 0,-1 1 0,1-3 0,-1-7 0,1 0 0,0 1 0,0-1 0,3-11 0,2 5 0,2 0 0,-1 1 0,2 0 0,0 0 0,1 1 0,1 0 0,0 1 0,1 0 0,0 1 0,1 0 0,1 0 0,0 2 0,1-1 0,15-9 0,-27 19 0,0 1 0,1-1 0,-1 0 0,1 1 0,-1-1 0,1 1 0,-1 0 0,1 0 0,0 0 0,0 0 0,-1 0 0,1 1 0,0-1 0,0 1 0,0 0 0,0 0 0,-1 0 0,1 0 0,0 0 0,4 2 0,-5-1 0,0 0 0,-1 1 0,1-1 0,-1 1 0,1 0 0,-1-1 0,0 1 0,1 0 0,-1 0 0,0 0 0,0 0 0,0 0 0,-1 0 0,1 0 0,0 0 0,-1 0 0,0 1 0,1-1 0,-1 0 0,0 0 0,0 0 0,0 0 0,0 1 0,0-1 0,-1 0 0,1 0 0,-2 4 0,-1 7 0,0 1 0,-1-1 0,0 0 0,-1 0 0,-1 0 0,0-1 0,-1 0 0,0 0 0,-1-1 0,0 1 0,-1-2 0,0 1 0,0-1 0,-1-1 0,-19 14 0,8-13 0,21-10 0,-1-1 0,1 1 0,0 0 0,-1 0 0,1-1 0,0 1 0,0 0 0,-1 0 0,1-1 0,0 1 0,0 0 0,0-1 0,-1 1 0,1 0 0,0-1 0,0 1 0,0 0 0,0-1 0,0 1 0,0 0 0,0-1 0,0 1 0,0-1 0,0 1 0,0 0 0,0-1 0,0 1 0,0 0 0,0-1 0,0 1 0,0 0 0,0-1 0,0 0 0,2-3 0,-1 0 0,1 0 0,-1-1 0,1 1 0,1 0 0,-1 1 0,5-8 0,7-3 0,0 1 0,1 0 0,0 1 0,1 1 0,0 0 0,1 1 0,33-14 0,-49 23 0,1 0 0,-1 0 0,1 0 0,-1 1 0,1-1 0,-1 0 0,1 1 0,0-1 0,-1 1 0,1 0 0,-1 0 0,1-1 0,0 1 0,0 0 0,-1 0 0,1 1 0,0-1 0,-1 0 0,1 1 0,-1-1 0,1 0 0,0 1 0,-1 0 0,2 0 0,-1 1 0,-1 0 0,0-1 0,0 1 0,1 0 0,-1-1 0,-1 1 0,1 0 0,0 0 0,0 0 0,-1 0 0,1 0 0,-1 0 0,1 0 0,-1 0 0,0 0 0,0 3 0,-1 8 0,0-1 0,0 1 0,-1-1 0,-1 0 0,-5 15 0,2-10 0,-1 0 0,-1-1 0,-1 0 0,0-1 0,-1 0 0,-19 22 0,29-37 0,-1 1 0,0-1 0,1 1 0,-1 0 0,1-1 0,-1 1 0,1 0 0,-1-1 0,1 1 0,0 0 0,-1-1 0,1 1 0,0 0 0,0 0 0,-1-1 0,1 1 0,0 0 0,0 0 0,0 0 0,0-1 0,0 1 0,0 0 0,0 0 0,0 0 0,0-1 0,1 2 0,0-1 0,-1-1 0,1 0 0,0 0 0,-1 0 0,1 1 0,0-1 0,-1 0 0,1 0 0,0 0 0,-1 0 0,1 0 0,0-1 0,-1 1 0,1 0 0,0 0 0,0 0 0,-1-1 0,1 1 0,-1 0 0,1-1 0,0 1 0,-1 0 0,1-1 0,-1 1 0,1-1 0,-1 1 0,1-1 0,-1 1 0,1-1 0,0 0 0,21-22 0,30-36 0,-34 36 0,1 1 0,28-24 0,-21 24 0,-2-2 0,23-28 0,-46 51 0,-1 0 0,1-1 0,0 1 0,0 0 0,0 0 0,0 0 0,-1 0 0,1 0 0,0 0 0,1 0 0,-1 0 0,0 0 0,0 1 0,0-1 0,0 0 0,1 1 0,-1-1 0,0 1 0,1-1 0,-1 1 0,0 0 0,1-1 0,-1 1 0,1 0 0,-1 0 0,0 0 0,1 0 0,-1 0 0,1 0 0,-1 1 0,0-1 0,1 0 0,-1 1 0,0-1 0,1 1 0,-1-1 0,0 1 0,0 0 0,1-1 0,-1 1 0,0 0 0,0 0 0,0 0 0,0 0 0,1 1 0,0 1 0,0 0 0,-1 0 0,1 0 0,-1 0 0,0 0 0,0 0 0,0 0 0,0 0 0,0 0 0,-1 1 0,1-1 0,-1 0 0,0 0 0,0 1 0,0-1 0,-1 0 0,1 0 0,-1 1 0,-1 3 0,-17 38 0,-3 0 0,-1-2 0,-3-1 0,-31 40 0,53-76 0,-8 6 0,12-27 0,13-27 0,-13 41 0,13-24 0,0 1 0,20-28 0,-29 46 0,1 0 0,-1 1 0,1 0 0,0 0 0,0 0 0,0 1 0,1-1 0,0 1 0,-1 0 0,2 1 0,-1 0 0,0 0 0,1 0 0,8-2 0,-13 4 0,-1 1 0,0 0 0,1 0 0,-1-1 0,1 1 0,-1 0 0,0 0 0,1 0 0,-1 0 0,1 1 0,-1-1 0,0 0 0,1 1 0,-1-1 0,0 0 0,0 1 0,1 0 0,-1-1 0,0 1 0,0 0 0,0 0 0,1-1 0,-1 1 0,1 2 0,0-1 0,-1 0 0,0 1 0,0-1 0,0 0 0,0 1 0,0-1 0,0 0 0,-1 1 0,1-1 0,-1 1 0,0-1 0,0 6 0,0-3 0,0 1 0,0 0 0,-1-1 0,0 1 0,-1-1 0,1 0 0,-1 1 0,0-1 0,0 0 0,0 0 0,-1 0 0,-5 7 0,0-5 0,-1 0 0,0 0 0,0-1 0,-1 0 0,1-1 0,-1 0 0,-16 5 0,-27 15 0,41-20 0,-1-1 0,0 0 0,0 0 0,0-1 0,0-1 0,0 0 0,-1-1 0,1 0 0,-1-1 0,1 0 0,-21-4 0,34 4 0,0 0 0,-1 0 0,1 0 0,-1 0 0,1 0 0,0 0 0,-1 0 0,1 0 0,-1 0 0,1 0 0,0 0 0,-1 0 0,1 0 0,-1 0 0,1 0 0,0-1 0,-1 1 0,1 0 0,0 0 0,-1 0 0,1-1 0,0 1 0,-1 0 0,1 0 0,0-1 0,0 1 0,-1 0 0,1 0 0,0-1 0,0 1 0,-1 0 0,1-1 0,0 1 0,0-1 0,0 1 0,0 0 0,-1-1 0,1 1 0,0 0 0,0-1 0,0 1 0,0-1 0,15-13 0,28-8 0,-10 8 0,-22 8 0,1 0 0,0 1 0,1 0 0,-1 1 0,1 1 0,21-3 0,-33 6 0,-1-1 0,0 1 0,1 0 0,-1 0 0,0 1 0,1-1 0,-1 0 0,0 0 0,0 0 0,1 0 0,-1 0 0,0 0 0,1 0 0,-1 0 0,0 0 0,0 1 0,1-1 0,-1 0 0,0 0 0,0 0 0,1 1 0,-1-1 0,0 0 0,0 0 0,0 1 0,1-1 0,-1 0 0,0 0 0,0 1 0,0-1 0,0 0 0,0 0 0,0 1 0,0-1 0,0 0 0,1 1 0,-1-1 0,0 0 0,0 1 0,0-1 0,0 0 0,-1 0 0,1 1 0,0-1 0,-7 21 0,-16 13 0,13-22 0,-2 0 0,1-1 0,-1-1 0,-1 0 0,0-1 0,0 0 0,-1-1 0,0 0 0,0-1 0,-1-1 0,0 0 0,0-1 0,0-1 0,-1 0 0,-18 2 0,-15 1 0,25-2 0,0-2 0,-38 0 0,54-3 0,0-1 0,-1 0 0,1 0 0,0-1 0,0 0 0,0 0 0,0-1 0,1 0 0,-1-1 0,1 0 0,-10-6 0,11 6 0,1-1 0,0 0 0,1 0 0,-1 0 0,1 0 0,0-1 0,0 0 0,1 0 0,0 0 0,-4-9 0,5 11 0,0 0 0,1 0 0,0 0 0,-1-1 0,1 1 0,1 0 0,-1-1 0,1 1 0,-1-1 0,1 1 0,1-1 0,-1 1 0,0-1 0,1 1 0,0 0 0,0-1 0,2-4 0,0 7 0,-1-1 0,0 1 0,1-1 0,0 1 0,0 0 0,-1 0 0,1 0 0,0 0 0,1 0 0,-1 1 0,0-1 0,0 1 0,1 0 0,-1 0 0,5 0 0,60-11 0,-58 11 0,-8 0 0,0 1 0,0 0 0,1 0 0,-1 0 0,0 0 0,0 1 0,0-1 0,1 0 0,-1 1 0,0 0 0,0-1 0,0 1 0,0 0 0,0 0 0,0 0 0,0 0 0,0 1 0,-1-1 0,1 0 0,1 2 0,-2-2 0,0 0 0,-1 0 0,1 1 0,-1-1 0,1 0 0,-1 0 0,0 0 0,1 0 0,-1 0 0,0 0 0,0 1 0,0-1 0,0 0 0,0 0 0,0 0 0,0 1 0,0-1 0,0 0 0,-1 0 0,1 0 0,0 0 0,-1 0 0,1 0 0,-1 0 0,1 1 0,-1-1 0,0 0 0,1-1 0,-1 1 0,0 0 0,0 0 0,1 0 0,-1 0 0,0-1 0,0 1 0,0 0 0,0-1 0,-2 2 0,-6 5 0,0 0 0,-1-1 0,0 0 0,0-1 0,0 0 0,-1-1 0,0 0 0,0 0 0,0-1 0,0 0 0,0-1 0,0-1 0,-1 0 0,1 0 0,-20-2 0,1 1 0,18 1 0,0-1 0,-1 0 0,1 0 0,0-2 0,0 1 0,1-1 0,-1-1 0,0 0 0,-21-10 0,32 13 0,0-1 0,0 1 0,-1-1 0,1 0 0,0 0 0,0 1 0,0-1 0,0 0 0,0 0 0,0 0 0,0 0 0,0 0 0,1 0 0,-1-1 0,0 1 0,0 0 0,1 0 0,-1 0 0,1-1 0,-1 1 0,1 0 0,0-1 0,0 1 0,-1 0 0,1-1 0,0 1 0,0 0 0,0-3 0,1 1 0,1 1 0,-1-1 0,0 1 0,1-1 0,-1 1 0,1 0 0,0 0 0,0 0 0,-1 0 0,1 0 0,1 0 0,-1 0 0,3-1 0,5-4 0,0 1 0,1 0 0,0 0 0,0 2 0,17-6 0,27-11 0,-47 16 0,1 1 0,0 1 0,0-1 0,1 2 0,-1-1 0,12-1 0,109-10 0,-99 10 0,1 1 0,-1 2 0,1 1 0,34 5 0,-64-5 0,0 0 0,0 0 0,0 1 0,-1-1 0,1 1 0,0-1 0,0 1 0,0 0 0,0 0 0,0 0 0,-1 0 0,1 0 0,0 0 0,-1 0 0,1 0 0,1 3 0,-2-3 0,-1 0 0,0-1 0,1 1 0,-1 0 0,0 0 0,1 0 0,-1 0 0,0 0 0,0 0 0,0 0 0,0 0 0,0 0 0,0 0 0,0 0 0,0 0 0,-1 0 0,1 0 0,0 0 0,0 0 0,-1 0 0,1-1 0,-1 1 0,0 1 0,-2 3 0,0 0 0,-1-1 0,0 0 0,0 0 0,0 0 0,0 0 0,-1 0 0,1-1 0,-8 5 0,-5 0 0,13-7 0,-1 1 0,1 0 0,-1 0 0,1 0 0,0 0 0,0 1 0,0 0 0,1-1 0,-1 2 0,1-1 0,-1 0 0,1 1 0,0-1 0,-3 6 0,6-9 0,0 1 0,0 0 0,1-1 0,-1 1 0,0-1 0,0 1 0,1-1 0,-1 1 0,0-1 0,1 1 0,-1-1 0,0 1 0,1-1 0,-1 1 0,1-1 0,-1 1 0,1-1 0,-1 0 0,1 1 0,-1-1 0,1 0 0,-1 1 0,1-1 0,-1 0 0,1 0 0,0 0 0,-1 0 0,2 1 0,25 6 0,-10-3 0,11 8 0,1-1 0,38 8 0,-54-16 0,1 0 0,0-1 0,0-1 0,1 0 0,-1-1 0,0 0 0,17-3 0,-30 3 0,0 0 0,0 0 0,0 0 0,0 0 0,0 0 0,0-1 0,0 1 0,0 0 0,0 0 0,0 0 0,0-1 0,0 1 0,-1-1 0,1 1 0,0-1 0,0 1 0,0-1 0,-1 1 0,1-1 0,0 1 0,0-1 0,-1 0 0,1 0 0,-1 1 0,1-1 0,-1 0 0,1 0 0,-1 0 0,1 0 0,-1 1 0,0-1 0,1 0 0,-1 0 0,0 0 0,0 0 0,0 0 0,1 0 0,-1 0 0,0 0 0,0 0 0,-1 0 0,1 0 0,0 0 0,0 0 0,0 0 0,-1 1 0,1-1 0,0 0 0,-1 0 0,1 0 0,-1 0 0,1 0 0,-1 1 0,1-1 0,-1 0 0,0 0 0,-1 0 0,-7-10 0,0 0 0,-1 1 0,-16-12 0,7 4 0,12 8 0,0 0 0,1 0 0,0-1 0,1 0 0,0 0 0,1 0 0,-5-19 0,-18-43 0,18 54 0,1-1 0,1 0 0,-5-25 0,-16-42 0,-23-44 0,35 84 0,-3 1 0,-46-84 0,46 95 0,1 0 0,1-1 0,2-1 0,-12-46 0,21 48 0,1-1 0,2 1 0,1-1 0,2 0 0,6-55 0,2 31 0,-7 56 0,0-1 0,0 0 0,0 1 0,0 0 0,1-1 0,0 1 0,0 0 0,0 0 0,0 0 0,5-5 0,-6 13 0,1 0 0,-1 0 0,0 0 0,0 0 0,0 0 0,0 0 0,-1 0 0,1 0 0,-1 6 0,1 12 0,-1 0 0,-1 1 0,-1-1 0,-1 0 0,-1 0 0,-1 0 0,0 0 0,-2-1 0,-1 0 0,0 0 0,-2-1 0,0 0 0,-1-1 0,-1 0 0,-15 17 0,9-13 0,-2-1 0,-1 0 0,-41 32 0,53-48 0,1-1 0,-1 1 0,0-1 0,0-1 0,0 0 0,-1 0 0,1-1 0,-1 0 0,0-1 0,0 0 0,0 0 0,-1-1 0,1 0 0,-15-2 0,24 2 0,0-1 0,1 0 0,-1 0 0,1 0 0,-1-1 0,1 1 0,-1 0 0,0 0 0,1 0 0,-1 0 0,1 0 0,-1-1 0,1 1 0,-1 0 0,1-1 0,-1 1 0,1 0 0,-1-1 0,1 1 0,-1 0 0,1-1 0,0 1 0,-1-1 0,1 1 0,0-1 0,-1 1 0,1-1 0,0 1 0,0-1 0,-1 1 0,1-1 0,0 1 0,0-1 0,0 0 0,0 1 0,0-2 0,9-25 0,29-23 0,-7 16 0,2 1 0,2 1 0,1 2 0,1 2 0,1 1 0,75-38 0,-80 45 0,-27 16 0,-1 0 0,1 0 0,0 0 0,0 1 0,1 0 0,-1 0 0,1 0 0,-1 1 0,1 0 0,0 1 0,0-1 0,0 1 0,0 1 0,13-1 0,-18 2 0,0 0 0,0 0 0,0 1 0,0-1 0,0 0 0,-1 1 0,1-1 0,0 1 0,-1 0 0,1-1 0,-1 1 0,0 0 0,0 0 0,0 0 0,0 0 0,0 0 0,0 0 0,0 0 0,0 0 0,-1 0 0,1 1 0,-1 1 0,10 59 0,-9-53 0,2 18 0,0 0 0,-2 0 0,-1 0 0,-1 0 0,-1 0 0,-12 53 0,10-70 0,-1 0 0,0-1 0,-1 0 0,0 0 0,0 0 0,-1-1 0,0 0 0,-1 0 0,0 0 0,0-1 0,-17 12 0,25-20 0,-1 1 0,1-1 0,0 0 0,0 0 0,-1 1 0,1-1 0,0 0 0,-1 0 0,1 1 0,0-1 0,-1 0 0,1 0 0,-1 0 0,1 0 0,0 1 0,-1-1 0,1 0 0,-1 0 0,1 0 0,0 0 0,-1 0 0,1 0 0,-1 0 0,1 0 0,0 0 0,-1 0 0,1-1 0,-1 1 0,1 0 0,0 0 0,-1 0 0,1 0 0,-1-1 0,2-13 0,13-17 0,101-119 0,-105 138 0,1 1 0,23-20 0,17-16 0,-25 18 0,1 2 0,1 0 0,43-29 0,-71 55 0,1 1 0,-1 0 0,0-1 0,1 1 0,-1 0 0,0 0 0,1-1 0,-1 1 0,1 0 0,-1 0 0,0 0 0,1-1 0,-1 1 0,1 0 0,-1 0 0,1 0 0,-1 0 0,1 0 0,-1 0 0,1 0 0,-1 0 0,0 0 0,1 0 0,-1 0 0,1 0 0,-1 0 0,1 0 0,-1 1 0,1-1 0,-1 0 0,0 0 0,1 1 0,5 15 0,-7 32 0,0-38 0,0 5 0,-1 0 0,-1-1 0,0 0 0,-1 0 0,-1 0 0,0 0 0,-1 0 0,-10 17 0,-10 12 0,-35 44 0,37-58 0,-1-2 0,-35 30 0,36-35 0,8-8 0,-1-1 0,-1-1 0,0 0 0,-26 12 0,39-21 0,-19 12 0,18-10 0,-1 0 0,1 0 0,-1-1 0,0-1 0,-15 7 0,21-10 0,0 0 0,0 0 0,0 1 0,0-1 0,0 0 0,0 0 0,0 0 0,0 0 0,0 0 0,0 0 0,0-1 0,0 1 0,0 0 0,0 0 0,0-1 0,0 1 0,1-1 0,-1 1 0,0-1 0,-2 0 0,2-1 0,0 1 0,0-1 0,0 0 0,0 1 0,0-1 0,0 0 0,0 0 0,1 1 0,-1-1 0,1 0 0,-1 0 0,1 0 0,0 0 0,-1-4 0,2-1 0,0 0 0,1 0 0,-1 0 0,1 0 0,1 1 0,-1-1 0,1 0 0,0 1 0,1 0 0,0 0 0,0 0 0,5-7 0,13-23 0,-1 0 0,0 2 0,39-47 0,-11 14 0,-22 28 0,1 2 0,2 0 0,1 2 0,2 2 0,73-59 0,-105 91 0,-1 1 0,1-1 0,0 1 0,-1 0 0,1-1 0,0 1 0,-1 0 0,1-1 0,0 1 0,-1 0 0,1 0 0,0-1 0,-1 1 0,1 0 0,0 0 0,0 0 0,-1 0 0,1 0 0,0 0 0,0 0 0,-1 0 0,1 1 0,0-1 0,-1 0 0,1 0 0,0 1 0,-1-1 0,1 0 0,0 1 0,-1-1 0,1 0 0,0 1 0,-1-1 0,1 1 0,-1-1 0,1 1 0,-1-1 0,1 1 0,-1 0 0,0-1 0,1 1 0,-1 0 0,0-1 0,1 1 0,-1 0 0,0-1 0,0 1 0,1 0 0,-1-1 0,0 1 0,0 0 0,0 0 0,0-1 0,0 1 0,0 0 0,-1 1 0,2 52 0,-1-46 0,-2 9 0,-1-1 0,-1 1 0,-1-1 0,0 0 0,-1 0 0,0 0 0,-2-1 0,1 0 0,-14 18 0,-15 34 0,24-46 0,0-1 0,-2-1 0,0 0 0,-30 30 0,-12 15 0,35-40 0,-2-1 0,0 0 0,-41 28 0,14-11 0,9-12 0,23-20 0,18-8 0,0 0 0,0 0 0,1 0 0,-1 0 0,0 0 0,0-1 0,0 1 0,0 0 0,1 0 0,-1 0 0,0 0 0,0 0 0,0 0 0,0 0 0,0 0 0,1 0 0,-1 0 0,0-1 0,0 1 0,0 0 0,0 0 0,0 0 0,0 0 0,0 0 0,0 0 0,0-1 0,1 1 0,-1 0 0,0 0 0,0 0 0,0 0 0,0-1 0,0 1 0,0 0 0,0 0 0,0 0 0,0 0 0,0-1 0,0 1 0,0 0 0,0 0 0,0 0 0,0 0 0,-1-1 0,1 1 0,0 0 0,0 0 0,0 0 0,0 0 0,0 0 0,0 0 0,0-1 0,0 1 0,0 0 0,-1 0 0,1 0 0,0 0 0,0 0 0,0 0 0,0 0 0,0 0 0,-1-1 0,1 1 0,0 0 0,0 0 0,0 0 0,0 0 0,-1 0 0,23-29 0,0 1 0,2 1 0,45-41 0,105-104-2056,-125 125 2591,-31 28-107,1 1 0,29-22-1,69-43-168,68-46-280,-146 99 21,-24 18 0,1 0 0,28-16 0,-41 26 0,1 0 0,-1 1 0,1-1 0,0 1 0,0-1 0,0 1 0,0 0 0,0 1 0,0-1 0,0 1 0,0 0 0,0 0 0,0 0 0,0 0 0,0 1 0,0-1 0,0 1 0,5 2 0,-7-2 0,0 1 0,0-1 0,0 1 0,0 0 0,0-1 0,0 1 0,0 0 0,0 0 0,-1 0 0,1 1 0,-1-1 0,0 0 0,1 1 0,-1-1 0,0 1 0,0-1 0,-1 1 0,1-1 0,-1 1 0,1-1 0,-1 1 0,0 3 0,0 69 0,-2-54 0,2-2 0,-1 0 0,-1-1 0,0 1 0,-2 0 0,0-1 0,-1 1 0,-11 25 0,-29 70 0,36-85 0,-1 0 0,-2-1 0,-1-1 0,-1 0 0,-1-1 0,-31 41 0,32-50 0,7-8 0,-1 0 0,1-1 0,-2 1 0,-12 9 0,21-18 0,0 0 0,-1 1 0,1-1 0,0 0 0,-1 0 0,1 1 0,0-1 0,-1 0 0,1 0 0,-1 0 0,1 1 0,0-1 0,-1 0 0,1 0 0,-1 0 0,1 0 0,-1 0 0,1 0 0,0 0 0,-1 0 0,1 0 0,-1 0 0,1 0 0,0 0 0,-1 0 0,1 0 0,-1-1 0,1 1 0,0 0 0,-1 0 0,1 0 0,-1-1 0,1 1 0,0 0 0,-1 0 0,1-1 0,0 1 0,0 0 0,-1-1 0,1 1 0,-1-1 0,-3-23 0,8-26 0,5 19 0,2 0 0,1 1 0,2 0 0,18-31 0,10-21 0,-14 22 0,2 2 0,3 2 0,62-81 0,-69 98 0,-22 31 0,1 1 0,0 0 0,0-1 0,1 2 0,0-1 0,12-10 0,0 7 0,-8 14 0,-5 31 0,-6-24 0,0 0 0,-1 0 0,0 0 0,0-1 0,-1 1 0,-8 20 0,-36 62 0,29-59 0,-5 8 0,-2-1 0,-1-2 0,-2 0 0,-1-2 0,-61 58 0,87-92 0,-121 109 0,103-96 0,1-1 0,-2-1 0,0 0 0,-34 14 0,38-21 0,0 0 0,0-1 0,0-2 0,-1 1 0,1-2 0,-1-1 0,-20 1 0,37-3 0,0 0 0,1-1 0,-1 1 0,0 0 0,1-1 0,-1 1 0,1-1 0,-1 1 0,0-1 0,1 0 0,-1 0 0,1 1 0,0-1 0,-1 0 0,1 0 0,0-1 0,-1 1 0,1 0 0,0 0 0,0 0 0,0-1 0,0 1 0,-1-2 0,1-1 0,-1 0 0,1 0 0,0 0 0,0 0 0,0 0 0,0 0 0,1-1 0,-1 1 0,1-5 0,1-2 0,0 0 0,0 0 0,1 1 0,0-1 0,1 1 0,7-19 0,3 3 0,1 1 0,1 1 0,1 0 0,1 1 0,1 1 0,21-21 0,8-10 0,-39 41 0,2 1 0,-1 0 0,1 1 0,1 0 0,22-17 0,-13 14 0,-1-2 0,20-19 0,-23 19 0,0 1 0,1 0 0,23-13 0,8 1 0,86-32 0,-113 49 0,-17 7 0,0 0 0,0 0 0,0 0 0,-1 1 0,2 0 0,-1-1 0,0 1 0,5 0 0,-8 1 0,0 1 0,0-1 0,0 0 0,0 1 0,0-1 0,1 1 0,-1-1 0,0 1 0,-1 0 0,1-1 0,0 1 0,0 0 0,0 0 0,0 0 0,0 0 0,-1-1 0,1 1 0,0 0 0,-1 0 0,1 0 0,-1 0 0,1 1 0,-1-1 0,0 0 0,1 0 0,-1 0 0,0 0 0,0 0 0,0 1 0,1-1 0,-1 0 0,0 0 0,-1 0 0,1 0 0,0 2 0,0 5 0,0-1 0,-1 0 0,1 1 0,-2-1 0,1 0 0,-1 0 0,0 0 0,0 1 0,-1-2 0,0 1 0,0 0 0,0-1 0,-1 1 0,-6 7 0,-6 4 0,0 0 0,-1-1 0,-20 16 0,-32 32 0,46-44 0,0-1 0,-2 0 0,0-2 0,-1-1 0,-48 22 0,26-12 0,23-13 0,0-1 0,-2-1 0,1-2 0,-2 0 0,1-2 0,-1-1 0,0-1 0,-1-1 0,1-2 0,-1-1 0,-35-2 0,63 1 0,0-1 0,-1 0 0,1 0 0,0 0 0,0 0 0,0-1 0,0 1 0,0 0 0,0 0 0,0-1 0,0 1 0,0 0 0,0-1 0,0 1 0,0-1 0,0 1 0,1-1 0,-1 0 0,0 1 0,0-1 0,0 0 0,1 1 0,-1-1 0,0 0 0,1 0 0,-1 0 0,0-1 0,1 1 0,0-1 0,0 1 0,1-1 0,-1 1 0,0 0 0,1-1 0,-1 1 0,1-1 0,-1 1 0,1 0 0,0 0 0,-1-1 0,1 1 0,0 0 0,0 0 0,2-2 0,50-43 0,-51 45 0,73-51-195,130-68-1,-59 59-2160,-3 3 2462,-87 34 334,1 3 0,0 3 1,2 2-1,0 2 0,86-8 0,-139 21-440,0 1 0,0-1 0,0 1 0,0 0 0,-1 1 0,8 0 0,-13-1 0,0 1 0,1-1 0,-1 0 0,0 0 0,0 0 0,1 0 0,-1 0 0,0 0 0,1 0 0,-1 0 0,0 1 0,0-1 0,1 0 0,-1 0 0,0 0 0,0 1 0,0-1 0,1 0 0,-1 0 0,0 0 0,0 1 0,0-1 0,0 0 0,1 1 0,-1-1 0,0 0 0,0 0 0,0 1 0,0-1 0,0 0 0,0 1 0,0-1 0,0 0 0,0 0 0,0 1 0,0-1 0,0 0 0,0 1 0,0-1 0,0 1 0,-20 18 0,-63 44 0,51-37 0,-1-2 0,-52 29 0,4-3 0,53-32 0,-38 20 0,13-13 0,-4 1 0,-59 37 0,92-50 0,-1-2 0,0 0 0,0-1 0,-34 7 0,15-4 0,-115 26 0,87-23 0,10 1 0,39-9 0,0-2 0,-31 5 0,-256 5 0,251-14 0,34 0 0,0-2 0,-51-5 0,70 4 0,-1-1 0,1 0 0,0 0 0,0-1 0,0 1 0,0-1 0,0-1 0,0 1 0,-8-8 0,12 10 0,1 0 0,0-1 0,-1 1 0,1 0 0,0 0 0,0 0 0,0-1 0,0 1 0,0-1 0,1 1 0,-1-1 0,0 1 0,1-1 0,-1 1 0,1-1 0,-1 1 0,1-1 0,0 0 0,-1 1 0,1-1 0,0 0 0,0 1 0,0-1 0,1 0 0,-1 1 0,0-1 0,1 1 0,-1-1 0,1 0 0,-1 1 0,1-1 0,0 1 0,-1-1 0,1 1 0,0 0 0,0-1 0,0 1 0,0 0 0,0-1 0,1 1 0,-1 0 0,2-1 0,23-20 0,1 2 0,1 1 0,0 1 0,61-29 0,133-38 0,-181 70 0,54-14 0,1 4 0,115-13 0,-177 32 0,126-8 0,-237 31 0,-90 33 0,130-38 0,-69 18-93,-1-4 0,-115 12-1,-221 5-2190,383-38 1971,-344 2 635,315-8 2233,95 1-2555,46 0 0,0-1 0,96-16 0,66-19 0,6-1 0,-348 33 0,-326 4 0,451 0 0,0 0 0,-1 0 0,1-1 0,0 1 0,-1-1 0,1 0 0,0 0 0,0 0 0,-1 0 0,1-1 0,-3-1 0,6 3 0,-1-1 0,1 1 0,-1 0 0,1-1 0,0 1 0,-1 0 0,1-1 0,0 1 0,-1-1 0,1 1 0,0 0 0,0-1 0,-1 1 0,1-1 0,0 1 0,0-1 0,0 1 0,0-1 0,-1 1 0,1-1 0,0 1 0,0-1 0,0 1 0,0-1 0,0 1 0,0-1 0,1 1 0,-1-1 0,1-1 0,-1 1 0,1 0 0,0-1 0,0 1 0,0 0 0,1 0 0,-1-1 0,0 1 0,0 0 0,1 0 0,-1 1 0,0-1 0,4-1 0,13-6 0,0 1 0,1 1 0,0 1 0,0 0 0,24-1 0,11-4 0,25-8 0,203-48 0,-191 45 0,0 3 0,116-7 0,186 15 0,-367 9 0,-14 0 0,-1 1 0,1 1 0,-1-1 0,1 2 0,18 4 0,-27-5 0,0 0 0,0 0 0,0 0 0,-1 1 0,1-1 0,0 1 0,-1 0 0,1 0 0,-1 0 0,0 0 0,0 0 0,0 1 0,0-1 0,0 1 0,0-1 0,0 1 0,-1 0 0,0 0 0,1-1 0,-1 1 0,0 0 0,0 0 0,-1 0 0,1 0 0,0 6 0,2 16 0,-1 1 0,-1 0 0,-1-1 0,-1 1 0,-7 36 0,2-43 0,-1-1 0,0 0 0,-2-1 0,-15 25 0,16-29 0,-4 5 0,-1 0 0,-1-1 0,-19 19 0,-17 19 0,40-43 0,-10 17 0,22-26 0,8-9 0,7-10 0,41-52 0,15-20 0,-58 69 0,0 1 0,2 1 0,25-21 0,29-32 0,99-125 0,-40 53 0,-130 142 0,0-1 0,0 1 0,0 0 0,0-1 0,0 1 0,0 0 0,0 0 0,1 0 0,-1-1 0,0 1 0,0 0 0,0 0 0,0 0 0,1-1 0,-1 1 0,0 0 0,0 0 0,1 0 0,-1 0 0,0-1 0,0 1 0,1 0 0,-1 0 0,0 0 0,0 0 0,1 0 0,-1 0 0,0 0 0,0 0 0,1 0 0,-1 0 0,0 0 0,0 0 0,1 0 0,-1 0 0,0 0 0,1 0 0,-1 0 0,0 0 0,0 0 0,1 1 0,-1-1 0,0 0 0,0 0 0,1 1 0,4 15 0,-4 26 0,-1-40 0,0 108 0,-3 67 0,2-166 0,-1 0 0,0 0 0,0 0 0,-1 0 0,-1-1 0,0 0 0,0 1 0,-1-1 0,0-1 0,-1 1 0,0-1 0,-13 15 0,19-23 0,0 0 0,-1-1 0,1 1 0,0-1 0,-1 1 0,1-1 0,-1 0 0,1 1 0,-1-1 0,1 1 0,-1-1 0,1 0 0,-1 1 0,1-1 0,-1 0 0,1 0 0,-1 0 0,0 1 0,1-1 0,-1 0 0,1 0 0,-1 0 0,0 0 0,1 0 0,-1 0 0,1 0 0,-1 0 0,0 0 0,1 0 0,-1 0 0,0-1 0,1 1 0,-1 0 0,1 0 0,-1-1 0,1 1 0,-2-1 0,-8-24 0,9-38 0,7 37 0,2-1 0,0 1 0,2 0 0,15-28 0,20-55 0,-35 76 0,1 0 0,1 1 0,2 0 0,28-47 0,-42 79 0,0 1 0,0-1 0,0 1 0,0-1 0,0 0 0,0 1 0,0-1 0,0 0 0,0 1 0,0-1 0,0 1 0,0-1 0,1 0 0,-1 1 0,0-1 0,0 0 0,0 1 0,1-1 0,-1 0 0,0 1 0,0-1 0,1 0 0,-1 0 0,0 1 0,0-1 0,1 0 0,-1 0 0,0 1 0,1-1 0,-1 0 0,0 0 0,1 0 0,-1 0 0,1 0 0,-1 1 0,0-1 0,1 0 0,-1 0 0,0 0 0,1 0 0,-1 0 0,1 0 0,-1 0 0,0 0 0,1-1 0,-1 1 0,0 0 0,1 0 0,-1 0 0,1 0 0,-1 0 0,0-1 0,1 1 0,-1 0 0,0 0 0,0 0 0,1-1 0,-1 1 0,0 0 0,1 0 0,-1-1 0,0 1 0,0 0 0,0-1 0,1 1 0,1 32 0,-5-19 0,-1 1 0,0-1 0,0 1 0,-10 18 0,-13 41 0,18-35 0,-1 0 0,-3-1 0,-1 0 0,-31 58 0,-23 7 0,51-69 0,10-15 0,-2-1 0,0 0 0,-1-1 0,-1 0 0,0 0 0,-1-1 0,-1-1 0,-15 14 0,27-27 0,1-1 0,0 0 0,-1 1 0,1-1 0,0 1 0,-1-1 0,1 0 0,0 1 0,-1-1 0,1 0 0,-1 0 0,1 1 0,0-1 0,-1 0 0,1 0 0,-1 0 0,1 0 0,-1 1 0,1-1 0,-1 0 0,1 0 0,-1 0 0,1 0 0,-1 0 0,1 0 0,-1 0 0,1 0 0,-1 0 0,1-1 0,-1 1 0,1 0 0,-1 0 0,1 0 0,-1-1 0,-1-17 0,14-24 0,66-97 0,-71 125 0,1 0 0,1 0 0,0 0 0,1 1 0,20-21 0,-8 10 0,-2 0 0,22-34 0,-23 30 0,43-48 0,4 14 0,-88 148 0,14-58 0,-13 28 0,18-49 0,-1 0 0,1 0 0,1 1 0,-1-1 0,1 1 0,0-1 0,1 1 0,0 0 0,0 0 0,1 0 0,0 0 0,0 0 0,2 8 0,-1-15 0,-1 0 0,1-1 0,-1 1 0,1 0 0,-1 0 0,1-1 0,0 1 0,-1 0 0,1-1 0,0 1 0,-1 0 0,1-1 0,0 1 0,0-1 0,0 1 0,0-1 0,0 0 0,-1 1 0,1-1 0,0 0 0,0 0 0,0 0 0,0 1 0,0-1 0,0 0 0,0 0 0,0 0 0,0-1 0,0 1 0,0 0 0,0 0 0,0 0 0,0-1 0,1 0 0,43-14 0,-27 8 0,69-10 0,-41 10 0,9-10 0,-48 13 0,-1 1 0,1 1 0,0-1 0,0 1 0,0 0 0,0 1 0,0 0 0,0 0 0,0 0 0,0 1 0,1 0 0,-1 1 0,0-1 0,7 3 0,-12-3 0,-1 1 0,1 0 0,-1 0 0,0 0 0,1 0 0,-1 0 0,0 0 0,0 1 0,0-1 0,0 0 0,0 0 0,0 1 0,0-1 0,0 1 0,0-1 0,-1 1 0,1-1 0,0 1 0,-1-1 0,0 1 0,1 0 0,-1-1 0,0 1 0,0 0 0,0-1 0,0 1 0,0 0 0,0-1 0,0 1 0,0 0 0,-1-1 0,1 1 0,-2 1 0,-1 11 0,-1 0 0,-12 26 0,7-20 0,-73 177 0,82-196 0,0 0 0,0 0 0,-1 1 0,1-1 0,0 0 0,0 0 0,-1 0 0,1 0 0,0 0 0,-1 0 0,1-1 0,-1 1 0,0 0 0,1 0 0,-1 0 0,0 0 0,1-1 0,-1 1 0,0 0 0,0 0 0,-1 0 0,-2-21 0,7-42 0,5 37 0,0 1 0,1-1 0,2 2 0,19-33 0,16-38 0,19-35 0,-47 96 0,0-1 0,-3 0 0,17-53 0,-36 187 0,-2-78 0,0-1 0,-1 1 0,-2-1 0,0 0 0,-16 25 0,10-19 0,2 1 0,-12 32 0,2 1 0,23-61 0,0 0 0,0 0 0,0 0 0,0 0 0,0-1 0,0 1 0,-1 0 0,1 0 0,0 0 0,0 0 0,0 0 0,0 0 0,0 0 0,0 0 0,0 0 0,0 0 0,0 0 0,0 0 0,0 0 0,0 0 0,-1 0 0,1 0 0,0 0 0,0 0 0,0 0 0,0 0 0,0 0 0,0 0 0,0 0 0,0 0 0,0 0 0,0 0 0,0 0 0,-1 0 0,1 0 0,0 0 0,0 0 0,0 0 0,0 0 0,0 0 0,0 0 0,0 1 0,0-1 0,0 0 0,0 0 0,0 0 0,0 0 0,0 0 0,0 0 0,0 0 0,0 0 0,0 0 0,0 0 0,0 0 0,0 0 0,0 1 0,-1-14 0,4-15 0,6 0 0,0 0 0,2 1 0,1 1 0,22-38 0,-19 37 0,91-190 0,-104 212 0,1-1 0,0 0 0,1 1 0,0-1 0,-1 1 0,1 0 0,1 0 0,-1 1 0,1-1 0,0 1 0,7-5 0,-11 9 0,-1 0 0,1 0 0,-1 0 0,0 0 0,1 0 0,-1 0 0,1 1 0,-1-1 0,1 0 0,-1 0 0,1 0 0,-1 1 0,0-1 0,1 0 0,-1 0 0,1 1 0,-1-1 0,0 0 0,1 1 0,-1-1 0,0 0 0,0 1 0,1-1 0,-1 1 0,0-1 0,0 0 0,1 1 0,-1-1 0,0 1 0,0-1 0,0 1 0,0-1 0,0 1 0,0-1 0,0 1 0,0-1 0,0 1 0,0-1 0,0 1 0,0 0 0,1 26 0,-1-25 0,0 8 0,2 18 0,-2 1 0,-1 0 0,-2 0 0,0-1 0,-2 1 0,-10 32 0,7-38 0,1 0 0,1 0 0,1 0 0,1 1 0,1 0 0,0 26 0,3-49 0,0-1 0,0 1 0,0-1 0,0 1 0,-1 0 0,1-1 0,0 1 0,0 0 0,0-1 0,0 1 0,0-1 0,1 1 0,-1 0 0,0-1 0,0 1 0,0-1 0,0 1 0,1 0 0,-1-1 0,0 1 0,1-1 0,-1 1 0,0-1 0,1 1 0,-1-1 0,1 1 0,-1-1 0,0 1 0,1-1 0,-1 0 0,1 1 0,-1-1 0,1 0 0,0 1 0,-1-1 0,1 0 0,1 1 0,-1-2 0,1 0 0,0 1 0,0-1 0,-1 0 0,1 0 0,0 0 0,-1 0 0,1 0 0,-1-1 0,1 1 0,-1 0 0,2-3 0,34-47 0,-1-34 0,25-54 0,-61 138 0,0 0 0,1-1 0,-1 1 0,1 0 0,-1 0 0,1 0 0,0 0 0,-1 0 0,1 0 0,0 0 0,0 0 0,0 1 0,-1-1 0,1 0 0,0 0 0,0 1 0,0-1 0,0 0 0,0 1 0,0-1 0,1 1 0,1-1 0,-3 1 0,1 1 0,0-1 0,0 1 0,0-1 0,0 1 0,-1-1 0,1 1 0,0-1 0,-1 1 0,1 0 0,0-1 0,-1 1 0,1 0 0,-1-1 0,1 1 0,-1 0 0,1 0 0,-1 0 0,0 0 0,1-1 0,-1 3 0,3 5 0,0 1 0,-1-1 0,-1 1 0,2 14 0,-4 19 0,-9 74 0,2-51 0,5 15 0,4-71 0,-1-10 0,0-43 0,1 8 0,1 0 0,2 0 0,1 0 0,2 0 0,2 1 0,1 0 0,1 1 0,2 0 0,20-37 0,-23 46 0,-10 21 0,1 0 0,0 0 0,1 0 0,-1 1 0,1-1 0,-1 1 0,1-1 0,0 1 0,1 0 0,4-6 0,-6 12 0,0 1 0,1-1 0,-1 1 0,0-1 0,-1 1 0,1-1 0,-1 1 0,1-1 0,-1 1 0,-1 4 0,2 53 0,-4 163 0,-6-172 0,7-43 0,0 1 0,0-1 0,1 1 0,0 0 0,0 11 0,1-21 0,0 0 0,0 1 0,0-1 0,0 0 0,0 0 0,0 1 0,0-1 0,0 0 0,1 0 0,-1 1 0,0-1 0,0 0 0,0 0 0,0 0 0,0 1 0,0-1 0,0 0 0,0 0 0,1 0 0,-1 1 0,0-1 0,0 0 0,0 0 0,0 0 0,1 0 0,-1 1 0,0-1 0,0 0 0,0 0 0,1 0 0,-1 0 0,0 0 0,0 0 0,0 0 0,1 0 0,-1 0 0,0 1 0,0-1 0,1 0 0,-1 0 0,0 0 0,0 0 0,1 0 0,-1-1 0,0 1 0,0 0 0,1 0 0,-1 0 0,0 0 0,0 0 0,1 0 0,15-12 0,10-19 0,-19 18 0,-1 1 0,0-1 0,-2-1 0,7-22 0,7-23 0,-18 59 0,0 0 0,0 0 0,0 0 0,0 0 0,0-1 0,0 1 0,0 0 0,0 0 0,0 0 0,0 0 0,0 0 0,0-1 0,0 1 0,0 0 0,0 0 0,0 0 0,0 0 0,0-1 0,0 1 0,0 0 0,0 0 0,0 0 0,0 0 0,0 0 0,0-1 0,0 1 0,0 0 0,0 0 0,1 0 0,-1 0 0,0 0 0,0 0 0,0 0 0,0-1 0,0 1 0,0 0 0,0 0 0,1 0 0,-1 0 0,0 0 0,0 0 0,0 0 0,0 0 0,0 0 0,1 0 0,-1 0 0,0 0 0,0 0 0,0 0 0,0 0 0,0 0 0,1 0 0,-1 0 0,0 0 0,0 0 0,0 0 0,0 0 0,1 0 0,-1 0 0,0 0 0,0 0 0,0 0 0,0 0 0,0 0 0,0 0 0,1 1 0,-1-1 0,1 15 0,-4 23 0,-1-24 0,-1 0 0,-1 0 0,0-1 0,-1 1 0,-1-2 0,0 1 0,0-1 0,-12 12 0,11-12 0,9-12 0,0 0 0,0 0 0,0 0 0,0 0 0,0 0 0,0 0 0,0 0 0,0 0 0,0 0 0,0-1 0,0 1 0,0 0 0,0 0 0,0 0 0,-1 0 0,1 0 0,0 0 0,0 0 0,0 0 0,0 0 0,0 0 0,0 0 0,0 0 0,0 0 0,0 0 0,0 0 0,0 0 0,0 0 0,0 1 0,5-14 0,9-14 0,-6 12-227,0 0-1,-1 0 1,0 0-1,-1-1 1,7-30-1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1T14:58:28.964"/>
    </inkml:context>
    <inkml:brush xml:id="br0">
      <inkml:brushProperty name="width" value="0.2" units="cm"/>
      <inkml:brushProperty name="height" value="0.2" units="cm"/>
      <inkml:brushProperty name="color" value="#FFFFFF"/>
    </inkml:brush>
  </inkml:definitions>
  <inkml:trace contextRef="#ctx0" brushRef="#br0">401 516 24575,'0'-1'0,"-1"0"0,1 0 0,-1 0 0,0 0 0,1 0 0,-1 0 0,0 0 0,0 1 0,0-1 0,0 0 0,0 0 0,0 1 0,0-1 0,0 1 0,0-1 0,0 1 0,0-1 0,0 1 0,0 0 0,0-1 0,-1 1 0,1 0 0,0 0 0,0 0 0,0 0 0,0 0 0,-2 0 0,-35 0 0,33 2 0,0-1 0,0 1 0,0 0 0,1 0 0,-1 1 0,0 0 0,1 0 0,0 0 0,-1 0 0,1 0 0,1 1 0,-1 0 0,0 0 0,1 0 0,0 0 0,-5 8 0,3-5 0,0 1 0,-1-2 0,0 1 0,-1-1 0,-9 8 0,4-5 0,-21 15 0,33-24 0,-1 1 0,1-1 0,0 0 0,0 0 0,0 0 0,0 0 0,0 0 0,0 0 0,0 0 0,0 1 0,0-1 0,0 0 0,0 0 0,0 0 0,0 0 0,-1 0 0,1 1 0,0-1 0,0 0 0,0 0 0,0 0 0,0 0 0,0 0 0,0 1 0,1-1 0,-1 0 0,0 0 0,0 0 0,0 0 0,0 0 0,0 1 0,0-1 0,0 0 0,0 0 0,0 0 0,0 0 0,0 0 0,0 0 0,1 0 0,-1 1 0,0-1 0,0 0 0,0 0 0,0 0 0,0 0 0,0 0 0,1 0 0,-1 0 0,0 0 0,0 0 0,0 0 0,0 0 0,0 0 0,0 0 0,1 0 0,-1 0 0,0 0 0,0 0 0,0 0 0,0 0 0,1 0 0,26-3 0,5-6 0,0-1 0,0-2 0,-2-1 0,36-20 0,49-22 0,177-49 0,-288 103 0,12-5 0,-1 2 0,1-1 0,21-1 0,-34 5 0,-1 1 0,0 0 0,1 0 0,-1 0 0,1 0 0,-1 0 0,1 1 0,-1-1 0,0 1 0,1 0 0,-1-1 0,0 1 0,3 2 0,-4-2 0,0 0 0,0 0 0,0 0 0,0 0 0,-1 0 0,1 0 0,0 0 0,-1 0 0,1 0 0,-1 0 0,1 0 0,-1 1 0,1-1 0,-1 0 0,0 0 0,0 1 0,0-1 0,0 0 0,0 0 0,0 1 0,0-1 0,0 0 0,0 1 0,-1-1 0,1 0 0,0 0 0,-1 2 0,-3 4 0,0 1 0,0-1 0,-1-1 0,1 1 0,-1-1 0,-1 1 0,1-1 0,-1-1 0,0 1 0,-1-1 0,1 0 0,-12 6 0,-28 26 0,21-15 0,0-2 0,-1 0 0,-2-2 0,-50 25 0,42-23 0,18-9 0,0-1 0,-2-1 0,1-1 0,-1 0 0,0-2 0,0 0 0,-1-1 0,-35 3 0,55-8 0,1 0 0,-1 0 0,1 0 0,-1 0 0,1 0 0,-1 0 0,0 0 0,1 0 0,-1 0 0,1 0 0,-1 0 0,1 0 0,-1 0 0,1 0 0,-1-1 0,1 1 0,-1 0 0,1 0 0,-1-1 0,1 1 0,-1 0 0,1-1 0,-1 1 0,1 0 0,0-1 0,-1 1 0,1 0 0,0-1 0,-1 1 0,1-1 0,0 1 0,0-1 0,-1 1 0,1-1 0,0 1 0,0-1 0,0 0 0,10-23 0,27-17 0,15 0 0,61-36 0,-96 66 0,0 0 0,1 2 0,0 0 0,1 1 0,-1 1 0,2 1 0,-1 1 0,22-4 0,-93 46 0,15-16 0,-1-2 0,-1-2 0,-1-2 0,0-1 0,0-2 0,-53 8 0,33-10 0,0-3 0,-1-3 0,-106-7 0,166 4 0,-1-1 0,0 0 0,1 0 0,-1-1 0,1 1 0,-1 0 0,0 0 0,1-1 0,-1 1 0,1-1 0,-1 1 0,1-1 0,-1 0 0,1 0 0,0 0 0,-1 0 0,-1-2 0,2 3 0,1-1 0,0 0 0,0 1 0,0-1 0,0 0 0,0 1 0,0-1 0,0 0 0,0 0 0,0 1 0,1-1 0,-1 0 0,0 1 0,0-1 0,1 0 0,-1 1 0,0-1 0,1 1 0,-1-1 0,0 0 0,1 1 0,-1-1 0,1 1 0,-1-1 0,1 1 0,1-1 0,5-6 0,1 1 0,0 0 0,1 1 0,10-5 0,68-34 0,133-46 0,89-1 0,-251 79 0,1 2 0,0 2 0,84 1 0,-137 7 0,-3 0 0,0-1 0,1 1 0,-1 0 0,0 0 0,0 0 0,1 1 0,-1-1 0,0 1 0,0 0 0,0 0 0,0 0 0,1 0 0,-2 0 0,1 1 0,0-1 0,5 4 0,-8-4 0,0 0 0,0 0 0,0-1 0,0 1 0,0 0 0,-1 0 0,1 0 0,0-1 0,0 1 0,-1 0 0,1 0 0,0-1 0,-1 1 0,1 0 0,-1-1 0,1 1 0,-1 0 0,1-1 0,-1 1 0,1-1 0,-1 1 0,1-1 0,-1 1 0,0-1 0,0 1 0,-23 16 0,19-13 0,-30 19 0,-2-2 0,0-1 0,-1-1 0,-1-3 0,-79 23 0,47-21 0,0-4 0,-119 9 0,143-24 0,47 1 0,0 0 0,-1 0 0,1 0 0,0 0 0,0 0 0,-1 0 0,1 0 0,0 0 0,0-1 0,-1 1 0,1 0 0,0 0 0,0 0 0,-1 0 0,1-1 0,0 1 0,0 0 0,-1 0 0,1 0 0,0-1 0,0 1 0,0 0 0,0 0 0,0 0 0,-1-1 0,1 1 0,0 0 0,0-1 0,0 1 0,0 0 0,0 0 0,0-1 0,0 1 0,0 0 0,0 0 0,0-1 0,0 1 0,0 0 0,0-1 0,0 1 0,0-1 0,20-17 0,21-3 0,0 1 0,1 1 0,1 3 0,1 2 0,58-12 0,-32 8 0,1 2 0,0 3 0,1 3 0,0 4 0,112 4 0,-180 2 0,0 0 0,1 0 0,-1 1 0,0-1 0,1 1 0,-1 0 0,0 1 0,0-1 0,0 1 0,0 0 0,0 0 0,7 4 0,-11-5 0,1 0 0,0 0 0,0-1 0,-1 1 0,1 0 0,0 0 0,-1 0 0,1 0 0,-1 0 0,1 0 0,-1 0 0,1 0 0,-1 0 0,0 0 0,0 0 0,1 0 0,-1 0 0,0 0 0,0 1 0,0 1 0,-1-1 0,1 0 0,-1 1 0,0-1 0,0 0 0,0 0 0,0 0 0,-1 0 0,1 0 0,0 0 0,-1 0 0,1 0 0,-1 0 0,-2 2 0,-12 8 0,-1 0 0,1-1 0,-2-1 0,0 0 0,-33 12 0,16-6 0,-9 2 0,-1-3 0,0-1 0,0-2 0,-93 12 0,-191-4 0,186-20 0,200-19 0,-19 5 0,0-2 0,61-34 0,6-3 0,-52 29 0,138-54 0,-187 77 0,-1 0 0,1 0 0,0 0 0,0 1 0,0-1 0,-1 1 0,1 0 0,0 0 0,0 0 0,0 1 0,0 0 0,5 1 0,-9-2 0,1 0 0,-1 0 0,1 1 0,-1-1 0,1 0 0,-1 0 0,1 1 0,-1-1 0,1 1 0,-1-1 0,0 0 0,1 1 0,-1-1 0,0 1 0,1-1 0,-1 1 0,0-1 0,1 1 0,-1-1 0,0 1 0,0-1 0,0 1 0,0-1 0,1 1 0,-1-1 0,0 1 0,0-1 0,0 1 0,0 0 0,0 0 0,-1 1 0,0 0 0,0 0 0,0 0 0,0 0 0,0 0 0,0 0 0,0-1 0,-1 1 0,1 0 0,-1-1 0,1 1 0,-4 2 0,-11 8 0,0-1 0,0 0 0,-34 15 0,-2 3 0,0-1 0,-1-2 0,-94 33 0,107-46 0,0-1 0,-1-2 0,-76 8 0,195-27 0,1-3 0,-2-3 0,89-30 0,106-21 0,-163 47 0,1 4 0,0 5 0,169 7 0,-278 3 0,-1 0 0,1 0 0,0 0 0,0-1 0,0 1 0,-1 1 0,1-1 0,0 0 0,0 0 0,0 0 0,-1 0 0,1 0 0,0 1 0,0-1 0,-1 0 0,1 1 0,0-1 0,-1 1 0,1-1 0,0 0 0,-1 1 0,1 0 0,0-1 0,0 2 0,-14 9 0,-37 8 0,48-18 0,-122 38 0,-2-6 0,-1-5 0,-1-6 0,-2-5 0,-163 0 0,120-19 0,623-17 0,55-1 0,-376 19 0,303 3 0,-428-2 0,5 0 0,-1 0 0,0 1 0,0 0 0,14 4 0,-22-5 0,1 0 0,-1 0 0,0 0 0,0 0 0,0 0 0,0 0 0,0 0 0,1 0 0,-1 0 0,0 0 0,0 0 0,0 0 0,0 0 0,0 0 0,0 0 0,1 1 0,-1-1 0,0 0 0,0 0 0,0 0 0,0 0 0,0 0 0,0 0 0,0 0 0,0 1 0,0-1 0,0 0 0,0 0 0,0 0 0,1 0 0,-1 0 0,0 1 0,0-1 0,0 0 0,0 0 0,0 0 0,0 0 0,0 0 0,0 1 0,0-1 0,-1 0 0,1 0 0,0 0 0,0 0 0,0 0 0,0 1 0,0-1 0,0 0 0,0 0 0,0 0 0,0 0 0,0 0 0,0 0 0,-1 0 0,1 1 0,0-1 0,0 0 0,0 0 0,0 0 0,-14 8 0,-15 4 0,-235 69 0,195-64 0,-137 15 0,-491-25 0,696-7 0,-14 0 0,-1-1 0,-27-6 0,47 3 0,20-4 0,27-4 0,111 0 0,-59 6 0,463-4-776,-340 13 583,41 13 1128,-234-13-901,-2 5-34,-33-3 0,-18-1 0,-297-2 0,294-3 0,-26-3 0,1-2 0,-1-2 0,1-2 0,1-2 0,0-3 0,-66-28 0,112 42 0,-1 1 0,0-1 0,0 1 0,1-1 0,-1 0 0,1 0 0,-1 1 0,1-1 0,-1 0 0,1 0 0,-1-1 0,1 1 0,0 0 0,-1 0 0,1-1 0,0 1 0,-2-3 0,4 3 0,-1 0 0,1 1 0,-1-1 0,1 0 0,-1 1 0,1-1 0,-1 1 0,1-1 0,-1 1 0,1-1 0,0 1 0,-1-1 0,1 1 0,0-1 0,-1 1 0,1 0 0,0-1 0,0 1 0,0 0 0,-1 0 0,1-1 0,0 1 0,0 0 0,0 0 0,0 0 0,70-5 0,170-3 0,-37-1 0,-127 8-478,407 4-167,-6 37-5786,-288-17 6312,-107-15 496,0 3 0,131 36 0,-202-43 1202,-1 2 0,1-1 0,17 13 0,-29-18-1575,0 0 0,0 0-1,0 0 1,0 1 0,0-1-1,0 0 1,0 0 0,1 0 0,-1 0-1,0 0 1,0 1 0,0-1 0,0 0-1,0 0 1,0 0 0,0 0-1,0 1 1,0-1 0,0 0 0,0 0-1,0 0 1,0 0 0,0 1 0,0-1-1,0 0 1,0 0 0,0 0 0,0 0-1,0 1 1,0-1 0,0 0-1,0 0 1,0 0 0,-1 0 0,1 0-1,0 1 1,0-1 0,0 0 0,0 0-1,0 0 1,0 0 0,0 0 0,-1 0-1,1 0 1,0 0 0,0 1-1,0-1 1,0 0 0,0 0 0,-1 0-1,1 0 1,0 0 0,0 0 0,0 0-1,0 0 1,-1 0 0,-18 7 29,-20 2-53,-68-3-282,-113-7-1,72-2 122,60-1-292,1-4-1,-109-26 1,58 10 167,-147-43 306,74 15 0,53 8-1022,-20-4-214,147 41 1856,0-1 0,1-2 0,-45-21 0,43 21 400,25 8-838,0 0-1,0-1 1,0 0-1,1 0 0,-1 0 1,-8-6-1,19 7-181,0 1 0,0-1 0,0 1 0,0 1 0,1-1 0,-1 0 0,0 1 0,7 0 0,273-18 0,-183 18 0,15-1 0,-1 4 0,176 29 0,-187-13 0,-27-6 0,0 3 0,-1 3 0,126 51 0,-199-69 0,-1 0 0,1 0 0,-1 0 0,0 0 0,1 1 0,-1-1 0,0 1 0,0-1 0,0 1 0,0 0 0,0 0 0,3 4 0,-5-6 0,0 1 0,0-1 0,0 1 0,0-1 0,0 0 0,0 1 0,0-1 0,0 0 0,0 1 0,0-1 0,0 0 0,0 1 0,0-1 0,-1 0 0,1 1 0,0-1 0,0 0 0,0 1 0,0-1 0,0 0 0,-1 1 0,1-1 0,0 0 0,0 0 0,-1 1 0,1-1 0,0 0 0,-1 0 0,1 1 0,-1-1 0,-21 7 0,-73 4 0,0-4 0,-104-7 0,105 0 0,-63-4-136,0-7 0,1-6 0,1-7 0,1-7-1,1-7 1,3-6 0,-192-84 0,321 119 136,-80-39 0,89 41 0,1 1 0,0-2 0,1 1 0,0-1 0,0-1 0,-9-11 0,18 20 6,0-1-1,0 0 1,0 0 0,1 0 0,-1 0 0,0 0-1,1 0 1,-1 0 0,1 0 0,-1 0 0,1 0 0,-1 0-1,1-1 1,0 1 0,0 0 0,-1 0 0,1 0-1,0 0 1,0-1 0,0 1 0,0 0 0,1 0-1,-1 0 1,0-1 0,0 1 0,1 0 0,-1 0 0,1-2-1,1 1 26,0 0 0,0 0 0,0 0 0,0 0 0,0 0 0,0 0 0,1 1 0,-1-1 0,1 1 0,-1-1 0,5-1 0,9-3 106,0 1 1,0 1-1,18-3 0,-34 7-137,86-11 0,1 4 0,140 7 0,-105 2 0,12-1-311,0 7-1,-1 6 0,-1 5 1,0 6-1,216 71 0,-330-90 428,-1 0 90,1 0 0,-1 1 0,-1 0 0,1 1 0,-1 1 0,27 21 1,-41-29-199,0 1 0,-1-1 1,1 0-1,-1 1 0,1-1 1,-1 1-1,1 0 0,-1 0 1,0-1-1,0 1 0,0 0 1,0 0-1,0 0 0,0 0 1,-1 0-1,1 0 0,-1 0 1,1 0-1,-1 1 1,0-1-1,0 0 0,0 0 1,0 0-1,0 0 0,0 1 1,-1-1-1,1 0 0,-1 0 1,1 0-1,-1 0 0,0 0 1,0 0-1,0 0 0,0 0 1,0 0-1,0-1 0,0 1 1,-1 0-1,1-1 0,-4 4 1,-5 3-19,-1 1 1,-1-1-1,0-1 1,0 0-1,-15 6 1,8-3 35,-13 5-26,-1-1 0,-1-1 0,0-2 0,0-1 0,-64 8 0,-181 4 0,250-21 0,-304 1-288,272-6 96,0-3 0,1-2-1,-88-27 1,112 26 192,8 3 0,1-2 0,0 0 0,1-2 0,-31-17 0,56 28 14,0-1-1,1 1 1,-1-1-1,0 1 1,0-1-1,0 1 1,0-1-1,1 0 1,-1 1-1,0-1 1,1 0-1,-1 0 0,0 0 1,1 1-1,-1-1 1,1 0-1,0 0 1,-1 0-1,1 0 1,0 0-1,-1-2 1,1 2 4,0 0 1,1 1-1,-1-1 1,1 0-1,-1 0 1,0 1-1,1-1 0,-1 0 1,1 0-1,0 1 1,-1-1-1,1 1 1,-1-1-1,1 0 0,0 1 1,0-1-1,-1 1 1,1 0-1,0-1 1,1 0-1,58-17 497,-36 13-657,47-16 142,1 3 0,1 4 0,89-7 0,228 3 0,-329 17 0,581-3-606,-403 5 471,-223-2 181,-11 1 1,0-1 1,0 1 0,0 0-1,-1 0 1,1 0 0,0 1-1,0-1 1,0 1 0,-1 1-1,1-1 1,8 4 0,-13-5-45,0 1 0,0-1-1,0 0 1,1 1 0,-1-1 0,0 1 0,0-1 0,0 1 0,0-1 0,0 1 0,0-1 0,0 0 0,0 1 0,0-1 0,0 1 0,0-1 0,0 1 0,0-1 0,0 1 0,0-1-1,-1 0 1,1 1 0,0-1 0,0 1 0,0-1 0,-1 1 0,1-1 0,0 0 0,0 1 0,-1-1 0,1 0 0,0 1 0,-1-1 0,1 0 0,-1 0 0,1 1 0,0-1 0,-1 0-1,1 0 1,-1 0 0,1 1 0,0-1 0,-1 0 0,1 0 0,-2 0 0,-23 12-23,24-11 28,-37 11-8,0-1 0,0-2 0,-40 4 0,40-7 0,-69 9 0,-1-5 0,0-4 0,-112-9 0,79-8 0,-259-54 0,374 59 0,9 3 0,1 0 0,-1-1 0,1-1 0,0 0 0,1-1 0,-1-1 0,-18-11 0,34 18 0,-1-1 0,0 1 0,0 0 0,1-1 0,-1 1 0,0 0 0,1-1 0,-1 1 0,0-1 0,1 1 0,-1-1 0,1 1 0,-1-1 0,0 0 0,1 1 0,0-1 0,-1 0 0,1 1 0,-1-1 0,1 0 0,0 0 0,-1 1 0,1-1 0,0 0 0,0 0 0,0 1 0,0-1 0,0 0 0,0 0 0,0 0 0,0 1 0,0-1 0,0 0 0,0 0 0,0 0 0,0 1 0,1-1 0,-1 0 0,0 0 0,0 1 0,1-1 0,-1 0 0,1 1 0,-1-1 0,1 0 0,-1 1 0,1-1 0,-1 0 0,1 1 0,0-1 0,-1 1 0,1-1 0,0 1 0,-1 0 0,1-1 0,0 1 0,-1 0 0,1-1 0,0 1 0,0 0 0,0 0 0,-1 0 0,1 0 0,0 0 0,1 0 0,67-13 0,-56 11 0,174-17-193,312 9-1,-343 11-1322,65-2 1364,688 18-400,-900-17 1009,51 7 837,-57-7-1280,-1 1 0,1 0-1,0-1 1,-1 1 0,1 0 0,-1 0 0,1 1 0,-1-1 0,1 0 0,-1 1 0,0-1 0,0 1-1,0 0 1,0 0 0,0 0 0,0 0 0,2 4 0,-3-5 6,-1 1-1,0-1 1,0 1-1,0-1 1,0 1-1,0-1 1,0 0-1,0 1 1,0-1 0,-1 1-1,1-1 1,-1 0-1,1 1 1,-1-1-1,1 0 1,-1 0 0,0 1-1,0-1 1,1 0-1,-1 0 1,0 0-1,0 0 1,0 0-1,0 0 1,0 0 0,-1 0-1,1 0 1,0-1-1,0 1 1,0 0-1,-1-1 1,1 1 0,-2 0-1,-52 22-122,50-21 147,-114 39-44,-2-5 0,-2-5 0,-163 20 0,-513 1-1102,219-55 2166,1830 58-1862,-1209-53 798,-22-2 0,1 1 0,-1 0 0,0 2 0,0 0 0,-1 2 0,28 8 0,-46-13 3,1 0-1,-1 1 1,1-1 0,-1 0 0,1 0 0,-1 0 0,0 0-1,1 1 1,-1-1 0,1 0 0,-1 1 0,0-1-1,1 0 1,-1 1 0,0-1 0,1 0 0,-1 1 0,0-1-1,1 0 1,-1 1 0,0-1 0,0 1 0,1-1 0,-1 1-1,0-1 1,0 1 0,0-1 0,0 1 0,0-1 0,0 1-1,0-1 1,0 0 0,0 1 0,0 0 0,-15 13 228,-39 6 230,43-16-416,-39 12-45,0-2 0,-1-2 0,-1-2 0,-66 4 0,-214-5 0,256-8 0,-67 0-173,-314-4-857,440 3 1072,7 0 78,-1 0 0,1-1 0,0 0 1,0 0-1,0-1 0,0 0 0,-11-5 0,64 2 80,93 6-200,253 36 0,87 58 0,-366-71 0,-78-13 0,-28-3 0,-20 0 0,-10-3 0,0-2 0,-1 0 0,0-2 0,1 0 0,-33-5 0,-16 1 0,28 3 0,1-1 0,0-3 0,0-2 0,1-2 0,0-2 0,0-2 0,1-2 0,-58-26 0,100 39 0,0 1 0,0-1 0,0 0 0,0-1 0,0 1 0,1 0 0,-1 0 0,0-1 0,1 1 0,-1-1 0,1 1 0,0-1 0,-1 0 0,1 1 0,0-1 0,0 0 0,-1-3 0,2 4 0,0 0 0,0 0 0,0-1 0,1 1 0,-1 0 0,0 0 0,1 0 0,-1 0 0,1 0 0,-1 0 0,1 0 0,-1 0 0,1 0 0,0 0 0,-1 1 0,1-1 0,0 0 0,0 0 0,-1 1 0,1-1 0,0 0 0,0 1 0,0-1 0,0 1 0,0-1 0,0 1 0,0-1 0,0 1 0,0 0 0,1-1 0,-1 1 0,0 0 0,0 0 0,2 0 0,326-68 0,-246 53 0,565-85 0,-448 73 0,-87 2 0,-68 13 0,-176 9 0,-142 3 0,664-10 0,6 0 0,230 11 0,-622-1 0,67 5 0,-71-5 0,1 1 0,0-1 0,0 0 0,0 0 0,0 1 0,0-1 0,-1 1 0,1 0 0,0-1 0,0 1 0,-1 0 0,1 0 0,0 0 0,-1 0 0,1 0 0,-1 1 0,0-1 0,1 0 0,-1 1 0,0-1 0,0 1 0,0-1 0,0 1 0,0 0 0,0-1 0,0 1 0,0 0 0,-1 0 0,1-1 0,-1 1 0,1 4 0,-2-4 0,0 0 0,1 0 0,-1-1 0,0 1 0,-1 0 0,1 0 0,0 0 0,-1-1 0,1 1 0,-1-1 0,1 1 0,-1-1 0,1 1 0,-1-1 0,0 0 0,0 0 0,0 0 0,0 0 0,0 0 0,0-1 0,0 1 0,0 0 0,0-1 0,-4 1 0,-59 10 0,58-10 0,-110 13 0,-215-5 0,269-12 0,0-3 0,0-3 0,0-2 0,1-4 0,-61-22 0,114 35 0,6 1 0,0 0 0,0 1 0,0-1 0,0 0 0,0-1 0,0 1 0,1 0 0,-1-1 0,0 0 0,1 1 0,-1-1 0,1 0 0,-1 0 0,1 0 0,0-1 0,-3-3 0,5 5 0,0 0 0,1 0 0,-1 0 0,0 1 0,1-1 0,-1 0 0,1 0 0,-1 1 0,1-1 0,-1 0 0,1 1 0,0-1 0,-1 0 0,1 1 0,0-1 0,-1 1 0,1-1 0,0 1 0,0-1 0,-1 1 0,1 0 0,0-1 0,0 1 0,0 0 0,0 0 0,-1 0 0,1 0 0,0-1 0,0 1 0,1 1 0,33-5 0,-32 4 0,168-18 0,52-2 0,-176 19 0,103 3 0,-149-2 0,1-1 0,-1 1 0,1 0 0,0 0 0,-1 0 0,1 1 0,-1-1 0,1 0 0,-1 1 0,1-1 0,0 1 0,-1-1 0,1 1 0,-1-1 0,0 1 0,1 0 0,-1 0 0,0 0 0,1 0 0,-1 0 0,0 0 0,0 0 0,0 0 0,0 1 0,0-1 0,0 0 0,0 1 0,0 1 0,-1-1 0,0 0 0,0 0 0,-1 0 0,1 0 0,-1 0 0,0 0 0,0 0 0,0-1 0,0 1 0,0 0 0,0 0 0,0-1 0,0 1 0,0-1 0,-1 1 0,1-1 0,-1 1 0,1-1 0,-1 0 0,0 0 0,-2 2 0,-8 5 0,-1 0 0,-1-1 0,1-1 0,-1 0 0,-1-1 0,1 0 0,-1-1 0,-26 4 0,-128 5 0,138-12 0,-403-4 0,363-3 0,0-4 0,0-2 0,1-4 0,-72-26 0,103 29 0,24 9 0,1 0 0,0-1 0,0-1 0,0 0 0,1-1 0,-22-14 0,34 21 0,1-1 0,-1 1 0,0-1 0,0 0 0,1 1 0,-1-1 0,0 0 0,1 0 0,-1 1 0,1-1 0,-1 0 0,1 0 0,-1 0 0,1 0 0,0 0 0,-1 1 0,1-1 0,0 0 0,0 0 0,-1 0 0,1 0 0,0 0 0,0 0 0,0 0 0,0 0 0,0 0 0,1 0 0,-1 0 0,0 0 0,1-1 0,0 0 0,0 0 0,1 0 0,-1 0 0,1 1 0,0-1 0,0 0 0,-1 1 0,1-1 0,0 1 0,0 0 0,1-1 0,1 0 0,11-4 0,1-1 0,28-6 0,-39 12 0,104-30 0,312-71 0,-259 84 0,294 4 0,-378 14 0,-72 0 0,-1 1 0,1-1 0,0 1 0,0 0 0,-1 1 0,1-1 0,-1 1 0,1 0 0,8 5 0,-13-6 0,0-1 0,0 1 0,0-1 0,0 1 0,-1-1 0,1 1 0,0 0 0,-1 0 0,1-1 0,0 1 0,-1 0 0,1 0 0,-1 0 0,1 0 0,-1-1 0,0 1 0,1 0 0,-1 0 0,0 0 0,0 0 0,0 0 0,1 0 0,-1 2 0,-1-1 0,0 0 0,1 0 0,-1 0 0,0 0 0,0 0 0,-1 0 0,1-1 0,0 1 0,0 0 0,-1-1 0,1 1 0,-1-1 0,0 1 0,1-1 0,-1 0 0,-2 2 0,-12 7 0,0-1 0,-1 0 0,0-1 0,-1-1 0,1-1 0,-23 6 0,-112 18 0,-94-2 0,178-16 0,-93 4 0,133-15 0,0-1 0,-1-2 0,1-1 0,0 0 0,0-2 0,-30-10 0,56 14 0,-1 0 0,1 0 0,-1 0 0,1-1 0,0 1 0,-1-1 0,1 1 0,0-1 0,0 0 0,0 0 0,0 0 0,0 0 0,1 0 0,-1 0 0,1-1 0,-1 1 0,1 0 0,0-1 0,-1-3 0,0 0 0,0 0 0,1 0 0,0 0 0,0 0 0,1 0 0,0-1 0,0 1 0,1-10 0,0 6 0,1 0 0,0 0 0,1 0 0,0 1 0,0-1 0,1 1 0,0-1 0,1 1 0,0 1 0,11-16 0,10-5 0,1 2 0,1 1 0,33-23 0,-48 41 0,0 0 0,0 1 0,0 0 0,1 1 0,0 1 0,0 0 0,0 0 0,1 2 0,-1 0 0,29-2 0,-8 3 0,0 1 0,1 2 0,62 10 0,-81-7 0,-1 0 0,0 1 0,0 1 0,0 0 0,-1 1 0,0 1 0,0 1 0,-1 0 0,0 0 0,13 13 0,17 17 0,-1 3 0,46 59 0,-67-74 0,-2 2 0,-1 0 0,-2 1 0,0 1 0,15 41 0,-26-56 0,-1-1 0,-1 1 0,0 0 0,-1 0 0,0 0 0,-2 0 0,0 0 0,-1 18 0,-1-28 0,0 0 0,0 1 0,0-1 0,-1 0 0,0 0 0,0 0 0,-1 0 0,0 0 0,0 0 0,0-1 0,-1 1 0,1-1 0,-1 0 0,-1 0 0,1 0 0,-1-1 0,1 0 0,-1 0 0,-1 0 0,1 0 0,0-1 0,-1 0 0,-7 3 0,-6 2 0,-2-1 0,1-1 0,0 0 0,-1-2 0,0 0 0,0-2 0,-27 0 0,20-2 0,-1-1 0,1-1 0,0-2 0,0-1 0,-27-8 0,25 3 0,2-2 0,-1-2 0,2 0 0,0-1 0,0-2 0,2-1 0,0-1 0,1-1 0,1-1 0,1-1 0,-37-49 0,52 62 0,1 0 0,1 0 0,-1-1 0,2 1 0,-1-1 0,1-1 0,1 1 0,0 0 0,0-1 0,1 1 0,0-1 0,1 0 0,1 0 0,-1 0 0,2 1 0,-1-1 0,1 0 0,1 0 0,0 1 0,1-1 0,0 1 0,0-1 0,1 1 0,1 0 0,-1 1 0,2-1 0,-1 1 0,1 0 0,1 0 0,0 1 0,0-1 0,0 2 0,1-1 0,0 1 0,10-6 0,3-2 0,1 2 0,1 0 0,0 1 0,1 2 0,0 0 0,0 2 0,1 1 0,0 0 0,46-4 0,5 4 0,1 4 0,77 7 0,-126-2 0,-1 2 0,1 1 0,-1 1 0,-1 1 0,36 15 0,125 65 0,-165-75 0,0 1 0,0 1 0,22 20 0,-34-26 0,0 1 0,-1 1 0,0 0 0,0 0 0,-1 0 0,-1 1 0,0 0 0,6 13 0,-11-21 0,-1 0 0,0 0 0,0 0 0,0 0 0,0 0 0,0 0 0,0 0 0,-1 0 0,0 0 0,0 0 0,0 0 0,0 1 0,0-1 0,0 0 0,-1 0 0,0 0 0,1 0 0,-1 0 0,0 0 0,-2 3 0,1-2 0,-1-1 0,0 1 0,0-1 0,0 1 0,0-1 0,-1 0 0,1 0 0,-1-1 0,1 1 0,-1-1 0,0 0 0,-6 3 0,-11 2 0,0 0 0,0-1 0,0-1 0,-32 2 0,50-6 0,-94 11 0,0-5 0,-105-5 0,147-5 0,1-2 0,0-3 0,1-2 0,0-3 0,-66-24 0,85 24 0,0-2 0,-52-31 0,77 41 0,0-1 0,1 0 0,-1-1 0,1 1 0,0-1 0,1-1 0,0 0 0,0 0 0,1 0 0,0-1 0,0 0 0,1 0 0,-8-19 0,12 25 0,0 0 0,1 0 0,-1 0 0,1 0 0,0 0 0,0 0 0,0 0 0,0 0 0,0 0 0,1 0 0,-1 0 0,1 0 0,0 0 0,0 1 0,0-1 0,0 0 0,0 0 0,1 1 0,-1-1 0,1 0 0,0 1 0,0 0 0,0-1 0,0 1 0,0 0 0,0 0 0,5-3 0,6-4 0,1 1 0,-1 1 0,1 0 0,21-7 0,-8 4 0,10-4 0,2 1 0,0 2 0,0 2 0,50-6 0,162-3 0,-248 18 0,352 4 0,-287 3 0,1 2 0,-2 4 0,75 23 0,-62-13 0,-42-13 0,0 1 0,0 2 0,-1 2 0,45 25 0,-74-34 0,1 0 0,0 1 0,-1 0 0,-1 0 0,14 17 0,-19-22 0,0 1 0,-1-1 0,1 1 0,-1-1 0,0 1 0,1 0 0,-1-1 0,-1 1 0,1 0 0,0 0 0,0 5 0,-1-6 0,0-1 0,0 1 0,-1-1 0,1 1 0,-1-1 0,1 1 0,-1-1 0,1 1 0,-1-1 0,0 1 0,1-1 0,-1 0 0,0 1 0,0-1 0,0 0 0,0 0 0,-1 1 0,1-1 0,0 0 0,0 0 0,-1 0 0,-2 1 0,-14 7 0,-1-1 0,-1 0 0,0-2 0,-22 6 0,19-6 0,-16 3 0,0-2 0,-1-2 0,-55 2 0,-123-11 0,177 2 0,-4 1 0,1-3 0,-1-1 0,1-2 0,-79-25 0,121 32 0,0-1 0,1 1 0,-1 0 0,0-1 0,1 0 0,-1 1 0,1-1 0,-1 0 0,1 0 0,-1 0 0,1 0 0,0 0 0,-1 0 0,1 0 0,0 0 0,0 0 0,0-1 0,0 1 0,0 0 0,-2-4 0,3 4 0,1 0 0,-1 0 0,0 0 0,1 0 0,-1 0 0,1 0 0,-1 0 0,1 0 0,-1 0 0,1 0 0,0 1 0,-1-1 0,1 0 0,0 0 0,0 0 0,0 1 0,-1-1 0,1 1 0,0-1 0,0 0 0,0 1 0,0 0 0,1-1 0,8-4 0,1 1 0,-1 1 0,0 0 0,1 0 0,11-1 0,461-18 0,-422 22 0,29-2 0,0 5 0,0 3 0,140 27 0,-201-26 0,49 14 0,-73-20 0,-1 1 0,1 0 0,-1 0 0,1 1 0,-1-1 0,0 1 0,0 0 0,-1 0 0,1 0 0,-1 1 0,1-1 0,-1 1 0,4 5 0,-6-7 0,0-1 0,-1 1 0,1-1 0,0 1 0,-1-1 0,1 1 0,-1 0 0,0-1 0,0 1 0,1 0 0,-1 0 0,0-1 0,0 1 0,0 0 0,-1-1 0,1 1 0,0 0 0,-1-1 0,1 1 0,-1 0 0,1-1 0,-1 1 0,0-1 0,0 1 0,0-1 0,0 1 0,0-1 0,0 0 0,0 1 0,0-1 0,0 0 0,-1 0 0,1 0 0,0 0 0,-1 0 0,1 0 0,-1 0 0,1 0 0,-1-1 0,0 1 0,-2 0 0,-10 5 0,0-1 0,-1-1 0,-25 5 0,25-5 0,-27 2 0,1-1 0,-1-2 0,-79-4 0,43-1 0,68 2 0,-335-11-326,287 5 248,1-2 0,0-2 0,-107-36 0,133 35 66,6 3 71,-44-22 1,68 30-44,0-1 1,1 1-1,-1 0 0,1 0 1,-1-1-1,0 1 1,1 0-1,-1-1 0,1 1 1,-1 0-1,1-1 0,-1 1 1,1-1-1,-1 1 1,1-1-1,0 1 0,-1-1 1,1 1-1,0-1 1,-1 1-1,1-1 0,0 0 1,0 1-1,-1-1 1,1 1-1,0-2 0,14-6 122,42-1-229,-37 7 133,41-6-42,0 3 0,1 3 0,67 5 0,-10 0 0,-111-3 0,30 1 0,-35-1 0,-1 0 0,0 0 0,0 0 0,1 0 0,-1 0 0,0 1 0,0-1 0,0 0 0,0 1 0,1-1 0,-1 1 0,0-1 0,0 1 0,0 0 0,0-1 0,0 1 0,0 0 0,0 0 0,-1 0 0,1-1 0,0 1 0,0 0 0,0 2 0,-3 0 0,1 0 0,-1 0 0,0 0 0,-1 0 0,1 0 0,-1 0 0,1 0 0,-1-1 0,0 0 0,0 1 0,0-1 0,0 0 0,-4 2 0,6-3 0,-15 8 0,1-1 0,-2 0 0,1-1 0,-1-1 0,0-1 0,-30 6 0,-108 10 0,-616 0 0,759-21 0,-3 0 0,-1 0 0,1-2 0,0 1 0,0-2 0,0 0 0,-15-6 0,29 9 0,1 0 0,-1 0 0,1 0 0,-1 0 0,1 0 0,0 0 0,-1 0 0,1 0 0,-1-1 0,1 1 0,0 0 0,-1 0 0,1-1 0,0 1 0,-1 0 0,1 0 0,0-1 0,-1 1 0,1 0 0,0-1 0,-1 1 0,1 0 0,0-1 0,0 1 0,0-1 0,-1 1 0,1 0 0,0-1 0,0 1 0,0-1 0,0 0 0,12-5 0,23 1 0,337-6 0,-88 0-346,312 27 0,-559-14 395,-7-1 83,0 2 0,0 1 0,54 14 0,-84-18-130,0 0 0,0 0 0,1 0 1,-1 0-1,0 0 0,0 0 0,1 0 0,-1 0 0,0 0 1,0 0-1,1 0 0,-1 0 0,0 1 0,0-1 0,0 0 1,1 0-1,-1 0 0,0 0 0,0 0 0,0 0 0,1 1 1,-1-1-1,0 0 0,0 0 0,0 0 0,0 1 1,0-1-1,0 0 0,1 0 0,-1 0 0,0 1 0,0-1 1,0 0-1,0 0 0,0 1 0,0-1 0,0 0 0,0 0 1,0 0-1,0 1 0,0-1 0,0 0 0,0 0 0,0 1 1,0-1-1,0 0 0,0 0 0,0 1 0,-1-1 0,-13 9 15,-22 2-27,-61 6 10,-155 6 0,-98-19 0,-69-34-859,7-35 607,311 47 321,36 10-69,43 6 0,0 0 0,1-2 0,-42-13 0,123 12 1042,101 6-1042,0 7 0,191 36 0,-167-9 0,251 54 0,-433-89 0,-1 1 0,1-1 0,-1 1 0,0 0 0,1-1 0,-1 1 0,0 0 0,1 0 0,-1 1 0,0-1 0,0 0 0,0 1 0,0-1 0,0 1 0,0 0 0,0 0 0,2 2 0,-4-3 0,0 0 0,0-1 0,0 1 0,0-1 0,0 1 0,0 0 0,0-1 0,0 1 0,0-1 0,0 1 0,0 0 0,0-1 0,-1 1 0,1-1 0,0 1 0,0-1 0,0 1 0,-1-1 0,1 1 0,0-1 0,-1 1 0,1-1 0,-1 1 0,0 0 0,-24 14 0,1-9 0,-1 0 0,0-2 0,0 0 0,0-2 0,0-1 0,-1-1 0,-26-3 0,-13 1 0,0 2 0,-40 1 0,-1-4 0,1-5 0,-122-25 0,204 30 0,18 2 0,0 1 0,0-1 0,0 0 0,0 0 0,0 0 0,0-1 0,0 1 0,0-1 0,1-1 0,-1 1 0,-4-4 0,9 6 0,0-1 0,1 1 0,-1-1 0,0 1 0,0-1 0,1 1 0,-1 0 0,0-1 0,1 1 0,-1-1 0,0 1 0,1 0 0,-1-1 0,1 1 0,-1 0 0,1-1 0,-1 1 0,1 0 0,-1 0 0,1-1 0,-1 1 0,1 0 0,-1 0 0,1 0 0,-1 0 0,1 0 0,-1 0 0,1 0 0,0 0 0,-1 0 0,1 0 0,-1 0 0,1 0 0,0 0 0,24-2 0,72-1 0,0 5 0,-1 4 0,0 4 0,147 34 0,-151-23 0,-47-12 0,-1 1 0,71 29 0,-114-39 0,1 0 0,-1 1 0,0-1 0,0 0 0,0 1 0,1-1 0,-1 1 0,0 0 0,0-1 0,0 1 0,0 0 0,0 0 0,0-1 0,0 1 0,0 0 0,0 0 0,-1 0 0,1 0 0,0 0 0,0 1 0,-1-1 0,1 0 0,-1 0 0,1 0 0,-1 0 0,1 2 0,-2-1 0,1-1 0,-1 0 0,0 0 0,0 1 0,0-1 0,0 0 0,0 0 0,0 0 0,0 0 0,0 0 0,0 0 0,0 0 0,0 0 0,-1 0 0,1-1 0,0 1 0,0 0 0,-3 0 0,-8 4 0,-1-1 0,0 0 0,-24 4 0,-37 0 0,-1-4 0,0-3 0,-79-9 0,-224-41 0,373 48 0,-549-119 0,546 118 0,1 1 0,1-1 0,-1 0 0,1-1 0,-1 1 0,1-1 0,-8-5 0,14 8 0,0 0 0,-1 0 0,1 0 0,0 0 0,0 0 0,0-1 0,-1 1 0,1 0 0,0 0 0,0 0 0,0 0 0,0 0 0,0-1 0,-1 1 0,1 0 0,0 0 0,0 0 0,0 0 0,0-1 0,0 1 0,0 0 0,0 0 0,-1 0 0,1-1 0,0 1 0,0 0 0,0 0 0,0 0 0,0-1 0,0 1 0,0 0 0,0 0 0,0-1 0,0 1 0,0 0 0,0 0 0,1 0 0,-1-1 0,0 1 0,0 0 0,0 0 0,0 0 0,0-1 0,0 1 0,0 0 0,1 0 0,12-5 0,17 2 0,65 3 0,1 4 0,-1 5 0,-1 3 0,0 5 0,96 30 0,124 38 0,-310-84 0,0 0 0,0 1 0,0-1 0,-1 1 0,1 0 0,-1 0 0,1 0 0,-1 1 0,4 3 0,-7-6 0,1 0 0,-1 0 0,0 1 0,0-1 0,0 0 0,1 0 0,-1 0 0,0 1 0,0-1 0,0 0 0,0 1 0,0-1 0,0 0 0,0 0 0,0 1 0,0-1 0,1 0 0,-1 1 0,0-1 0,0 0 0,0 0 0,-1 1 0,1-1 0,0 0 0,0 1 0,0-1 0,0 0 0,0 0 0,0 1 0,0-1 0,0 0 0,-1 0 0,1 1 0,0-1 0,0 0 0,0 0 0,0 0 0,-1 1 0,1-1 0,-1 0 0,-25 6 0,-33-3 0,0-4 0,0-2 0,-61-10 0,92 8 0,-1-1 0,1-1 0,0-1 0,1-2 0,0-1 0,0-1 0,1-1 0,-27-19 0,51 31 0,0 0 0,1 0 0,-1 0 0,0 0 0,1 0 0,-1-1 0,1 1 0,0-1 0,-1 1 0,1-1 0,0 1 0,0-1 0,0 0 0,0 0 0,0 0 0,0 1 0,1-1 0,-1 0 0,0 0 0,1-3 0,0 4 0,1 0 0,-1-1 0,1 1 0,0 0 0,-1 0 0,1 0 0,0 0 0,0 0 0,0 0 0,0 0 0,0 0 0,0 0 0,0 0 0,1 0 0,-1 1 0,0-1 0,0 0 0,1 1 0,-1-1 0,0 1 0,1-1 0,-1 1 0,0 0 0,1 0 0,-1 0 0,1-1 0,-1 1 0,3 1 0,54-5 0,94 6 0,-42 2 0,414-20 0,-234 12 0,-412 5 0,-149-2 0,204-2 0,-130-24 0,197 27 0,0 0 0,0 0 0,0 0 0,0 0 0,0-1 0,0 1 0,1 0 0,-1 0 0,0 0 0,0 0 0,0 0 0,0 0 0,0-1 0,0 1 0,0 0 0,0 0 0,0 0 0,0 0 0,0 0 0,0 0 0,0-1 0,0 1 0,-1 0 0,1 0 0,0 0 0,0 0 0,0 0 0,0 0 0,0 0 0,0-1 0,0 1 0,0 0 0,0 0 0,29-3 0,40 1 0,84 2 0,212 7 0,-281-2 0,-1 5 0,108 26 0,-189-36 0,0 0 0,0 1 0,1-1 0,-1 1 0,0-1 0,0 1 0,0 0 0,0 0 0,0 0 0,-1 0 0,1 0 0,3 3 0,-22 2 0,-53-4 0,-607-3 0,694 0 0,1 2 0,0 0 0,-1 0 0,1 2 0,-1 0 0,0 1 0,30 11 0,323 114 0,-134-51 0,-233-77 0,0 1 0,0-1 0,0 0 0,0 1 0,-1-1 0,1 1 0,0 0 0,-1 0 0,0 0 0,4 3 0,-5-4 0,-1-1 0,0 0 0,0 1 0,0-1 0,1 0 0,-1 1 0,0-1 0,0 1 0,0-1 0,0 0 0,0 1 0,0-1 0,0 1 0,0-1 0,0 1 0,0-1 0,0 0 0,0 1 0,0-1 0,0 1 0,0-1 0,0 0 0,0 1 0,0-1 0,0 1 0,-1-1 0,1 0 0,0 1 0,-1-1 0,-19 11 0,-15-6 0,1-1 0,0-1 0,-1-2 0,-46-4 0,4 1 0,-13 2 0,-203-7 0,236 3 0,0-3 0,0-2 0,-57-18 0,103 24 0,0-1 0,0-1 0,-16-8 0,24 11 0,0 0 0,0 1 0,1-1 0,-1 0 0,0 0 0,1-1 0,-1 1 0,1-1 0,0 1 0,0-1 0,0 0 0,0 1 0,1-1 0,-1 0 0,1 0 0,-3-6 0,4 8 0,0 0 0,0-1 0,1 1 0,-1 0 0,0 0 0,0 0 0,1-1 0,-1 1 0,1 0 0,-1 0 0,1 0 0,-1 0 0,1 0 0,0 0 0,-1 0 0,1 0 0,0 0 0,0 0 0,0 0 0,0 0 0,0 0 0,0 0 0,0 1 0,0-1 0,0 1 0,0-1 0,0 0 0,0 1 0,0 0 0,1-1 0,-1 1 0,0 0 0,0 0 0,1-1 0,-1 1 0,0 0 0,3 0 0,55-1 0,-51 1 0,183-7 0,-118 2 0,97 5 0,-33 17-166,186 48 0,-49-7-212,-138-32 485,-215-26 507,24 2-625,3-6 11,1-1 0,1-3 0,-1-2 0,1-2 0,1-2 0,0-3 0,2-1 0,-62-34 0,105 51 0,1-1 0,-1 0 0,0-1 0,1 1 0,-1 0 0,1-1 0,-1 0 0,1 0 0,0 0 0,0 0 0,-3-6 0,5 8 0,1 0 0,0 1 0,0-1 0,-1 0 0,1 0 0,0 0 0,0 0 0,0 1 0,0-1 0,0 0 0,0 0 0,0 0 0,0 0 0,0 1 0,0-1 0,0 0 0,1 0 0,-1 0 0,0 0 0,0 1 0,1-1 0,0-1 0,1 0 0,-1 0 0,1 0 0,0 0 0,0 1 0,0-1 0,0 1 0,0-1 0,1 1 0,-1 0 0,0 0 0,4-1 0,52-27 0,-45 21 0,1 1 0,-1 1 0,2 0 0,-1 1 0,18-5 0,96-9 0,-120 17 0,0 0 0,-1 0 0,1-1 0,0 0 0,-1-1 0,0 0 0,0 0 0,0 0 0,0-1 0,-1 0 0,0 0 0,0-1 0,0 0 0,-1 0 0,7-8 0,35-32 0,-22 28 0,2 1 0,0 2 0,47-20 0,-66 31 0,30-17 0,16-8 0,-50 28 0,-1-1 0,0 1 0,1 0 0,-1 1 0,0-1 0,1 1 0,-1-1 0,1 1 0,-1 0 0,0 0 0,1 1 0,-1-1 0,1 1 0,4 1 0,-7-2 0,-1 0 0,0 0 0,1 0 0,-1 0 0,1 1 0,-1-1 0,0 0 0,1 0 0,-1 0 0,0 1 0,1-1 0,-1 0 0,0 0 0,1 1 0,-1-1 0,0 0 0,0 0 0,1 1 0,-1-1 0,0 1 0,0-1 0,1 0 0,-1 1 0,0-1 0,0 0 0,0 1 0,0-1 0,0 1 0,0-1 0,0 0 0,1 1 0,-1-1 0,0 1 0,-1-1 0,1 0 0,0 1 0,0-1 0,0 1 0,-13 16 0,-23 9 0,8-13 0,0-1 0,0-1 0,-2-2 0,1-1 0,-52 8 0,64-13 0,0 0 0,0-1 0,0 0 0,0-2 0,-16-1 0,27-4 0,14-4 0,23-9 0,-25 15 0,37-22 0,1 3 0,1 1 0,74-22 0,-88 35 0,-1 1 0,1 1 0,0 2 0,0 1 0,1 1 0,55 5 0,-85-3 0,0 0 0,0 1 0,-1-1 0,1 1 0,0-1 0,0 1 0,0 0 0,0 0 0,-1-1 0,1 1 0,0 0 0,-1 1 0,1-1 0,-1 0 0,1 0 0,-1 1 0,0-1 0,1 1 0,-1-1 0,0 1 0,0-1 0,0 1 0,0 0 0,0 0 0,-1-1 0,1 1 0,0 0 0,-1 0 0,0 0 0,1 0 0,-1 0 0,0 0 0,0 4 0,0-3 0,0 0 0,0 1 0,-1-1 0,1 0 0,-1 0 0,0 1 0,0-1 0,0 0 0,0 0 0,-1 0 0,1 0 0,-1 0 0,1 0 0,-1-1 0,0 1 0,-1 0 0,1-1 0,0 1 0,-5 2 0,-21 13 0,-1-2 0,0-1 0,-1-1 0,-1-1 0,0-2 0,-1-2 0,0 0 0,-38 4 0,-32-1 0,-133-2 0,1-1 0,220-8 0,-56 5 0,50-4 0,31-3 0,18-4 0,0-2 0,-1 0 0,32-13 0,49-13 0,-41 21 0,-1 3 0,1 4 0,1 2 0,107 9 0,-152-3 0,-1 1 0,0 1 0,29 10 0,-40-11 0,-1 0 0,0 1 0,0 0 0,-1 1 0,1 0 0,-1 0 0,0 1 0,10 11 0,-17-15 0,-1 0 0,0 0 0,1 0 0,-2 1 0,1-1 0,0 1 0,-1-1 0,1 1 0,-1 0 0,0-1 0,0 1 0,0 0 0,-1 0 0,0 0 0,1 0 0,-1 0 0,-1-1 0,1 1 0,0 0 0,-1 0 0,0 0 0,-2 6 0,2-6 0,-1 1 0,0-1 0,0 1 0,0-1 0,0 0 0,-1 0 0,0 0 0,0 0 0,0 0 0,0-1 0,0 1 0,-1-1 0,1 0 0,-1 0 0,0 0 0,0-1 0,0 1 0,-6 1 0,-18 6 0,0-3 0,-1 0 0,0-1 0,-51 2 0,-123-8 0,108-2 0,87 2 0,5 1 0,0-1 0,0 0 0,-1 0 0,1 0 0,0 0 0,0 0 0,0-1 0,0 1 0,0-1 0,0 0 0,0 0 0,0 0 0,-5-3 0,13-1 0,1 0 0,0 1 0,0-1 0,13-6 0,32-14 0,0 1 0,2 3 0,1 2 0,0 3 0,1 2 0,69-9 0,-102 20 0,-15 1 0,2 1 0,-1 0 0,0 0 0,0 1 0,0 0 0,0 0 0,0 1 0,0 0 0,9 2 0,-17 3 0,-11 1 0,-13 3 0,-27 0 0,0-1 0,-85 3 0,-107-13 0,103-2 0,81 4 0,22 1 0,-49-6 0,77 1 0,19-3 0,20-1 0,143-10 0,308 10 0,-268 10 0,-111-4 0,105 3 0,-203-2 0,0 0 0,0 1 0,0-1 0,0 1 0,0 0 0,0 1 0,7 2 0,-11-4 0,1 0 0,-1 1 0,0-1 0,1 0 0,-1 0 0,0 0 0,0 1 0,1-1 0,-1 0 0,0 0 0,0 1 0,1-1 0,-1 0 0,0 1 0,0-1 0,0 0 0,1 1 0,-1-1 0,0 0 0,0 1 0,0-1 0,0 0 0,0 1 0,0-1 0,0 1 0,0-1 0,0 0 0,0 1 0,0-1 0,0 0 0,0 1 0,-17 12 0,-7-2 0,-1-1 0,-1-1 0,0-2 0,0 0 0,-1-2 0,-27 3 0,-34 3 0,53-4 0,-1-3 0,0 0 0,0-3 0,-53-4 0,88 3 0,1 0 0,-1 0 0,1 0 0,-1 0 0,1 0 0,-1 0 0,1 0 0,0 0 0,-1 0 0,1-1 0,-1 1 0,1 0 0,-1 0 0,1-1 0,0 1 0,-1 0 0,1 0 0,-1-1 0,1 1 0,0 0 0,-1-1 0,1 1 0,0-1 0,0 1 0,-1-1 0,1 1 0,0 0 0,0-1 0,0 1 0,-1-1 0,1 1 0,0-1 0,0 1 0,0-1 0,0 1 0,0-1 0,9-20 0,22-15 0,-4 11 0,1 0 0,1 2 0,1 1 0,1 2 0,56-29 0,-81 46 0,0 1 0,-1 0 0,1 0 0,0 0 0,0 0 0,0 1 0,0 0 0,11 0 0,-15 1 0,0 1 0,0-1 0,-1 1 0,1 0 0,0-1 0,-1 1 0,1 0 0,-1 0 0,1 0 0,-1 0 0,1 0 0,-1 1 0,0-1 0,1 0 0,-1 0 0,0 1 0,0-1 0,0 1 0,0-1 0,0 1 0,0 0 0,-1-1 0,1 1 0,0 0 0,-1-1 0,0 1 0,1 0 0,-1 0 0,0 0 0,0-1 0,0 1 0,0 0 0,0 3 0,1 6 0,-1 1 0,-1 0 0,1-1 0,-2 1 0,0-1 0,0 1 0,-1-1 0,0 0 0,-6 14 0,6-19 0,0 0 0,0-1 0,0 1 0,-1-1 0,0 1 0,0-1 0,0-1 0,-1 1 0,1 0 0,-1-1 0,0 0 0,-1 0 0,1-1 0,0 1 0,-1-1 0,0-1 0,0 1 0,-8 2 0,13-5 0,0 1 0,0-1 0,0 0 0,-1 1 0,1-1 0,0 0 0,0 0 0,-1 0 0,1 0 0,0 0 0,0 0 0,0 0 0,-1 0 0,1-1 0,0 1 0,0 0 0,0-1 0,-1 1 0,1-1 0,0 0 0,0 1 0,0-1 0,0 0 0,0 1 0,0-1 0,0 0 0,0 0 0,0-1 0,-1 0 0,1-1 0,-1 0 0,1 0 0,0 0 0,0 0 0,0 1 0,1-1 0,-1 0 0,1 0 0,-1-1 0,1-3 0,0-1 0,0 1 0,1-1 0,0 0 0,0 0 0,1 1 0,0-1 0,0 1 0,6-14 0,3 8 0,0 0 0,0 1 0,1 1 0,0 0 0,1 1 0,0 0 0,1 1 0,0 0 0,1 1 0,17-7 0,-30 14 0,0 0 0,0 0 0,0 0 0,0 0 0,1 1 0,-1-1 0,0 0 0,0 1 0,0 0 0,1-1 0,-1 1 0,0 0 0,0 0 0,0 1 0,1-1 0,-1 0 0,0 1 0,0-1 0,0 1 0,0 0 0,1-1 0,-1 1 0,0 0 0,-1 0 0,1 1 0,0-1 0,0 0 0,0 1 0,-1-1 0,3 2 0,-2 2 0,0-1 0,0 0 0,0 0 0,-1 1 0,0-1 0,1 1 0,-2 0 0,1-1 0,0 1 0,-1 0 0,0-1 0,0 1 0,-1 8 0,-7 38 0,-2-1 0,-2-1 0,-20 53 0,25-78 0,-18 33 0,24-54 0,-1 0 0,0 0 0,1 0 0,-1 0 0,-1-1 0,1 1 0,0-1 0,0 1 0,-1-1 0,1 0 0,-1 0 0,0 0 0,0-1 0,0 1 0,-5 2 0,7-4 0,0 0 0,0 0 0,0-1 0,0 1 0,0 0 0,0 0 0,1-1 0,-1 1 0,0 0 0,0-1 0,0 1 0,1-1 0,-1 1 0,0-1 0,0 1 0,1-1 0,-1 0 0,1 1 0,-1-1 0,0 0 0,1 0 0,0 1 0,-1-1 0,1 0 0,-1 0 0,1 0 0,0 1 0,-1-1 0,1 0 0,0 0 0,0 0 0,0 0 0,0 0 0,0 0 0,0 0 0,0-1 0,-2-42 0,2 38 0,-1-22 0,2-1 0,0 1 0,2-1 0,1 1 0,1 0 0,2 0 0,13-37 0,-12 45 0,3-8 0,24-45 0,-32 67 0,1 0 0,0 1 0,0-1 0,0 1 0,0 0 0,1 0 0,0 0 0,0 0 0,0 1 0,0 0 0,1 0 0,0 1 0,9-5 0,-14 7 0,0 1 0,0-1 0,0 1 0,0 0 0,1-1 0,-1 1 0,0 0 0,0 0 0,1 0 0,-1 0 0,0 0 0,0 0 0,1 0 0,-1 0 0,0 0 0,0 1 0,0-1 0,1 0 0,-1 1 0,0-1 0,0 1 0,0 0 0,0-1 0,0 1 0,1 1 0,0 0 0,-1 0 0,1 0 0,-1 0 0,0 0 0,1 0 0,-1 0 0,0 1 0,-1-1 0,1 1 0,0-1 0,-1 1 0,1 2 0,1 11 0,-1 0 0,-1 0 0,-2 21 0,1-21 0,-1 285 0,1-397 0,-2 36 0,3 0 0,3 0 0,2 0 0,17-76 0,-21 130 0,0 0 0,1 1 0,0 0 0,0-1 0,0 1 0,1 0 0,-1 0 0,1 0 0,0 0 0,1 1 0,-1-1 0,1 1 0,0 0 0,4-4 0,-7 8 0,-1 0 0,1 0 0,0 0 0,-1-1 0,1 1 0,-1 0 0,1 0 0,0 0 0,-1 0 0,1 1 0,-1-1 0,1 0 0,-1 0 0,1 0 0,0 0 0,-1 1 0,1-1 0,-1 0 0,1 0 0,-1 1 0,1-1 0,-1 0 0,1 1 0,-1-1 0,0 1 0,1-1 0,-1 0 0,1 1 0,-1-1 0,0 1 0,0-1 0,1 1 0,-1-1 0,0 1 0,0 0 0,1-1 0,-1 1 0,0 0 0,8 28 0,-6-23 0,6 28 0,15 46 0,-14-51 0,-2-1 0,-1 1 0,0 0 0,1 53 0,-3-39 0,0 36 0,-4-80 0,0 1 0,0 0 0,0 0 0,0 0 0,0 0 0,0 0 0,1 0 0,-1 0 0,0 0 0,0 0 0,0 0 0,0 0 0,0 0 0,0 0 0,0 0 0,0 0 0,1 0 0,-1 0 0,0 0 0,0 0 0,0 0 0,0 0 0,0 0 0,0 0 0,0 0 0,1 0 0,-1 0 0,0 0 0,0 0 0,0 0 0,0 0 0,0 0 0,0 0 0,0 0 0,0 0 0,0 0 0,1 0 0,-1 1 0,0-1 0,0 0 0,0 0 0,0 0 0,0 0 0,0 0 0,0 0 0,0 0 0,0 0 0,0 1 0,0-1 0,0 0 0,0 0 0,0 0 0,0 0 0,0 0 0,0 0 0,0 0 0,0 0 0,0 1 0,0-1 0,0 0 0,0 0 0,0 0 0,0 0 0,6-14 0,4-20 0,-10 33 0,19-78 0,17-155 0,-34 209 0,1 0 0,10-39 0,-13 63 0,0 0 0,0 0 0,0 1 0,0-1 0,0 0 0,1 1 0,-1-1 0,0 0 0,0 1 0,1-1 0,-1 0 0,0 1 0,1-1 0,-1 1 0,1-1 0,-1 0 0,1 1 0,-1-1 0,1 1 0,-1 0 0,1-1 0,-1 1 0,1-1 0,0 1 0,-1 0 0,1-1 0,0 1 0,-1 0 0,1 0 0,1-1 0,13 15 0,5 31 0,-12-16 0,-1 1 0,-2-1 0,-1 1 0,-1 0 0,-2 48 0,-1-75 0,0 0 0,0 0 0,0 0 0,1 0 0,-1 0 0,1 0 0,0 0 0,-1 0 0,2 0 0,-1-1 0,2 4 0,-3-6 0,0 1 0,0-1 0,0 0 0,0 0 0,1 0 0,-1 1 0,0-1 0,0 0 0,0 0 0,1 0 0,-1 0 0,0 0 0,0 1 0,0-1 0,1 0 0,-1 0 0,0 0 0,0 0 0,1 0 0,-1 0 0,0 0 0,0 0 0,1 0 0,-1 0 0,0 0 0,0 0 0,1 0 0,-1 0 0,0 0 0,0 0 0,1 0 0,-1 0 0,0 0 0,0 0 0,1-1 0,-1 1 0,0 0 0,0 0 0,1 0 0,-1-1 0,11-21 0,9-54-15,-13 44-435,2 1 0,25-59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1T10:04:50.250"/>
    </inkml:context>
    <inkml:brush xml:id="br0">
      <inkml:brushProperty name="width" value="0.2" units="cm"/>
      <inkml:brushProperty name="height" value="0.2" units="cm"/>
      <inkml:brushProperty name="color" value="#FFFFFF"/>
    </inkml:brush>
  </inkml:definitions>
  <inkml:trace contextRef="#ctx0" brushRef="#br0">234 1 24575,'0'805'0,"1"-778"0,2 0 0,10 44 0,3 34 0,-14-49 0,-3-40 0,1 0 0,1 0 0,1 0 0,0 0 0,1 0 0,0-1 0,1 1 0,8 17 0,0-5 0,-2-1 0,0 2 0,-2-1 0,7 46 0,2 118 0,-14-142 0,13 79 0,-8-76 0,1 67 0,-9-115 0,0 44 0,2 0 0,15 90 0,-11-108 0,-1 0 0,-1 1 0,-2-1 0,-2 1 0,-4 50 0,4-82 0,0 0 0,0 1 0,0-1 0,1 0 0,-1 1 0,0-1 0,0 0 0,0 1 0,0-1 0,0 0 0,0 1 0,0-1 0,-1 0 0,1 1 0,0-1 0,0 0 0,0 1 0,0-1 0,0 0 0,0 1 0,-1-1 0,1 0 0,0 1 0,0-1 0,-1 0 0,1 0 0,0 1 0,0-1 0,-1 0 0,1 0 0,0 0 0,0 1 0,-1-1 0,1 0 0,0 0 0,-1 0 0,1 0 0,0 0 0,-1 0 0,1 0 0,0 1 0,-1-1 0,1 0 0,-1 0 0,1 0 0,0 0 0,-1 0 0,1-1 0,0 1 0,-1 0 0,1 0 0,-1 0 0,-16-21 0,-8-34 0,15 23 0,-2 0 0,-22-45 0,18 44 0,-22-66 0,17 27 0,-28-111 0,37 152 0,3 24 0,1 21 0,3 14 0,1 1 0,2-1 0,1 1 0,4 47 0,-1-8 0,-1 527 0,-1-1243-2505,-2 604 2502,-13-70 1,8 67 0,-3-55-1,10 33 3,-1 2 0,-2 1 0,-12-74 0,6 71 415,3 0 0,5-119 0,3 93-227,-4 80-87,0-1 1,-1 1-1,0 0 1,-1 0-1,-1 0 1,-1 0-1,-8-16 1,-11-32 168,22 156-270,6 1409 0,-5-1105 0,1-407 0,0 1 0,-1 0 0,0 0 0,-5-12 0,-6-29 0,9 11-1365,1 5-5461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1T10:04:50.250"/>
    </inkml:context>
    <inkml:brush xml:id="br0">
      <inkml:brushProperty name="width" value="0.2" units="cm"/>
      <inkml:brushProperty name="height" value="0.2" units="cm"/>
      <inkml:brushProperty name="color" value="#FFFFFF"/>
    </inkml:brush>
  </inkml:definitions>
  <inkml:trace contextRef="#ctx0" brushRef="#br0">234 1 24575,'0'805'0,"1"-778"0,2 0 0,10 44 0,3 34 0,-14-49 0,-3-40 0,1 0 0,1 0 0,1 0 0,0 0 0,1 0 0,0-1 0,1 1 0,8 17 0,0-5 0,-2-1 0,0 2 0,-2-1 0,7 46 0,2 118 0,-14-142 0,13 79 0,-8-76 0,1 67 0,-9-115 0,0 44 0,2 0 0,15 90 0,-11-108 0,-1 0 0,-1 1 0,-2-1 0,-2 1 0,-4 50 0,4-82 0,0 0 0,0 1 0,0-1 0,1 0 0,-1 1 0,0-1 0,0 0 0,0 1 0,0-1 0,0 0 0,0 1 0,0-1 0,-1 0 0,1 1 0,0-1 0,0 0 0,0 1 0,0-1 0,0 0 0,0 1 0,-1-1 0,1 0 0,0 1 0,0-1 0,-1 0 0,1 0 0,0 1 0,0-1 0,-1 0 0,1 0 0,0 0 0,0 1 0,-1-1 0,1 0 0,0 0 0,-1 0 0,1 0 0,0 0 0,-1 0 0,1 0 0,0 1 0,-1-1 0,1 0 0,-1 0 0,1 0 0,0 0 0,-1 0 0,1-1 0,0 1 0,-1 0 0,1 0 0,-1 0 0,-16-21 0,-8-34 0,15 23 0,-2 0 0,-22-45 0,18 44 0,-22-66 0,17 27 0,-28-111 0,37 152 0,3 24 0,1 21 0,3 14 0,1 1 0,2-1 0,1 1 0,4 47 0,-1-8 0,-1 527 0,-1-1243-2505,-2 604 2502,-13-70 1,8 67 0,-3-55-1,10 33 3,-1 2 0,-2 1 0,-12-74 0,6 71 415,3 0 0,5-119 0,3 93-227,-4 80-87,0-1 1,-1 1-1,0 0 1,-1 0-1,-1 0 1,-1 0-1,-8-16 1,-11-32 168,22 156-270,6 1409 0,-5-1105 0,1-407 0,0 1 0,-1 0 0,0 0 0,-5-12 0,-6-29 0,9 11-1365,1 5-5461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1T10:04:50.250"/>
    </inkml:context>
    <inkml:brush xml:id="br0">
      <inkml:brushProperty name="width" value="0.2" units="cm"/>
      <inkml:brushProperty name="height" value="0.2" units="cm"/>
      <inkml:brushProperty name="color" value="#FFFFFF"/>
    </inkml:brush>
  </inkml:definitions>
  <inkml:trace contextRef="#ctx0" brushRef="#br0">234 1 24575,'0'805'0,"1"-778"0,2 0 0,10 44 0,3 34 0,-14-49 0,-3-40 0,1 0 0,1 0 0,1 0 0,0 0 0,1 0 0,0-1 0,1 1 0,8 17 0,0-5 0,-2-1 0,0 2 0,-2-1 0,7 46 0,2 118 0,-14-142 0,13 79 0,-8-76 0,1 67 0,-9-115 0,0 44 0,2 0 0,15 90 0,-11-108 0,-1 0 0,-1 1 0,-2-1 0,-2 1 0,-4 50 0,4-82 0,0 0 0,0 1 0,0-1 0,1 0 0,-1 1 0,0-1 0,0 0 0,0 1 0,0-1 0,0 0 0,0 1 0,0-1 0,-1 0 0,1 1 0,0-1 0,0 0 0,0 1 0,0-1 0,0 0 0,0 1 0,-1-1 0,1 0 0,0 1 0,0-1 0,-1 0 0,1 0 0,0 1 0,0-1 0,-1 0 0,1 0 0,0 0 0,0 1 0,-1-1 0,1 0 0,0 0 0,-1 0 0,1 0 0,0 0 0,-1 0 0,1 0 0,0 1 0,-1-1 0,1 0 0,-1 0 0,1 0 0,0 0 0,-1 0 0,1-1 0,0 1 0,-1 0 0,1 0 0,-1 0 0,-16-21 0,-8-34 0,15 23 0,-2 0 0,-22-45 0,18 44 0,-22-66 0,17 27 0,-28-111 0,37 152 0,3 24 0,1 21 0,3 14 0,1 1 0,2-1 0,1 1 0,4 47 0,-1-8 0,-1 527 0,-1-1243-2505,-2 604 2502,-13-70 1,8 67 0,-3-55-1,10 33 3,-1 2 0,-2 1 0,-12-74 0,6 71 415,3 0 0,5-119 0,3 93-227,-4 80-87,0-1 1,-1 1-1,0 0 1,-1 0-1,-1 0 1,-1 0-1,-8-16 1,-11-32 168,22 156-270,6 1409 0,-5-1105 0,1-407 0,0 1 0,-1 0 0,0 0 0,-5-12 0,-6-29 0,9 11-1365,1 5-5461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1T12:42:18.067"/>
    </inkml:context>
    <inkml:brush xml:id="br0">
      <inkml:brushProperty name="width" value="0.2" units="cm"/>
      <inkml:brushProperty name="height" value="0.2" units="cm"/>
      <inkml:brushProperty name="color" value="#FFFFFF"/>
    </inkml:brush>
  </inkml:definitions>
  <inkml:trace contextRef="#ctx0" brushRef="#br0">174 72 24575,'-3'141'0,"7"153"0,11-204 0,-9-63 0,4 46 0,-6-11 0,14 75 0,-8-59 0,-4 0 0,-7 148 0,-1-86 0,1-96 0,2 0 0,2-1 0,14 67 0,-13-87 0,-1 1 0,-1 0 0,-1 24 0,5 47 0,-4-85 0,1 0 0,0-1 0,1 1 0,0-1 0,6 10 0,13 34 0,-16-23 0,-2 0 0,2 38 0,4 24 0,-2-30 0,-3-1 0,-2 70 0,-3-183 0,1-20 0,-9-85 0,3 132 0,-2 0 0,-14-39 0,-8-33 0,12 27 0,9 38 0,-8-58 0,-4-35 0,3 34 0,14 76 0,0-1 0,-1 0 0,-1 1 0,0 0 0,-2-1 0,-6-13 0,12 29 0,0 1 0,0-1 0,0 1 0,0-1 0,0 1 0,0-1 0,0 1 0,-1-1 0,1 1 0,0-1 0,0 1 0,-1-1 0,1 1 0,0-1 0,0 1 0,-1-1 0,1 0 0,0 1 0,-1-1 0,1 0 0,-1 1 0,1-1 0,0 0 0,-1 0 0,1 1 0,-1-1 0,1 0 0,-1 0 0,1 0 0,-1 1 0,1-1 0,-1 0 0,1 0 0,-1 0 0,1 0 0,-1 0 0,1 0 0,-1 0 0,1 0 0,-1 0 0,1-1 0,-1 1 0,1 0 0,-1 0 0,1 0 0,-1 0 0,1-1 0,-1 1 0,1 0 0,-1 0 0,1-1 0,0 1 0,-1 0 0,1-1 0,0 1 0,-1-1 0,1 1 0,0 0 0,-1-1 0,1 1 0,0-1 0,0 1 0,0-1 0,-1 1 0,1-1 0,0 1 0,0-1 0,-8 43 0,-29 187 0,7-36 0,27-174 0,-1-1 0,0 1 0,-2-1 0,-14 33 0,-7 21 0,19-43 0,-18 40 0,19-128 0,9-245 0,-2 1210 0,-3-1035-19,0 40-437,11-107-1,-4 172 399,1 0 0,1 0 0,10-23-1,-8 24 71,0 0 0,-2 0-1,4-33 1,-6-41-12,-4 67 0,1-1 0,10-55 0,5-2 1118,-11 155-1118,-6 250 0,0-304 0,-1-1 0,0 0 0,-1 0 0,0-1 0,-1 1 0,0 0 0,-9 15 0,6-11 0,1 0 0,0 0 0,-3 20 0,-14 127 0,5-38 0,20-294 0,-4 77 0,1 80 0,1 0 0,0 0 0,1 0 0,0 0 0,1 0 0,0 0 0,1 1 0,1-1 0,0 1 0,6-14 0,0 3 0,-2 1 0,-1-2 0,0 1 0,-2-1 0,-1 0 0,3-36 0,8-42 0,-3-2 0,-12 82 0,2 1 0,0-1 0,2 0 0,9-31 0,-13 52 0,0 0 0,0 0 0,0 0 0,0 0 0,0 0 0,0 0 0,0 0 0,0 0 0,1 1 0,-1-1 0,0 0 0,0 0 0,0 0 0,0 0 0,0 0 0,0 0 0,0 0 0,1 0 0,-1 0 0,0 0 0,0 0 0,0 0 0,0 0 0,0 0 0,0 0 0,0 0 0,1 0 0,-1 0 0,0 0 0,0 0 0,0 0 0,0 0 0,0 0 0,0 0 0,0 0 0,1 0 0,-1 0 0,0 0 0,0 0 0,0-1 0,0 1 0,0 0 0,0 0 0,0 0 0,0 0 0,0 0 0,1 0 0,-1 0 0,0 0 0,0 0 0,0-1 0,0 1 0,0 0 0,0 0 0,0 0 0,0 0 0,0 0 0,0 0 0,0-1 0,0 1 0,0 0 0,0 0 0,4 17 0,0 24 0,-4 592 0,-1-350 0,-1-415 0,5-154 0,16 161 12,-8 60-197,26-162-820,-7 51 596,4-28 140,-32 189 331,1 0-1,1 1 0,0-1 0,1 1 0,11-23 1,-8 19 93,-1 1 0,7-27 0,-12 37-25,0 13 19,0 33 168,-2 65 102,0-95-411,-21 355-793,-13 6-970,1-8-1718,-1-92 4103,17-95-600,1-7 312,-18 99 518,27-205 444,6-42-800,-1 0 1,-7 28-1,3-35-446,2-12 93,-4-23 307,0-39 209,6-437-3400,4 252 1786,12 71 829,-3 63-2650,9-81 471,3-67 1218,-7 63 3666,-1 22-1683,3-1-904,0-13 0,-18 136 0,-1 23 0,2-1 0,0 0 0,2 1 0,2-1 0,11-41 0,-5 37 390,-2 0-1,-2 0 1,-1-1 0,-1 0-1,-1-57 1,-4 74-18,1 1 1,0-1-1,2 1 1,0-1 0,1 1-1,11-23 1055,-12 53-1162,-1 14-138,0 20-82,0 13-38,-8 108 0,1-143-174,-1 0 0,-1-1-1,-10 22 1,-8 29-171,10-9 338,-10 98 0,-6-8 0,-36 192 1007,11-106-1007,51-229 0,2-13 0,-1-28 0,2-45 0,4-925-2668,0 955 2886,13-72 0,-7 69-24,2-54 0,-11-185 1650,1 394-2192,20 161 0,-14-205-118,-1 68-1,-4-73-85,13 104 0,11 77-1024,-8-46 432,-1-10 1848,1 3-811,-1 56 107,-11-218 0,1-1 0,12 29 0,2 12 0,-11-33 20,19 84 559,6-2 0,56 127 0,-76-218-410,1 0 0,1-1-1,1-1 1,1-1 0,0-1-1,2 0 1,0-1-1,33 22 1,-34-28-79,0 0 0,1-1 1,0-1-1,0-1 0,1-1 0,0 0 0,1-2 0,30 5 0,1-4 167,0-3 0,74-3-1,-12 0-256,77-4 0,-167-2 0,0-1 0,0 0 0,0-2 0,-1-1 0,0-1 0,-1-1 0,0-1 0,-1 0 0,20-17 0,-40 28 0,0 0 0,-1 0 0,1 1 0,-1-1 0,0 0 0,1-1 0,-1 1 0,0 0 0,1 0 0,-1 0 0,0-1 0,0 1 0,0-1 0,0 1 0,-1-1 0,1 1 0,0-1 0,0 1 0,-1-1 0,1-2 0,-1 3 0,-1 0 0,1 0 0,0 0 0,-1 0 0,1 0 0,-1 1 0,1-1 0,-1 0 0,0 0 0,1 0 0,-1 0 0,0 0 0,0 1 0,0-1 0,1 0 0,-1 1 0,0-1 0,0 1 0,0-1 0,0 1 0,0-1 0,0 1 0,-1-1 0,-9-2 0,1 0 0,-1 1 0,1 0 0,-22-1 0,-185 5 0,-35-3 0,175-11 0,70 10 0,1 1 0,-1-1 0,1-1 0,-1 1 0,1-1 0,0 0 0,0-1 0,-9-6 0,14 10 0,0-1 0,0 1 0,0-1 0,0 0 0,1 1 0,-1-1 0,0 0 0,0 0 0,1 1 0,-1-1 0,1 0 0,-1 0 0,0 0 0,1 0 0,0 0 0,-1 0 0,1 0 0,-1 0 0,1 0 0,0 0 0,0 0 0,0 0 0,0 0 0,0 0 0,0 0 0,0 0 0,0 0 0,0 0 0,0 0 0,0 0 0,1 0 0,-1 0 0,0 0 0,1 0 0,-1 0 0,1 0 0,-1 0 0,1 0 0,-1 0 0,1 0 0,0 1 0,-1-1 0,1 0 0,0 0 0,0 1 0,0-1 0,0 0 0,-1 1 0,1-1 0,0 1 0,0-1 0,0 1 0,0 0 0,0-1 0,0 1 0,2 0 0,10-5 0,0 1 0,0 1 0,21-4 0,-18 5 0,36-9 0,87-4 0,-155 14 0,1-1 0,-1 0 0,-24-7 0,-17-3 0,-132-29 0,78 13 0,48 14 0,1-2 0,1-3 0,-61-28 0,46 16 0,-130-36 0,199 63 0,12 1 0,34 0 0,55 1 0,-24 4 0,101-4 0,-167 2 0,0 0 0,0-1 0,-1 1 0,1-1 0,0 0 0,0 0 0,0-1 0,6-3 0,-10 5 0,1 0 0,-1 0 0,0-1 0,1 1 0,-1 0 0,0-1 0,1 1 0,-1 0 0,0-1 0,1 1 0,-1 0 0,0-1 0,0 1 0,0-1 0,1 1 0,-1-1 0,0 1 0,0 0 0,0-1 0,0 1 0,0-1 0,0 1 0,0-1 0,0 1 0,0-1 0,0 1 0,0-1 0,-15-16 0,10 14 0,-31-27 0,36 30 0,-1-1 0,1 1 0,-1-1 0,1 0 0,0 1 0,-1-1 0,1 1 0,0-1 0,0 0 0,-1 1 0,1-1 0,0 0 0,0 1 0,0-1 0,0 0 0,-1 1 0,1-1 0,0 0 0,1 1 0,-1-1 0,0 0 0,0-1 0,1 2 0,0-1 0,-1 0 0,1 0 0,0 0 0,0 0 0,0 1 0,0-1 0,0 0 0,0 1 0,0-1 0,0 1 0,0-1 0,0 1 0,0 0 0,1-1 0,-1 1 0,0 0 0,2-1 0,35-3 0,0 1 0,0 2 0,56 5 0,-5-1 0,1464-1 0,-795-4 0,-725 1 0,0-3 0,37-7 0,-33 4 0,58-3 0,1 12 0,-61 0 0,0-1 0,64-8 0,-84 4 0,0-2 0,0 1 0,24-13 0,-25 10 0,1 1 0,1 0 0,19-4 0,19 3 0,1 3 0,0 1 0,69 7 0,-6 0 0,0-3 0,151-3 0,-238-3 0,50-12 0,-43 8 0,-35 8 0,0 1 0,-1-1 0,1 0 0,0 0 0,-1 0 0,1 0 0,-1-1 0,1 1 0,-1-1 0,0 1 0,1-1 0,-1 0 0,0 0 0,0 0 0,0 0 0,-1 0 0,1 0 0,0-1 0,-1 1 0,1-1 0,-1 1 0,0-1 0,0 1 0,0-1 0,0 0 0,0 1 0,-1-1 0,1 0 0,-1 0 0,0-3 0,0-9 0,0 0 0,-2-1 0,0 1 0,-7-26 0,-1-16 0,6-199 0,4 229 0,3 26 0,4 11 0,4 17 0,0 23 0,-8-34 0,0 0 0,1 0 0,1 0 0,10 23 0,-7-19 0,0 0 0,-2 1 0,-1-1 0,0 1 0,-2 1 0,2 23 0,10 58 0,-8-60 0,4 80 0,-9-83 0,2 1 0,10 49 0,-9-79 0,-2-11 0,1-26 0,-1-41 0,-5-2455 0,2 3666 0,1-1124-341,0 0 0,2-1-1,5 28 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1T12:42:19.647"/>
    </inkml:context>
    <inkml:brush xml:id="br0">
      <inkml:brushProperty name="width" value="0.2" units="cm"/>
      <inkml:brushProperty name="height" value="0.2" units="cm"/>
      <inkml:brushProperty name="color" value="#FFFFFF"/>
    </inkml:brush>
  </inkml:definitions>
  <inkml:trace contextRef="#ctx0" brushRef="#br0">1165 0 24575,'-1132'0'-1365,"1099"0"-5461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1T13:33:33.189"/>
    </inkml:context>
    <inkml:brush xml:id="br0">
      <inkml:brushProperty name="width" value="0.2" units="cm"/>
      <inkml:brushProperty name="height" value="0.2" units="cm"/>
      <inkml:brushProperty name="color" value="#FFFFFF"/>
    </inkml:brush>
  </inkml:definitions>
  <inkml:trace contextRef="#ctx0" brushRef="#br0">429 338 24575,'0'-1'0,"0"0"0,0 1 0,0-1 0,0 1 0,0-1 0,0 0 0,-1 1 0,1-1 0,0 1 0,0-1 0,0 1 0,-1-1 0,1 0 0,0 1 0,-1-1 0,1 1 0,0-1 0,-1 1 0,1 0 0,-1-1 0,1 1 0,-1-1 0,1 1 0,-1 0 0,1-1 0,-1 1 0,1 0 0,-1 0 0,1-1 0,-1 1 0,0 0 0,1 0 0,-1 0 0,1 0 0,-1 0 0,0 0 0,1 0 0,-1 0 0,1 0 0,-1 0 0,0 0 0,1 0 0,-1 0 0,1 0 0,-1 0 0,0 1 0,1-1 0,-1 0 0,1 0 0,-1 1 0,1-1 0,-1 1 0,-2 0 0,1 0 0,-1 0 0,1 1 0,0-1 0,0 1 0,-1-1 0,1 1 0,0 0 0,0-1 0,1 1 0,-4 4 0,-4 16 0,1 1 0,2 0 0,0 0 0,1 1 0,-2 29 0,-6 31 0,-9 10 0,-5-199 0,16 5 0,5 0 0,8-129 0,1 69 0,-3 682 0,-2-490 0,-1 0 0,-9 41 0,5-39 0,-4 61 0,8-55 0,-10 52 0,6-52 0,-3 56 0,9-60 0,-2 0 0,-12 58 0,8-44 0,7-41 0,0-1 0,-1 1 0,-1-1 0,1 0 0,-2 1 0,1-1 0,-1 0 0,-3 7 0,5-14 0,1 0 0,0 0 0,-1 0 0,1-1 0,-1 1 0,1 0 0,0-1 0,-1 1 0,0 0 0,1-1 0,-1 1 0,1 0 0,-1-1 0,0 1 0,0-1 0,1 1 0,-1-1 0,0 0 0,0 1 0,1-1 0,-1 0 0,0 1 0,0-1 0,0 0 0,0 0 0,1 0 0,-1 0 0,0 0 0,0 0 0,-1 0 0,0-1 0,0 0 0,1 0 0,-1 0 0,1 0 0,-1 0 0,1 0 0,0-1 0,-1 1 0,1-1 0,0 1 0,0-1 0,0 1 0,-1-3 0,-23-55 0,25 58 0,-8-31 0,1 0 0,1 0 0,-1-44 0,-8-48 0,-18-106 0,31 222 0,0 0 0,1 1 0,0-1 0,1 0 0,-1 0 0,1 1 0,1-1 0,2-12 0,-3 18 0,1 0 0,0 0 0,0-1 0,0 1 0,0 0 0,1 0 0,-1 1 0,0-1 0,1 0 0,0 0 0,-1 1 0,1-1 0,0 1 0,0-1 0,0 1 0,0 0 0,0-1 0,0 1 0,0 0 0,0 1 0,0-1 0,0 0 0,1 1 0,-1-1 0,0 1 0,1-1 0,-1 1 0,0 0 0,1 0 0,-1 0 0,0 1 0,4-1 0,8 3 0,0 1 0,0 0 0,0 1 0,0 0 0,-1 1 0,0 1 0,0 0 0,0 1 0,-1 0 0,0 1 0,-1 0 0,0 1 0,10 11 0,-16-14 0,0 0 0,0 0 0,-1 1 0,0 0 0,0 0 0,-1 0 0,0 0 0,0 0 0,-1 1 0,0-1 0,-1 1 0,1 13 0,1 17 0,-6 59 0,1-46 0,-1 696 0,4-432 0,-3-283 0,-1 0 0,-9 37 0,6-34 0,-5 59 0,12 262 0,-1-643-1365,0 250-5461</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1T13:47:06.838"/>
    </inkml:context>
    <inkml:brush xml:id="br0">
      <inkml:brushProperty name="width" value="0.2" units="cm"/>
      <inkml:brushProperty name="height" value="0.2" units="cm"/>
      <inkml:brushProperty name="color" value="#FFFFFF"/>
    </inkml:brush>
  </inkml:definitions>
  <inkml:trace contextRef="#ctx0" brushRef="#br0">227 0 24575,'-1'0'0,"0"1"0,-1-1 0,1 0 0,0 1 0,0-1 0,0 1 0,0 0 0,0-1 0,0 1 0,0 0 0,0 0 0,0-1 0,0 1 0,0 0 0,0 0 0,1 0 0,-1 0 0,0 0 0,1 0 0,-1 0 0,1 0 0,-1 1 0,1-1 0,-1 0 0,1 0 0,0 0 0,-1 3 0,-5 37 0,5-36 0,-5 394 0,9-219 0,-3 274 0,-1-427 0,-2 0 0,-10 44 0,-3 35 0,13-44 0,1-13 0,-14 87 0,-1-4 0,0 2 0,9-79 0,2 0 0,3 1 0,6 85 0,-3 64 0,-15-114 0,9-66 0,-4 48 0,9-28 0,0-33 0,1-37 0,1-584 0,2 561 0,2 1 0,11-51 0,-9 61 0,-7 33 0,1 0 0,0 0 0,0 0 0,1 0 0,-1 1 0,1-1 0,0 0 0,0 1 0,0-1 0,0 1 0,1 0 0,-1-1 0,1 1 0,0 0 0,6-4 0,-7 6 0,-1 0 0,1 0 0,0 0 0,0 0 0,0 1 0,0-1 0,0 1 0,0 0 0,-1-1 0,1 1 0,0 0 0,0 0 0,0 0 0,0 1 0,0-1 0,0 0 0,0 1 0,0-1 0,0 1 0,0-1 0,0 1 0,-1 0 0,1 0 0,0 0 0,-1 0 0,1 0 0,0 0 0,-1 1 0,1-1 0,-1 0 0,0 1 0,0-1 0,1 1 0,0 2 0,11 14 0,-1-1 0,15 29 0,-19-31 0,0 0 0,2 0 0,0 0 0,23 25 0,-3-12 0,-22-23 0,-1 1 0,0 0 0,0 0 0,-1 0 0,0 1 0,0 0 0,-1 1 0,0-1 0,0 1 0,-1 0 0,1 0 0,-2 1 0,1-1 0,2 12 0,0 31 0,-2 0 0,-3 1 0,-5 58 0,1 1 0,5 32 0,-5 129 0,3-271 0,-8 43 0,8-43 0,0 0 0,-1 1 0,1-1 0,0 0 0,-1 0 0,1 0 0,-1 0 0,0 0 0,1-1 0,-1 1 0,0 0 0,1 0 0,-1 0 0,0 0 0,0-1 0,0 1 0,0 0 0,1-1 0,-1 1 0,0-1 0,0 1 0,0-1 0,0 1 0,-1-1 0,1 0 0,0 1 0,0-1 0,0 0 0,0 0 0,0 0 0,0 0 0,0 0 0,0 0 0,-1 0 0,1 0 0,-1-1 0,-11-3 0,1 0 0,0 0 0,0-1 0,0-1 0,1 0 0,-1-1 0,2 0 0,-1-1 0,1 0 0,0-1 0,0 0 0,1 0 0,1-1 0,-1 0 0,-6-11 0,3 1 0,1-1 0,1 0 0,1 0 0,0-1 0,2 0 0,-7-31 0,-12-37 0,13 51 0,1 0 0,2 0 0,-6-59 0,14 87 0,-1-1 0,0 1 0,0 0 0,-1 0 0,-1 0 0,-7-12 0,8 16 0,0 0 0,0-1 0,1 1 0,0-1 0,0 0 0,1 0 0,0 0 0,0 0 0,1-1 0,0 1 0,0 0 0,1-1 0,1-11 0,-1 19 0,0 0 0,0-1 0,0 1 0,1 0 0,-1 0 0,0-1 0,1 1 0,-1 0 0,1 0 0,-1 0 0,1 0 0,-1 0 0,1 0 0,0-1 0,-1 1 0,1 1 0,0-1 0,0 0 0,0 0 0,0 0 0,0 0 0,0 1 0,0-1 0,0 0 0,0 1 0,0-1 0,0 1 0,0-1 0,3 0 0,-2 2 0,1-1 0,-1 0 0,1 1 0,-1 0 0,0 0 0,1-1 0,-1 1 0,0 1 0,0-1 0,0 0 0,0 0 0,0 1 0,4 3 0,5 5 0,0 1 0,0 1 0,15 22 0,-5 3 0,-1 0 0,-2 2 0,-1 0 0,-2 1 0,-2 0 0,15 83 0,-22-100 0,0-1 0,19 41 0,-17-45 0,0 0 0,-2 0 0,0 1 0,-1 0 0,3 21 0,-5 15 0,-20-240 0,-4-39 0,-3 40 0,15 121 0,10 488 0,-2-444 0,-1 0 0,-1 0 0,-6-20 0,-7-42 0,10-360 0,9 248 0,-1 518-338,-5 466-842,-29-185 7,-3 250-786,36-575 6048,-18-481-3477,0-9-663,18-587-1314</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D467F40-F767-44F2-AA8C-0A942D29D2BB}" type="datetimeFigureOut">
              <a:rPr lang="en-US" smtClean="0"/>
              <a:t>6/21/2025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dirty="0"/>
              <a:t>Information hiding</a:t>
            </a: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248D007-CB10-4C3E-A76A-23FBDDDC3D0C}" type="slidenum">
              <a:rPr lang="en-US" smtClean="0"/>
              <a:t>‹#›</a:t>
            </a:fld>
            <a:endParaRPr lang="en-US" dirty="0"/>
          </a:p>
        </p:txBody>
      </p:sp>
    </p:spTree>
    <p:extLst>
      <p:ext uri="{BB962C8B-B14F-4D97-AF65-F5344CB8AC3E}">
        <p14:creationId xmlns:p14="http://schemas.microsoft.com/office/powerpoint/2010/main" val="2578471475"/>
      </p:ext>
    </p:extLst>
  </p:cSld>
  <p:clrMap bg1="lt1" tx1="dk1" bg2="lt2" tx2="dk2" accent1="accent1" accent2="accent2" accent3="accent3" accent4="accent4" accent5="accent5" accent6="accent6" hlink="hlink" folHlink="folHlink"/>
  <p:hf sldNum="0"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r>
              <a:rPr lang="en-US"/>
              <a:t>Information hiding</a:t>
            </a:r>
            <a:endParaRPr lang="en-US" dirty="0"/>
          </a:p>
        </p:txBody>
      </p:sp>
    </p:spTree>
    <p:extLst>
      <p:ext uri="{BB962C8B-B14F-4D97-AF65-F5344CB8AC3E}">
        <p14:creationId xmlns:p14="http://schemas.microsoft.com/office/powerpoint/2010/main" val="13020972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89859" y="4824784"/>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062259" y="489834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5" name="Footer Placeholder 4"/>
          <p:cNvSpPr>
            <a:spLocks noGrp="1"/>
          </p:cNvSpPr>
          <p:nvPr>
            <p:ph type="ftr" sz="quarter" idx="11"/>
          </p:nvPr>
        </p:nvSpPr>
        <p:spPr>
          <a:xfrm>
            <a:off x="457200" y="6470704"/>
            <a:ext cx="10287191" cy="274320"/>
          </a:xfrm>
        </p:spPr>
        <p:txBody>
          <a:bodyPr/>
          <a:lstStyle>
            <a:lvl1pPr algn="l">
              <a:defRPr sz="1600" b="1"/>
            </a:lvl1pPr>
          </a:lstStyle>
          <a:p>
            <a:r>
              <a:rPr lang="en-US" cap="none" dirty="0"/>
              <a:t>Information Hiding, Shiraz university of technology</a:t>
            </a:r>
            <a:endParaRPr lang="en-US" dirty="0"/>
          </a:p>
        </p:txBody>
      </p:sp>
      <p:sp>
        <p:nvSpPr>
          <p:cNvPr id="6" name="Slide Number Placeholder 5"/>
          <p:cNvSpPr>
            <a:spLocks noGrp="1"/>
          </p:cNvSpPr>
          <p:nvPr>
            <p:ph type="sldNum" sz="quarter" idx="12"/>
          </p:nvPr>
        </p:nvSpPr>
        <p:spPr/>
        <p:txBody>
          <a:bodyPr/>
          <a:lstStyle/>
          <a:p>
            <a:fld id="{382B47E1-F59F-47B3-8D16-B2A0740F319A}" type="slidenum">
              <a:rPr lang="en-US" smtClean="0"/>
              <a:t>‹#›</a:t>
            </a:fld>
            <a:endParaRPr lang="en-US" dirty="0"/>
          </a:p>
        </p:txBody>
      </p:sp>
    </p:spTree>
    <p:extLst>
      <p:ext uri="{BB962C8B-B14F-4D97-AF65-F5344CB8AC3E}">
        <p14:creationId xmlns:p14="http://schemas.microsoft.com/office/powerpoint/2010/main" val="121406297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7" y="585216"/>
            <a:ext cx="10266723" cy="1499616"/>
          </a:xfrm>
        </p:spPr>
        <p:txBody>
          <a:bodyPr/>
          <a:lstStyle/>
          <a:p>
            <a:r>
              <a:rPr lang="en-US"/>
              <a:t>Click to edit Master title style</a:t>
            </a:r>
            <a:endParaRPr lang="en-US" dirty="0"/>
          </a:p>
        </p:txBody>
      </p:sp>
      <p:sp>
        <p:nvSpPr>
          <p:cNvPr id="3" name="Content Placeholder 2"/>
          <p:cNvSpPr>
            <a:spLocks noGrp="1"/>
          </p:cNvSpPr>
          <p:nvPr>
            <p:ph idx="1"/>
          </p:nvPr>
        </p:nvSpPr>
        <p:spPr>
          <a:xfrm>
            <a:off x="1024128" y="2286000"/>
            <a:ext cx="10266724" cy="40233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a:xfrm>
            <a:off x="1024128" y="6461095"/>
            <a:ext cx="10266722" cy="274320"/>
          </a:xfrm>
        </p:spPr>
        <p:style>
          <a:lnRef idx="2">
            <a:schemeClr val="accent1"/>
          </a:lnRef>
          <a:fillRef idx="1">
            <a:schemeClr val="lt1"/>
          </a:fillRef>
          <a:effectRef idx="0">
            <a:schemeClr val="accent1"/>
          </a:effectRef>
          <a:fontRef idx="minor">
            <a:schemeClr val="dk1"/>
          </a:fontRef>
        </p:style>
        <p:txBody>
          <a:bodyPr/>
          <a:lstStyle>
            <a:lvl1pPr algn="l">
              <a:defRPr sz="1400" b="1"/>
            </a:lvl1pPr>
          </a:lstStyle>
          <a:p>
            <a:r>
              <a:rPr lang="en-US" cap="none" dirty="0"/>
              <a:t>Information Hiding, Shiraz University of Technology</a:t>
            </a:r>
            <a:endParaRPr lang="en-US" dirty="0"/>
          </a:p>
        </p:txBody>
      </p:sp>
      <p:sp>
        <p:nvSpPr>
          <p:cNvPr id="6" name="Slide Number Placeholder 5"/>
          <p:cNvSpPr>
            <a:spLocks noGrp="1"/>
          </p:cNvSpPr>
          <p:nvPr>
            <p:ph type="sldNum" sz="quarter" idx="12"/>
          </p:nvPr>
        </p:nvSpPr>
        <p:spPr>
          <a:xfrm>
            <a:off x="10813774" y="6461095"/>
            <a:ext cx="477076" cy="274320"/>
          </a:xfrm>
        </p:spPr>
        <p:txBody>
          <a:bodyPr/>
          <a:lstStyle>
            <a:lvl1pPr>
              <a:defRPr sz="1400" b="1"/>
            </a:lvl1pPr>
          </a:lstStyle>
          <a:p>
            <a:fld id="{382B47E1-F59F-47B3-8D16-B2A0740F319A}" type="slidenum">
              <a:rPr lang="en-US" smtClean="0"/>
              <a:pPr/>
              <a:t>‹#›</a:t>
            </a:fld>
            <a:endParaRPr lang="en-US" dirty="0"/>
          </a:p>
        </p:txBody>
      </p:sp>
    </p:spTree>
    <p:extLst>
      <p:ext uri="{BB962C8B-B14F-4D97-AF65-F5344CB8AC3E}">
        <p14:creationId xmlns:p14="http://schemas.microsoft.com/office/powerpoint/2010/main" val="191665004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dirty="0"/>
              <a:t>Information Hiding, Shiraz university of technology</a:t>
            </a:r>
          </a:p>
        </p:txBody>
      </p:sp>
      <p:sp>
        <p:nvSpPr>
          <p:cNvPr id="6" name="Slide Number Placeholder 5"/>
          <p:cNvSpPr>
            <a:spLocks noGrp="1"/>
          </p:cNvSpPr>
          <p:nvPr>
            <p:ph type="sldNum" sz="quarter" idx="12"/>
          </p:nvPr>
        </p:nvSpPr>
        <p:spPr/>
        <p:txBody>
          <a:bodyPr/>
          <a:lstStyle/>
          <a:p>
            <a:fld id="{382B47E1-F59F-47B3-8D16-B2A0740F319A}" type="slidenum">
              <a:rPr lang="en-US" smtClean="0"/>
              <a:t>‹#›</a:t>
            </a:fld>
            <a:endParaRPr lang="en-US" dirty="0"/>
          </a:p>
        </p:txBody>
      </p:sp>
      <p:sp>
        <p:nvSpPr>
          <p:cNvPr id="10" name="Rectangle 9"/>
          <p:cNvSpPr/>
          <p:nvPr/>
        </p:nvSpPr>
        <p:spPr>
          <a:xfrm>
            <a:off x="0" y="-1"/>
            <a:ext cx="12192000" cy="4572000"/>
          </a:xfrm>
          <a:prstGeom prst="rect">
            <a:avLst/>
          </a:prstGeom>
          <a:blipFill dpi="0" rotWithShape="1">
            <a:blip r:embed="rId2">
              <a:duotone>
                <a:schemeClr val="accent3">
                  <a:shade val="45000"/>
                  <a:satMod val="135000"/>
                </a:schemeClr>
                <a:prstClr val="white"/>
              </a:duotone>
            </a:blip>
            <a:srcRect/>
            <a:tile tx="25400" ty="6350" sx="71000" sy="71000" flip="none" algn="tl"/>
          </a:blip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2" name="Straight Connector 11"/>
          <p:cNvCxnSpPr/>
          <p:nvPr/>
        </p:nvCxnSpPr>
        <p:spPr>
          <a:xfrm flipV="1">
            <a:off x="8386842" y="5264106"/>
            <a:ext cx="0" cy="91440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953818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r>
              <a:rPr lang="en-US" dirty="0"/>
              <a:t>Information Hiding, Shiraz university of technology</a:t>
            </a:r>
          </a:p>
        </p:txBody>
      </p:sp>
      <p:sp>
        <p:nvSpPr>
          <p:cNvPr id="7" name="Slide Number Placeholder 6"/>
          <p:cNvSpPr>
            <a:spLocks noGrp="1"/>
          </p:cNvSpPr>
          <p:nvPr>
            <p:ph type="sldNum" sz="quarter" idx="12"/>
          </p:nvPr>
        </p:nvSpPr>
        <p:spPr/>
        <p:txBody>
          <a:bodyPr/>
          <a:lstStyle/>
          <a:p>
            <a:fld id="{382B47E1-F59F-47B3-8D16-B2A0740F319A}" type="slidenum">
              <a:rPr lang="en-US" smtClean="0"/>
              <a:t>‹#›</a:t>
            </a:fld>
            <a:endParaRPr lang="en-US" dirty="0"/>
          </a:p>
        </p:txBody>
      </p:sp>
    </p:spTree>
    <p:extLst>
      <p:ext uri="{BB962C8B-B14F-4D97-AF65-F5344CB8AC3E}">
        <p14:creationId xmlns:p14="http://schemas.microsoft.com/office/powerpoint/2010/main" val="22612888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r>
              <a:rPr lang="en-US" dirty="0"/>
              <a:t>Information Hiding, Shiraz university of technology</a:t>
            </a:r>
          </a:p>
        </p:txBody>
      </p:sp>
      <p:sp>
        <p:nvSpPr>
          <p:cNvPr id="9" name="Slide Number Placeholder 8"/>
          <p:cNvSpPr>
            <a:spLocks noGrp="1"/>
          </p:cNvSpPr>
          <p:nvPr>
            <p:ph type="sldNum" sz="quarter" idx="12"/>
          </p:nvPr>
        </p:nvSpPr>
        <p:spPr/>
        <p:txBody>
          <a:bodyPr/>
          <a:lstStyle/>
          <a:p>
            <a:fld id="{382B47E1-F59F-47B3-8D16-B2A0740F319A}" type="slidenum">
              <a:rPr lang="en-US" smtClean="0"/>
              <a:t>‹#›</a:t>
            </a:fld>
            <a:endParaRPr lang="en-US" dirty="0"/>
          </a:p>
        </p:txBody>
      </p:sp>
    </p:spTree>
    <p:extLst>
      <p:ext uri="{BB962C8B-B14F-4D97-AF65-F5344CB8AC3E}">
        <p14:creationId xmlns:p14="http://schemas.microsoft.com/office/powerpoint/2010/main" val="33361770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r>
              <a:rPr lang="en-US" dirty="0"/>
              <a:t>Information Hiding, Shiraz university of technology</a:t>
            </a:r>
          </a:p>
        </p:txBody>
      </p:sp>
      <p:sp>
        <p:nvSpPr>
          <p:cNvPr id="5" name="Slide Number Placeholder 4"/>
          <p:cNvSpPr>
            <a:spLocks noGrp="1"/>
          </p:cNvSpPr>
          <p:nvPr>
            <p:ph type="sldNum" sz="quarter" idx="12"/>
          </p:nvPr>
        </p:nvSpPr>
        <p:spPr/>
        <p:txBody>
          <a:bodyPr/>
          <a:lstStyle/>
          <a:p>
            <a:fld id="{382B47E1-F59F-47B3-8D16-B2A0740F319A}" type="slidenum">
              <a:rPr lang="en-US" smtClean="0"/>
              <a:t>‹#›</a:t>
            </a:fld>
            <a:endParaRPr lang="en-US" dirty="0"/>
          </a:p>
        </p:txBody>
      </p:sp>
    </p:spTree>
    <p:extLst>
      <p:ext uri="{BB962C8B-B14F-4D97-AF65-F5344CB8AC3E}">
        <p14:creationId xmlns:p14="http://schemas.microsoft.com/office/powerpoint/2010/main" val="14853964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r>
              <a:rPr lang="en-US" dirty="0"/>
              <a:t>Information Hiding, Shiraz university of technology</a:t>
            </a:r>
          </a:p>
        </p:txBody>
      </p:sp>
      <p:sp>
        <p:nvSpPr>
          <p:cNvPr id="4" name="Slide Number Placeholder 3"/>
          <p:cNvSpPr>
            <a:spLocks noGrp="1"/>
          </p:cNvSpPr>
          <p:nvPr>
            <p:ph type="sldNum" sz="quarter" idx="12"/>
          </p:nvPr>
        </p:nvSpPr>
        <p:spPr/>
        <p:txBody>
          <a:bodyPr/>
          <a:lstStyle/>
          <a:p>
            <a:fld id="{382B47E1-F59F-47B3-8D16-B2A0740F319A}" type="slidenum">
              <a:rPr lang="en-US" smtClean="0"/>
              <a:t>‹#›</a:t>
            </a:fld>
            <a:endParaRPr lang="en-US" dirty="0"/>
          </a:p>
        </p:txBody>
      </p:sp>
    </p:spTree>
    <p:extLst>
      <p:ext uri="{BB962C8B-B14F-4D97-AF65-F5344CB8AC3E}">
        <p14:creationId xmlns:p14="http://schemas.microsoft.com/office/powerpoint/2010/main" val="18233760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lvl1pPr>
              <a:defRPr sz="1600"/>
            </a:lvl1pPr>
          </a:lstStyle>
          <a:p>
            <a:r>
              <a:rPr lang="en-US" dirty="0"/>
              <a:t>Information Hiding, Shiraz university of technology</a:t>
            </a:r>
          </a:p>
        </p:txBody>
      </p:sp>
      <p:sp>
        <p:nvSpPr>
          <p:cNvPr id="7" name="Slide Number Placeholder 6"/>
          <p:cNvSpPr>
            <a:spLocks noGrp="1"/>
          </p:cNvSpPr>
          <p:nvPr>
            <p:ph type="sldNum" sz="quarter" idx="12"/>
          </p:nvPr>
        </p:nvSpPr>
        <p:spPr/>
        <p:txBody>
          <a:bodyPr/>
          <a:lstStyle>
            <a:lvl1pPr>
              <a:defRPr sz="1600"/>
            </a:lvl1pPr>
          </a:lstStyle>
          <a:p>
            <a:fld id="{382B47E1-F59F-47B3-8D16-B2A0740F319A}" type="slidenum">
              <a:rPr lang="en-US" smtClean="0"/>
              <a:pPr/>
              <a:t>‹#›</a:t>
            </a:fld>
            <a:endParaRPr lang="en-US" dirty="0"/>
          </a:p>
        </p:txBody>
      </p:sp>
    </p:spTree>
    <p:extLst>
      <p:ext uri="{BB962C8B-B14F-4D97-AF65-F5344CB8AC3E}">
        <p14:creationId xmlns:p14="http://schemas.microsoft.com/office/powerpoint/2010/main" val="34712205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r>
              <a:rPr lang="en-US" dirty="0"/>
              <a:t>Information Hiding, Shiraz university of technology</a:t>
            </a:r>
          </a:p>
        </p:txBody>
      </p:sp>
      <p:sp>
        <p:nvSpPr>
          <p:cNvPr id="7" name="Slide Number Placeholder 6"/>
          <p:cNvSpPr>
            <a:spLocks noGrp="1"/>
          </p:cNvSpPr>
          <p:nvPr>
            <p:ph type="sldNum" sz="quarter" idx="12"/>
          </p:nvPr>
        </p:nvSpPr>
        <p:spPr/>
        <p:txBody>
          <a:bodyPr/>
          <a:lstStyle/>
          <a:p>
            <a:fld id="{382B47E1-F59F-47B3-8D16-B2A0740F319A}" type="slidenum">
              <a:rPr lang="en-US" smtClean="0"/>
              <a:t>‹#›</a:t>
            </a:fld>
            <a:endParaRPr lang="en-US" dirty="0"/>
          </a:p>
        </p:txBody>
      </p:sp>
    </p:spTree>
    <p:extLst>
      <p:ext uri="{BB962C8B-B14F-4D97-AF65-F5344CB8AC3E}">
        <p14:creationId xmlns:p14="http://schemas.microsoft.com/office/powerpoint/2010/main" val="14307075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dirty="0"/>
              <a:t>Information Hiding, Shiraz university of technology</a:t>
            </a:r>
          </a:p>
        </p:txBody>
      </p:sp>
      <p:sp>
        <p:nvSpPr>
          <p:cNvPr id="6" name="Slide Number Placeholder 5"/>
          <p:cNvSpPr>
            <a:spLocks noGrp="1"/>
          </p:cNvSpPr>
          <p:nvPr>
            <p:ph type="sldNum" sz="quarter" idx="12"/>
          </p:nvPr>
        </p:nvSpPr>
        <p:spPr/>
        <p:txBody>
          <a:bodyPr/>
          <a:lstStyle/>
          <a:p>
            <a:fld id="{382B47E1-F59F-47B3-8D16-B2A0740F319A}" type="slidenum">
              <a:rPr lang="en-US" smtClean="0"/>
              <a:t>‹#›</a:t>
            </a:fld>
            <a:endParaRPr lang="en-US" dirty="0"/>
          </a:p>
        </p:txBody>
      </p:sp>
    </p:spTree>
    <p:extLst>
      <p:ext uri="{BB962C8B-B14F-4D97-AF65-F5344CB8AC3E}">
        <p14:creationId xmlns:p14="http://schemas.microsoft.com/office/powerpoint/2010/main" val="24327303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dirty="0"/>
              <a:t>Information Hiding, Shiraz university of technology</a:t>
            </a:r>
          </a:p>
        </p:txBody>
      </p:sp>
      <p:sp>
        <p:nvSpPr>
          <p:cNvPr id="6" name="Slide Number Placeholder 5"/>
          <p:cNvSpPr>
            <a:spLocks noGrp="1"/>
          </p:cNvSpPr>
          <p:nvPr>
            <p:ph type="sldNum" sz="quarter" idx="12"/>
          </p:nvPr>
        </p:nvSpPr>
        <p:spPr/>
        <p:txBody>
          <a:bodyPr/>
          <a:lstStyle/>
          <a:p>
            <a:fld id="{382B47E1-F59F-47B3-8D16-B2A0740F319A}" type="slidenum">
              <a:rPr lang="en-US" smtClean="0"/>
              <a:t>‹#›</a:t>
            </a:fld>
            <a:endParaRPr lang="en-US" dirty="0"/>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325976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endParaRPr lang="en-US" dirty="0"/>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r>
              <a:rPr lang="en-US" dirty="0"/>
              <a:t>Information Hiding, Shiraz university of technology</a:t>
            </a:r>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382B47E1-F59F-47B3-8D16-B2A0740F319A}" type="slidenum">
              <a:rPr lang="en-US" smtClean="0"/>
              <a:t>‹#›</a:t>
            </a:fld>
            <a:endParaRPr lang="en-US" dirty="0"/>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28880997"/>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Lst>
  <p:hf hdr="0" dt="0"/>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customXml" Target="../ink/ink2.xml"/><Relationship Id="rId7" Type="http://schemas.openxmlformats.org/officeDocument/2006/relationships/customXml" Target="../ink/ink4.xml"/><Relationship Id="rId12"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0.png"/><Relationship Id="rId11" Type="http://schemas.openxmlformats.org/officeDocument/2006/relationships/customXml" Target="../ink/ink6.xml"/><Relationship Id="rId5" Type="http://schemas.openxmlformats.org/officeDocument/2006/relationships/customXml" Target="../ink/ink3.xml"/><Relationship Id="rId10" Type="http://schemas.openxmlformats.org/officeDocument/2006/relationships/image" Target="../media/image12.png"/><Relationship Id="rId4" Type="http://schemas.openxmlformats.org/officeDocument/2006/relationships/image" Target="../media/image9.png"/><Relationship Id="rId9" Type="http://schemas.openxmlformats.org/officeDocument/2006/relationships/customXml" Target="../ink/ink5.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customXml" Target="../ink/ink7.xml"/><Relationship Id="rId7" Type="http://schemas.openxmlformats.org/officeDocument/2006/relationships/customXml" Target="../ink/ink9.xml"/><Relationship Id="rId12" Type="http://schemas.openxmlformats.org/officeDocument/2006/relationships/image" Target="../media/image20.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7.png"/><Relationship Id="rId11" Type="http://schemas.openxmlformats.org/officeDocument/2006/relationships/customXml" Target="../ink/ink11.xml"/><Relationship Id="rId5" Type="http://schemas.openxmlformats.org/officeDocument/2006/relationships/customXml" Target="../ink/ink8.xml"/><Relationship Id="rId10" Type="http://schemas.openxmlformats.org/officeDocument/2006/relationships/image" Target="../media/image19.png"/><Relationship Id="rId4" Type="http://schemas.openxmlformats.org/officeDocument/2006/relationships/image" Target="../media/image16.png"/><Relationship Id="rId9" Type="http://schemas.openxmlformats.org/officeDocument/2006/relationships/customXml" Target="../ink/ink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customXml" Target="../ink/ink12.xml"/><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140.png"/></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5" Type="http://schemas.openxmlformats.org/officeDocument/2006/relationships/image" Target="../media/image150.png"/><Relationship Id="rId4" Type="http://schemas.openxmlformats.org/officeDocument/2006/relationships/customXml" Target="../ink/ink13.xml"/></Relationships>
</file>

<file path=ppt/slides/_rels/slide20.xml.rels><?xml version="1.0" encoding="UTF-8" standalone="yes"?>
<Relationships xmlns="http://schemas.openxmlformats.org/package/2006/relationships"><Relationship Id="rId3" Type="http://schemas.openxmlformats.org/officeDocument/2006/relationships/customXml" Target="../ink/ink14.xml"/><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15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33.png"/><Relationship Id="rId2"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customXml" Target="../ink/ink16.xml"/><Relationship Id="rId5" Type="http://schemas.openxmlformats.org/officeDocument/2006/relationships/image" Target="../media/image32.png"/><Relationship Id="rId4" Type="http://schemas.openxmlformats.org/officeDocument/2006/relationships/customXml" Target="../ink/ink15.xml"/></Relationships>
</file>

<file path=ppt/slides/_rels/slide2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2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8.png"/></Relationships>
</file>

<file path=ppt/slides/_rels/slide3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3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3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customXml" Target="../ink/ink17.xml"/><Relationship Id="rId2" Type="http://schemas.openxmlformats.org/officeDocument/2006/relationships/image" Target="../media/image52.png"/><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3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customXml" Target="../ink/ink18.xml"/><Relationship Id="rId2" Type="http://schemas.openxmlformats.org/officeDocument/2006/relationships/image" Target="../media/image62.png"/><Relationship Id="rId1" Type="http://schemas.openxmlformats.org/officeDocument/2006/relationships/slideLayout" Target="../slideLayouts/slideLayout2.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63.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hyperlink" Target="https://smgrc.uok.ac.ir/wp-content/uploads/2020/10/x20.pdf" TargetMode="External"/><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97F952-F51B-9E16-AE94-2AF7EC3BB433}"/>
              </a:ext>
            </a:extLst>
          </p:cNvPr>
          <p:cNvSpPr>
            <a:spLocks noGrp="1"/>
          </p:cNvSpPr>
          <p:nvPr>
            <p:ph type="ctrTitle"/>
          </p:nvPr>
        </p:nvSpPr>
        <p:spPr>
          <a:xfrm>
            <a:off x="-672428" y="5267914"/>
            <a:ext cx="7772400" cy="1463040"/>
          </a:xfrm>
        </p:spPr>
        <p:txBody>
          <a:bodyPr/>
          <a:lstStyle/>
          <a:p>
            <a:r>
              <a:rPr lang="en-US" b="1" dirty="0">
                <a:solidFill>
                  <a:srgbClr val="002060"/>
                </a:solidFill>
              </a:rPr>
              <a:t>INFORMATION HIDING</a:t>
            </a:r>
          </a:p>
        </p:txBody>
      </p:sp>
      <p:sp>
        <p:nvSpPr>
          <p:cNvPr id="3" name="Subtitle 2">
            <a:extLst>
              <a:ext uri="{FF2B5EF4-FFF2-40B4-BE49-F238E27FC236}">
                <a16:creationId xmlns:a16="http://schemas.microsoft.com/office/drawing/2014/main" id="{16550EBE-03C9-6663-B172-AE3DCD9F5899}"/>
              </a:ext>
            </a:extLst>
          </p:cNvPr>
          <p:cNvSpPr>
            <a:spLocks noGrp="1"/>
          </p:cNvSpPr>
          <p:nvPr>
            <p:ph type="subTitle" idx="1"/>
          </p:nvPr>
        </p:nvSpPr>
        <p:spPr>
          <a:xfrm>
            <a:off x="7244252" y="5174821"/>
            <a:ext cx="3632293" cy="1463040"/>
          </a:xfrm>
        </p:spPr>
        <p:txBody>
          <a:bodyPr>
            <a:normAutofit/>
          </a:bodyPr>
          <a:lstStyle/>
          <a:p>
            <a:pPr algn="ctr"/>
            <a:r>
              <a:rPr lang="en-US" sz="3200" b="1" dirty="0">
                <a:solidFill>
                  <a:srgbClr val="FF0000"/>
                </a:solidFill>
              </a:rPr>
              <a:t>Reversible Data Hiding</a:t>
            </a:r>
            <a:endParaRPr lang="en-US" sz="1100" b="1" dirty="0">
              <a:solidFill>
                <a:srgbClr val="FF0000"/>
              </a:solidFill>
            </a:endParaRPr>
          </a:p>
        </p:txBody>
      </p:sp>
      <p:sp>
        <p:nvSpPr>
          <p:cNvPr id="11" name="TextBox 10">
            <a:extLst>
              <a:ext uri="{FF2B5EF4-FFF2-40B4-BE49-F238E27FC236}">
                <a16:creationId xmlns:a16="http://schemas.microsoft.com/office/drawing/2014/main" id="{0E33094A-8749-D231-8FF5-43D6BA1D77A6}"/>
              </a:ext>
            </a:extLst>
          </p:cNvPr>
          <p:cNvSpPr txBox="1"/>
          <p:nvPr/>
        </p:nvSpPr>
        <p:spPr>
          <a:xfrm>
            <a:off x="-205204" y="6550223"/>
            <a:ext cx="5092148" cy="307777"/>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pPr algn="ctr"/>
            <a:r>
              <a:rPr lang="en-US" sz="1400" b="1" dirty="0">
                <a:solidFill>
                  <a:schemeClr val="bg2">
                    <a:lumMod val="25000"/>
                  </a:schemeClr>
                </a:solidFill>
              </a:rPr>
              <a:t>Adib Nikjou, Shiraz University of Technology, Summer 2025</a:t>
            </a:r>
          </a:p>
        </p:txBody>
      </p:sp>
      <p:cxnSp>
        <p:nvCxnSpPr>
          <p:cNvPr id="14" name="Straight Connector 13"/>
          <p:cNvCxnSpPr>
            <a:cxnSpLocks/>
          </p:cNvCxnSpPr>
          <p:nvPr/>
        </p:nvCxnSpPr>
        <p:spPr>
          <a:xfrm flipV="1">
            <a:off x="7244253" y="5217228"/>
            <a:ext cx="0" cy="1378226"/>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4C6A5053-2C31-9B23-82E1-C7ED981E99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76996" y="236085"/>
            <a:ext cx="9399549" cy="4896329"/>
          </a:xfrm>
          <a:prstGeom prst="rect">
            <a:avLst/>
          </a:prstGeom>
          <a:ln>
            <a:noFill/>
          </a:ln>
          <a:effectLst>
            <a:softEdge rad="112500"/>
          </a:effectLst>
        </p:spPr>
      </p:pic>
    </p:spTree>
    <p:extLst>
      <p:ext uri="{BB962C8B-B14F-4D97-AF65-F5344CB8AC3E}">
        <p14:creationId xmlns:p14="http://schemas.microsoft.com/office/powerpoint/2010/main" val="13615146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08F3C1-647A-E396-7C67-5F16E7AAE7C2}"/>
              </a:ext>
            </a:extLst>
          </p:cNvPr>
          <p:cNvSpPr>
            <a:spLocks noGrp="1"/>
          </p:cNvSpPr>
          <p:nvPr>
            <p:ph type="title"/>
          </p:nvPr>
        </p:nvSpPr>
        <p:spPr/>
        <p:txBody>
          <a:bodyPr>
            <a:normAutofit/>
          </a:bodyPr>
          <a:lstStyle/>
          <a:p>
            <a:r>
              <a:rPr lang="en-US" dirty="0">
                <a:solidFill>
                  <a:srgbClr val="0070C0"/>
                </a:solidFill>
              </a:rPr>
              <a:t>Lecture Overview</a:t>
            </a:r>
            <a:br>
              <a:rPr lang="en-US" dirty="0"/>
            </a:br>
            <a:r>
              <a:rPr lang="en-US" sz="3200" dirty="0"/>
              <a:t>Reversible data hiding</a:t>
            </a:r>
            <a:endParaRPr lang="en-US" sz="13800" dirty="0"/>
          </a:p>
        </p:txBody>
      </p:sp>
      <p:sp>
        <p:nvSpPr>
          <p:cNvPr id="3" name="Content Placeholder 2">
            <a:extLst>
              <a:ext uri="{FF2B5EF4-FFF2-40B4-BE49-F238E27FC236}">
                <a16:creationId xmlns:a16="http://schemas.microsoft.com/office/drawing/2014/main" id="{B7B31D50-2B26-22F4-9D92-84A1241F5378}"/>
              </a:ext>
            </a:extLst>
          </p:cNvPr>
          <p:cNvSpPr>
            <a:spLocks noGrp="1"/>
          </p:cNvSpPr>
          <p:nvPr>
            <p:ph idx="1"/>
          </p:nvPr>
        </p:nvSpPr>
        <p:spPr>
          <a:xfrm>
            <a:off x="1024126" y="2261283"/>
            <a:ext cx="10266724" cy="4023360"/>
          </a:xfrm>
        </p:spPr>
        <p:txBody>
          <a:bodyPr>
            <a:normAutofit/>
          </a:bodyPr>
          <a:lstStyle/>
          <a:p>
            <a:pPr marL="0" indent="0">
              <a:buNone/>
            </a:pPr>
            <a:r>
              <a:rPr lang="en-US" sz="2400" b="1" dirty="0"/>
              <a:t>1. Introduction to Reversible Data Hiding</a:t>
            </a:r>
          </a:p>
          <a:p>
            <a:pPr lvl="1">
              <a:buFont typeface="Arial" panose="020B0604020202020204" pitchFamily="34" charset="0"/>
              <a:buChar char="•"/>
            </a:pPr>
            <a:r>
              <a:rPr lang="en-US" sz="2000" dirty="0"/>
              <a:t>Motivation for Reversible Data Hiding</a:t>
            </a:r>
          </a:p>
          <a:p>
            <a:pPr lvl="1">
              <a:buFont typeface="Arial" panose="020B0604020202020204" pitchFamily="34" charset="0"/>
              <a:buChar char="•"/>
            </a:pPr>
            <a:r>
              <a:rPr lang="en-US" sz="2000" dirty="0"/>
              <a:t>Fundamental Principles</a:t>
            </a:r>
          </a:p>
          <a:p>
            <a:pPr lvl="1">
              <a:buFont typeface="Arial" panose="020B0604020202020204" pitchFamily="34" charset="0"/>
              <a:buChar char="•"/>
            </a:pPr>
            <a:r>
              <a:rPr lang="en-US" sz="2000" dirty="0"/>
              <a:t>Common Ways to Hide Data in a Reversible Manner</a:t>
            </a:r>
          </a:p>
          <a:p>
            <a:pPr marL="128016" lvl="1" indent="0">
              <a:buNone/>
            </a:pPr>
            <a:endParaRPr lang="en-US" sz="2000" dirty="0"/>
          </a:p>
          <a:p>
            <a:pPr>
              <a:buNone/>
            </a:pPr>
            <a:r>
              <a:rPr lang="en-US" sz="2400" b="1" dirty="0"/>
              <a:t>2. Introduction to Lossless Compression Methods</a:t>
            </a:r>
          </a:p>
          <a:p>
            <a:pPr>
              <a:buNone/>
            </a:pPr>
            <a:r>
              <a:rPr lang="en-US" sz="2400" b="1" dirty="0"/>
              <a:t>3. Introduction to Histogram Shifting Methods</a:t>
            </a:r>
          </a:p>
          <a:p>
            <a:pPr>
              <a:buNone/>
            </a:pPr>
            <a:r>
              <a:rPr lang="en-US" sz="2400" b="1" dirty="0"/>
              <a:t>4. Introduction to Difference Expansion Methods</a:t>
            </a:r>
          </a:p>
          <a:p>
            <a:pPr>
              <a:buNone/>
            </a:pPr>
            <a:r>
              <a:rPr lang="en-US" sz="2400" b="1" dirty="0"/>
              <a:t>5. A Comparison between Methods</a:t>
            </a:r>
          </a:p>
          <a:p>
            <a:pPr>
              <a:buNone/>
            </a:pPr>
            <a:endParaRPr lang="en-US" sz="2400" dirty="0"/>
          </a:p>
          <a:p>
            <a:pPr marL="128016" lvl="1" indent="0">
              <a:buNone/>
            </a:pPr>
            <a:endParaRPr lang="en-US" dirty="0"/>
          </a:p>
        </p:txBody>
      </p:sp>
      <p:sp>
        <p:nvSpPr>
          <p:cNvPr id="4" name="Footer Placeholder 3">
            <a:extLst>
              <a:ext uri="{FF2B5EF4-FFF2-40B4-BE49-F238E27FC236}">
                <a16:creationId xmlns:a16="http://schemas.microsoft.com/office/drawing/2014/main" id="{07174169-2756-B5E6-FF31-2A010CA4A7A0}"/>
              </a:ext>
            </a:extLst>
          </p:cNvPr>
          <p:cNvSpPr>
            <a:spLocks noGrp="1"/>
          </p:cNvSpPr>
          <p:nvPr>
            <p:ph type="ftr" sz="quarter" idx="11"/>
          </p:nvPr>
        </p:nvSpPr>
        <p:spPr/>
        <p:txBody>
          <a:bodyPr/>
          <a:lstStyle/>
          <a:p>
            <a:r>
              <a:rPr lang="en-US" cap="none" dirty="0"/>
              <a:t>Information Hiding, Shiraz University of Technology</a:t>
            </a:r>
          </a:p>
        </p:txBody>
      </p:sp>
      <p:sp>
        <p:nvSpPr>
          <p:cNvPr id="5" name="Slide Number Placeholder 4">
            <a:extLst>
              <a:ext uri="{FF2B5EF4-FFF2-40B4-BE49-F238E27FC236}">
                <a16:creationId xmlns:a16="http://schemas.microsoft.com/office/drawing/2014/main" id="{44ADEB55-7ACB-EA23-6545-2FEA29E19E2C}"/>
              </a:ext>
            </a:extLst>
          </p:cNvPr>
          <p:cNvSpPr>
            <a:spLocks noGrp="1"/>
          </p:cNvSpPr>
          <p:nvPr>
            <p:ph type="sldNum" sz="quarter" idx="12"/>
          </p:nvPr>
        </p:nvSpPr>
        <p:spPr/>
        <p:txBody>
          <a:bodyPr/>
          <a:lstStyle/>
          <a:p>
            <a:fld id="{382B47E1-F59F-47B3-8D16-B2A0740F319A}" type="slidenum">
              <a:rPr lang="en-US" smtClean="0"/>
              <a:t>2</a:t>
            </a:fld>
            <a:endParaRPr lang="en-US" dirty="0"/>
          </a:p>
        </p:txBody>
      </p:sp>
    </p:spTree>
    <p:extLst>
      <p:ext uri="{BB962C8B-B14F-4D97-AF65-F5344CB8AC3E}">
        <p14:creationId xmlns:p14="http://schemas.microsoft.com/office/powerpoint/2010/main" val="1053242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C1D03AA-9614-66CE-7C25-D3D4BBBE96A0}"/>
              </a:ext>
            </a:extLst>
          </p:cNvPr>
          <p:cNvSpPr>
            <a:spLocks noGrp="1"/>
          </p:cNvSpPr>
          <p:nvPr>
            <p:ph type="ftr" sz="quarter" idx="11"/>
          </p:nvPr>
        </p:nvSpPr>
        <p:spPr/>
        <p:txBody>
          <a:bodyPr/>
          <a:lstStyle/>
          <a:p>
            <a:r>
              <a:rPr lang="en-US" sz="1400" dirty="0"/>
              <a:t>Information Hiding, Shiraz university of technology</a:t>
            </a:r>
          </a:p>
        </p:txBody>
      </p:sp>
      <p:sp>
        <p:nvSpPr>
          <p:cNvPr id="3" name="Slide Number Placeholder 2">
            <a:extLst>
              <a:ext uri="{FF2B5EF4-FFF2-40B4-BE49-F238E27FC236}">
                <a16:creationId xmlns:a16="http://schemas.microsoft.com/office/drawing/2014/main" id="{FCACF8F4-3E2A-EAA7-B9E2-BB3B30A7A339}"/>
              </a:ext>
            </a:extLst>
          </p:cNvPr>
          <p:cNvSpPr>
            <a:spLocks noGrp="1"/>
          </p:cNvSpPr>
          <p:nvPr>
            <p:ph type="sldNum" sz="quarter" idx="12"/>
          </p:nvPr>
        </p:nvSpPr>
        <p:spPr/>
        <p:txBody>
          <a:bodyPr/>
          <a:lstStyle/>
          <a:p>
            <a:fld id="{382B47E1-F59F-47B3-8D16-B2A0740F319A}" type="slidenum">
              <a:rPr lang="en-US" sz="1400" smtClean="0"/>
              <a:t>3</a:t>
            </a:fld>
            <a:endParaRPr lang="en-US" sz="1400" dirty="0"/>
          </a:p>
        </p:txBody>
      </p:sp>
      <p:sp>
        <p:nvSpPr>
          <p:cNvPr id="4" name="TextBox 3">
            <a:extLst>
              <a:ext uri="{FF2B5EF4-FFF2-40B4-BE49-F238E27FC236}">
                <a16:creationId xmlns:a16="http://schemas.microsoft.com/office/drawing/2014/main" id="{162467B2-1FF8-306C-30E2-3B168783AF0D}"/>
              </a:ext>
            </a:extLst>
          </p:cNvPr>
          <p:cNvSpPr txBox="1"/>
          <p:nvPr/>
        </p:nvSpPr>
        <p:spPr>
          <a:xfrm>
            <a:off x="2030895" y="2459504"/>
            <a:ext cx="8130209" cy="1938992"/>
          </a:xfrm>
          <a:prstGeom prst="rect">
            <a:avLst/>
          </a:prstGeom>
          <a:noFill/>
        </p:spPr>
        <p:txBody>
          <a:bodyPr wrap="square" rtlCol="0">
            <a:spAutoFit/>
          </a:bodyPr>
          <a:lstStyle/>
          <a:p>
            <a:pPr algn="ctr"/>
            <a:r>
              <a:rPr kumimoji="0" lang="en-US" sz="6000" b="1" i="0" u="none" strike="noStrike" kern="1200" cap="none" spc="0" normalizeH="0" baseline="0" noProof="0" dirty="0">
                <a:ln>
                  <a:noFill/>
                </a:ln>
                <a:solidFill>
                  <a:srgbClr val="0070C0"/>
                </a:solidFill>
                <a:effectLst/>
                <a:uLnTx/>
                <a:uFillTx/>
                <a:latin typeface="Tw Cen MT" panose="020B0602020104020603"/>
                <a:ea typeface="+mn-ea"/>
                <a:cs typeface="+mn-cs"/>
              </a:rPr>
              <a:t>Introduction to Reversible Data Hiding</a:t>
            </a:r>
            <a:endParaRPr lang="en-US" sz="8800" b="1" dirty="0">
              <a:solidFill>
                <a:srgbClr val="0070C0"/>
              </a:solidFill>
            </a:endParaRPr>
          </a:p>
        </p:txBody>
      </p:sp>
    </p:spTree>
    <p:extLst>
      <p:ext uri="{BB962C8B-B14F-4D97-AF65-F5344CB8AC3E}">
        <p14:creationId xmlns:p14="http://schemas.microsoft.com/office/powerpoint/2010/main" val="40150688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0BF4F-1FEC-819F-DB91-773374179545}"/>
              </a:ext>
            </a:extLst>
          </p:cNvPr>
          <p:cNvSpPr>
            <a:spLocks noGrp="1"/>
          </p:cNvSpPr>
          <p:nvPr>
            <p:ph type="title"/>
          </p:nvPr>
        </p:nvSpPr>
        <p:spPr/>
        <p:txBody>
          <a:bodyPr/>
          <a:lstStyle/>
          <a:p>
            <a:r>
              <a:rPr lang="en-US" dirty="0">
                <a:solidFill>
                  <a:srgbClr val="0070C0"/>
                </a:solidFill>
              </a:rPr>
              <a:t>What is Reversible Data Hiding?</a:t>
            </a:r>
          </a:p>
        </p:txBody>
      </p:sp>
      <p:sp>
        <p:nvSpPr>
          <p:cNvPr id="3" name="Content Placeholder 2">
            <a:extLst>
              <a:ext uri="{FF2B5EF4-FFF2-40B4-BE49-F238E27FC236}">
                <a16:creationId xmlns:a16="http://schemas.microsoft.com/office/drawing/2014/main" id="{B849FBED-970D-D4A7-C767-350980942AC0}"/>
              </a:ext>
            </a:extLst>
          </p:cNvPr>
          <p:cNvSpPr>
            <a:spLocks noGrp="1"/>
          </p:cNvSpPr>
          <p:nvPr>
            <p:ph idx="1"/>
          </p:nvPr>
        </p:nvSpPr>
        <p:spPr>
          <a:xfrm>
            <a:off x="1024126" y="1961147"/>
            <a:ext cx="10266724" cy="4023360"/>
          </a:xfrm>
        </p:spPr>
        <p:txBody>
          <a:bodyPr/>
          <a:lstStyle/>
          <a:p>
            <a:r>
              <a:rPr lang="en-US" b="1" dirty="0"/>
              <a:t>Definition:</a:t>
            </a:r>
          </a:p>
          <a:p>
            <a:pPr marL="0" indent="0">
              <a:buNone/>
            </a:pPr>
            <a:r>
              <a:rPr lang="en-US" dirty="0"/>
              <a:t>	A steganographic technique that allows complete restoration of the original image 	after data extraction</a:t>
            </a:r>
          </a:p>
          <a:p>
            <a:pPr marL="0" indent="0">
              <a:buNone/>
            </a:pPr>
            <a:r>
              <a:rPr lang="en-US" b="1" dirty="0"/>
              <a:t>Key Characteristic:</a:t>
            </a:r>
          </a:p>
          <a:p>
            <a:pPr marL="0" indent="0">
              <a:buNone/>
            </a:pPr>
            <a:r>
              <a:rPr lang="en-US" dirty="0"/>
              <a:t>	 Perfect reversibility - </a:t>
            </a:r>
            <a:r>
              <a:rPr lang="en-US" dirty="0">
                <a:solidFill>
                  <a:srgbClr val="C00000"/>
                </a:solidFill>
              </a:rPr>
              <a:t>no permanent modifications to the cover image</a:t>
            </a:r>
          </a:p>
        </p:txBody>
      </p:sp>
      <p:sp>
        <p:nvSpPr>
          <p:cNvPr id="4" name="Footer Placeholder 3">
            <a:extLst>
              <a:ext uri="{FF2B5EF4-FFF2-40B4-BE49-F238E27FC236}">
                <a16:creationId xmlns:a16="http://schemas.microsoft.com/office/drawing/2014/main" id="{D34F9838-7809-F939-0557-FC09EAD4F0AA}"/>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35BC0310-6602-80C0-37BA-F67E867D0AEA}"/>
              </a:ext>
            </a:extLst>
          </p:cNvPr>
          <p:cNvSpPr>
            <a:spLocks noGrp="1"/>
          </p:cNvSpPr>
          <p:nvPr>
            <p:ph type="sldNum" sz="quarter" idx="12"/>
          </p:nvPr>
        </p:nvSpPr>
        <p:spPr/>
        <p:txBody>
          <a:bodyPr/>
          <a:lstStyle/>
          <a:p>
            <a:fld id="{382B47E1-F59F-47B3-8D16-B2A0740F319A}" type="slidenum">
              <a:rPr lang="en-US" smtClean="0"/>
              <a:pPr/>
              <a:t>4</a:t>
            </a:fld>
            <a:endParaRPr lang="en-US" dirty="0"/>
          </a:p>
        </p:txBody>
      </p:sp>
      <p:cxnSp>
        <p:nvCxnSpPr>
          <p:cNvPr id="7" name="Straight Arrow Connector 6">
            <a:extLst>
              <a:ext uri="{FF2B5EF4-FFF2-40B4-BE49-F238E27FC236}">
                <a16:creationId xmlns:a16="http://schemas.microsoft.com/office/drawing/2014/main" id="{54A61E7C-C031-A79E-54FA-849FB86C600F}"/>
              </a:ext>
            </a:extLst>
          </p:cNvPr>
          <p:cNvCxnSpPr/>
          <p:nvPr/>
        </p:nvCxnSpPr>
        <p:spPr>
          <a:xfrm>
            <a:off x="1588168" y="5245768"/>
            <a:ext cx="818148" cy="0"/>
          </a:xfrm>
          <a:prstGeom prst="straightConnector1">
            <a:avLst/>
          </a:prstGeom>
          <a:ln w="3810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8" name="Rectangle 7">
            <a:extLst>
              <a:ext uri="{FF2B5EF4-FFF2-40B4-BE49-F238E27FC236}">
                <a16:creationId xmlns:a16="http://schemas.microsoft.com/office/drawing/2014/main" id="{194990B3-F297-9211-8803-6C057E696A4C}"/>
              </a:ext>
            </a:extLst>
          </p:cNvPr>
          <p:cNvSpPr/>
          <p:nvPr/>
        </p:nvSpPr>
        <p:spPr>
          <a:xfrm>
            <a:off x="2406316" y="4842710"/>
            <a:ext cx="1888958" cy="80611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Connector: Elbow 11">
            <a:extLst>
              <a:ext uri="{FF2B5EF4-FFF2-40B4-BE49-F238E27FC236}">
                <a16:creationId xmlns:a16="http://schemas.microsoft.com/office/drawing/2014/main" id="{9A8DF5D1-D7A9-A2DC-301D-A04124071434}"/>
              </a:ext>
            </a:extLst>
          </p:cNvPr>
          <p:cNvCxnSpPr>
            <a:endCxn id="8" idx="2"/>
          </p:cNvCxnSpPr>
          <p:nvPr/>
        </p:nvCxnSpPr>
        <p:spPr>
          <a:xfrm flipV="1">
            <a:off x="1588168" y="5648826"/>
            <a:ext cx="1762627" cy="523374"/>
          </a:xfrm>
          <a:prstGeom prst="bentConnector2">
            <a:avLst/>
          </a:prstGeom>
          <a:ln w="28575"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3" name="Rectangle 12">
            <a:extLst>
              <a:ext uri="{FF2B5EF4-FFF2-40B4-BE49-F238E27FC236}">
                <a16:creationId xmlns:a16="http://schemas.microsoft.com/office/drawing/2014/main" id="{A0B79935-0896-B847-1BD7-AD6529A149D8}"/>
              </a:ext>
            </a:extLst>
          </p:cNvPr>
          <p:cNvSpPr/>
          <p:nvPr/>
        </p:nvSpPr>
        <p:spPr>
          <a:xfrm>
            <a:off x="5058626" y="4495960"/>
            <a:ext cx="2711117" cy="149961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DD6442B-D03A-7713-58F2-936D8352CCCD}"/>
              </a:ext>
            </a:extLst>
          </p:cNvPr>
          <p:cNvSpPr/>
          <p:nvPr/>
        </p:nvSpPr>
        <p:spPr>
          <a:xfrm>
            <a:off x="8456759" y="4841028"/>
            <a:ext cx="1888958" cy="80611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Arrow Connector 14">
            <a:extLst>
              <a:ext uri="{FF2B5EF4-FFF2-40B4-BE49-F238E27FC236}">
                <a16:creationId xmlns:a16="http://schemas.microsoft.com/office/drawing/2014/main" id="{6E1C25CB-DEDF-D7A7-2447-E66025554FBE}"/>
              </a:ext>
            </a:extLst>
          </p:cNvPr>
          <p:cNvCxnSpPr/>
          <p:nvPr/>
        </p:nvCxnSpPr>
        <p:spPr>
          <a:xfrm>
            <a:off x="10345717" y="5268150"/>
            <a:ext cx="818148" cy="0"/>
          </a:xfrm>
          <a:prstGeom prst="straightConnector1">
            <a:avLst/>
          </a:prstGeom>
          <a:ln w="3810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7" name="Connector: Elbow 16">
            <a:extLst>
              <a:ext uri="{FF2B5EF4-FFF2-40B4-BE49-F238E27FC236}">
                <a16:creationId xmlns:a16="http://schemas.microsoft.com/office/drawing/2014/main" id="{0C178CEF-3375-D4A0-E7BD-CEF9D73812DD}"/>
              </a:ext>
            </a:extLst>
          </p:cNvPr>
          <p:cNvCxnSpPr>
            <a:stCxn id="14" idx="2"/>
          </p:cNvCxnSpPr>
          <p:nvPr/>
        </p:nvCxnSpPr>
        <p:spPr>
          <a:xfrm rot="16200000" flipH="1">
            <a:off x="10095548" y="4952834"/>
            <a:ext cx="500992" cy="1889612"/>
          </a:xfrm>
          <a:prstGeom prst="bentConnector2">
            <a:avLst/>
          </a:prstGeom>
          <a:ln w="3810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8" name="Straight Arrow Connector 17">
            <a:extLst>
              <a:ext uri="{FF2B5EF4-FFF2-40B4-BE49-F238E27FC236}">
                <a16:creationId xmlns:a16="http://schemas.microsoft.com/office/drawing/2014/main" id="{AC2BAA87-5831-53A6-C890-298F29E66771}"/>
              </a:ext>
            </a:extLst>
          </p:cNvPr>
          <p:cNvCxnSpPr>
            <a:cxnSpLocks/>
            <a:stCxn id="8" idx="3"/>
            <a:endCxn id="13" idx="1"/>
          </p:cNvCxnSpPr>
          <p:nvPr/>
        </p:nvCxnSpPr>
        <p:spPr>
          <a:xfrm>
            <a:off x="4295274" y="5245768"/>
            <a:ext cx="763352" cy="0"/>
          </a:xfrm>
          <a:prstGeom prst="straightConnector1">
            <a:avLst/>
          </a:prstGeom>
          <a:ln w="3810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 name="Straight Arrow Connector 19">
            <a:extLst>
              <a:ext uri="{FF2B5EF4-FFF2-40B4-BE49-F238E27FC236}">
                <a16:creationId xmlns:a16="http://schemas.microsoft.com/office/drawing/2014/main" id="{2844C725-B5BC-69CD-70ED-5652D5504BC2}"/>
              </a:ext>
            </a:extLst>
          </p:cNvPr>
          <p:cNvCxnSpPr>
            <a:cxnSpLocks/>
            <a:stCxn id="13" idx="3"/>
            <a:endCxn id="14" idx="1"/>
          </p:cNvCxnSpPr>
          <p:nvPr/>
        </p:nvCxnSpPr>
        <p:spPr>
          <a:xfrm flipV="1">
            <a:off x="7769743" y="5244086"/>
            <a:ext cx="687016" cy="1682"/>
          </a:xfrm>
          <a:prstGeom prst="straightConnector1">
            <a:avLst/>
          </a:prstGeom>
          <a:ln w="3810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4" name="TextBox 23">
            <a:extLst>
              <a:ext uri="{FF2B5EF4-FFF2-40B4-BE49-F238E27FC236}">
                <a16:creationId xmlns:a16="http://schemas.microsoft.com/office/drawing/2014/main" id="{49153E96-3543-58E1-AA7A-301688DDB33F}"/>
              </a:ext>
            </a:extLst>
          </p:cNvPr>
          <p:cNvSpPr txBox="1"/>
          <p:nvPr/>
        </p:nvSpPr>
        <p:spPr>
          <a:xfrm>
            <a:off x="5294618" y="4964191"/>
            <a:ext cx="2224400" cy="584775"/>
          </a:xfrm>
          <a:prstGeom prst="rect">
            <a:avLst/>
          </a:prstGeom>
          <a:noFill/>
        </p:spPr>
        <p:txBody>
          <a:bodyPr wrap="square" rtlCol="0">
            <a:spAutoFit/>
          </a:bodyPr>
          <a:lstStyle/>
          <a:p>
            <a:pPr algn="ctr"/>
            <a:r>
              <a:rPr lang="en-US" sz="3200" b="1" dirty="0"/>
              <a:t>CHANNEL</a:t>
            </a:r>
          </a:p>
        </p:txBody>
      </p:sp>
      <p:sp>
        <p:nvSpPr>
          <p:cNvPr id="25" name="TextBox 24">
            <a:extLst>
              <a:ext uri="{FF2B5EF4-FFF2-40B4-BE49-F238E27FC236}">
                <a16:creationId xmlns:a16="http://schemas.microsoft.com/office/drawing/2014/main" id="{4AD90DF9-0EFF-FBA6-8A53-877572E98A6F}"/>
              </a:ext>
            </a:extLst>
          </p:cNvPr>
          <p:cNvSpPr txBox="1"/>
          <p:nvPr/>
        </p:nvSpPr>
        <p:spPr>
          <a:xfrm>
            <a:off x="2550812" y="5054196"/>
            <a:ext cx="1600199" cy="400110"/>
          </a:xfrm>
          <a:prstGeom prst="rect">
            <a:avLst/>
          </a:prstGeom>
          <a:noFill/>
        </p:spPr>
        <p:txBody>
          <a:bodyPr wrap="square" rtlCol="0">
            <a:spAutoFit/>
          </a:bodyPr>
          <a:lstStyle/>
          <a:p>
            <a:pPr algn="ctr"/>
            <a:r>
              <a:rPr lang="en-US" sz="2000" b="1" dirty="0"/>
              <a:t>EMBEDDER</a:t>
            </a:r>
            <a:endParaRPr lang="en-US" b="1" dirty="0"/>
          </a:p>
        </p:txBody>
      </p:sp>
      <p:sp>
        <p:nvSpPr>
          <p:cNvPr id="26" name="TextBox 25">
            <a:extLst>
              <a:ext uri="{FF2B5EF4-FFF2-40B4-BE49-F238E27FC236}">
                <a16:creationId xmlns:a16="http://schemas.microsoft.com/office/drawing/2014/main" id="{52E2186F-0467-5411-C37C-58ACAA175C47}"/>
              </a:ext>
            </a:extLst>
          </p:cNvPr>
          <p:cNvSpPr txBox="1"/>
          <p:nvPr/>
        </p:nvSpPr>
        <p:spPr>
          <a:xfrm>
            <a:off x="8601138" y="5044031"/>
            <a:ext cx="1600199" cy="400110"/>
          </a:xfrm>
          <a:prstGeom prst="rect">
            <a:avLst/>
          </a:prstGeom>
          <a:noFill/>
        </p:spPr>
        <p:txBody>
          <a:bodyPr wrap="square" rtlCol="0">
            <a:spAutoFit/>
          </a:bodyPr>
          <a:lstStyle/>
          <a:p>
            <a:pPr algn="ctr"/>
            <a:r>
              <a:rPr lang="en-US" sz="2000" b="1" dirty="0"/>
              <a:t>EXTRACTOR</a:t>
            </a:r>
            <a:endParaRPr lang="en-US" b="1" dirty="0"/>
          </a:p>
        </p:txBody>
      </p:sp>
      <p:sp>
        <p:nvSpPr>
          <p:cNvPr id="27" name="TextBox 26">
            <a:extLst>
              <a:ext uri="{FF2B5EF4-FFF2-40B4-BE49-F238E27FC236}">
                <a16:creationId xmlns:a16="http://schemas.microsoft.com/office/drawing/2014/main" id="{5F5E19D5-8027-6B65-C41B-1343C2B876E9}"/>
              </a:ext>
            </a:extLst>
          </p:cNvPr>
          <p:cNvSpPr txBox="1"/>
          <p:nvPr/>
        </p:nvSpPr>
        <p:spPr>
          <a:xfrm>
            <a:off x="240421" y="5036462"/>
            <a:ext cx="1365258" cy="369332"/>
          </a:xfrm>
          <a:prstGeom prst="rect">
            <a:avLst/>
          </a:prstGeom>
          <a:noFill/>
        </p:spPr>
        <p:txBody>
          <a:bodyPr wrap="square" rtlCol="0">
            <a:spAutoFit/>
          </a:bodyPr>
          <a:lstStyle/>
          <a:p>
            <a:pPr algn="ctr"/>
            <a:r>
              <a:rPr lang="en-US" b="1" dirty="0"/>
              <a:t>Host Image</a:t>
            </a:r>
          </a:p>
        </p:txBody>
      </p:sp>
      <p:sp>
        <p:nvSpPr>
          <p:cNvPr id="28" name="TextBox 27">
            <a:extLst>
              <a:ext uri="{FF2B5EF4-FFF2-40B4-BE49-F238E27FC236}">
                <a16:creationId xmlns:a16="http://schemas.microsoft.com/office/drawing/2014/main" id="{03E44BAB-3060-B6E2-A364-1A4B469B3A49}"/>
              </a:ext>
            </a:extLst>
          </p:cNvPr>
          <p:cNvSpPr txBox="1"/>
          <p:nvPr/>
        </p:nvSpPr>
        <p:spPr>
          <a:xfrm>
            <a:off x="240421" y="5935284"/>
            <a:ext cx="1365258" cy="369332"/>
          </a:xfrm>
          <a:prstGeom prst="rect">
            <a:avLst/>
          </a:prstGeom>
          <a:noFill/>
        </p:spPr>
        <p:txBody>
          <a:bodyPr wrap="square" rtlCol="0">
            <a:spAutoFit/>
          </a:bodyPr>
          <a:lstStyle/>
          <a:p>
            <a:pPr algn="ctr"/>
            <a:r>
              <a:rPr lang="en-US" b="1" dirty="0"/>
              <a:t>Watermark</a:t>
            </a:r>
          </a:p>
        </p:txBody>
      </p:sp>
      <p:sp>
        <p:nvSpPr>
          <p:cNvPr id="29" name="TextBox 28">
            <a:extLst>
              <a:ext uri="{FF2B5EF4-FFF2-40B4-BE49-F238E27FC236}">
                <a16:creationId xmlns:a16="http://schemas.microsoft.com/office/drawing/2014/main" id="{60BAD8FD-2213-91C1-C74C-416BF33989CB}"/>
              </a:ext>
            </a:extLst>
          </p:cNvPr>
          <p:cNvSpPr txBox="1"/>
          <p:nvPr/>
        </p:nvSpPr>
        <p:spPr>
          <a:xfrm>
            <a:off x="10709297" y="4816110"/>
            <a:ext cx="1365258" cy="369332"/>
          </a:xfrm>
          <a:prstGeom prst="rect">
            <a:avLst/>
          </a:prstGeom>
          <a:noFill/>
        </p:spPr>
        <p:txBody>
          <a:bodyPr wrap="square" rtlCol="0">
            <a:spAutoFit/>
          </a:bodyPr>
          <a:lstStyle/>
          <a:p>
            <a:pPr algn="ctr"/>
            <a:r>
              <a:rPr lang="en-US" b="1" dirty="0"/>
              <a:t>Watermark</a:t>
            </a:r>
          </a:p>
        </p:txBody>
      </p:sp>
      <p:sp>
        <p:nvSpPr>
          <p:cNvPr id="30" name="TextBox 29">
            <a:extLst>
              <a:ext uri="{FF2B5EF4-FFF2-40B4-BE49-F238E27FC236}">
                <a16:creationId xmlns:a16="http://schemas.microsoft.com/office/drawing/2014/main" id="{DF2060A2-7D35-3CDD-EAAC-5CB3A21CD5BA}"/>
              </a:ext>
            </a:extLst>
          </p:cNvPr>
          <p:cNvSpPr txBox="1"/>
          <p:nvPr/>
        </p:nvSpPr>
        <p:spPr>
          <a:xfrm>
            <a:off x="10754791" y="5683070"/>
            <a:ext cx="1365258" cy="369332"/>
          </a:xfrm>
          <a:prstGeom prst="rect">
            <a:avLst/>
          </a:prstGeom>
          <a:noFill/>
        </p:spPr>
        <p:txBody>
          <a:bodyPr wrap="square" rtlCol="0">
            <a:spAutoFit/>
          </a:bodyPr>
          <a:lstStyle/>
          <a:p>
            <a:pPr algn="ctr"/>
            <a:r>
              <a:rPr lang="en-US" b="1" dirty="0"/>
              <a:t>Host Image</a:t>
            </a:r>
          </a:p>
        </p:txBody>
      </p:sp>
    </p:spTree>
    <p:extLst>
      <p:ext uri="{BB962C8B-B14F-4D97-AF65-F5344CB8AC3E}">
        <p14:creationId xmlns:p14="http://schemas.microsoft.com/office/powerpoint/2010/main" val="40813913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E28ACB-0684-C3A5-704B-E12AA15CBF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82BDBC-67CB-A0E6-D83B-502F4EEFFBCA}"/>
              </a:ext>
            </a:extLst>
          </p:cNvPr>
          <p:cNvSpPr>
            <a:spLocks noGrp="1"/>
          </p:cNvSpPr>
          <p:nvPr>
            <p:ph type="title"/>
          </p:nvPr>
        </p:nvSpPr>
        <p:spPr/>
        <p:txBody>
          <a:bodyPr/>
          <a:lstStyle/>
          <a:p>
            <a:r>
              <a:rPr lang="en-US" dirty="0">
                <a:solidFill>
                  <a:srgbClr val="0070C0"/>
                </a:solidFill>
              </a:rPr>
              <a:t>Why Reversibility Matters?</a:t>
            </a:r>
          </a:p>
        </p:txBody>
      </p:sp>
      <p:sp>
        <p:nvSpPr>
          <p:cNvPr id="3" name="Content Placeholder 2">
            <a:extLst>
              <a:ext uri="{FF2B5EF4-FFF2-40B4-BE49-F238E27FC236}">
                <a16:creationId xmlns:a16="http://schemas.microsoft.com/office/drawing/2014/main" id="{8B6EB9FA-03A5-A20A-C898-C3724A79953F}"/>
              </a:ext>
            </a:extLst>
          </p:cNvPr>
          <p:cNvSpPr>
            <a:spLocks noGrp="1"/>
          </p:cNvSpPr>
          <p:nvPr>
            <p:ph idx="1"/>
          </p:nvPr>
        </p:nvSpPr>
        <p:spPr>
          <a:xfrm>
            <a:off x="1024126" y="1961147"/>
            <a:ext cx="10266724" cy="4023360"/>
          </a:xfrm>
        </p:spPr>
        <p:txBody>
          <a:bodyPr/>
          <a:lstStyle/>
          <a:p>
            <a:pPr marL="0" indent="0">
              <a:buNone/>
            </a:pPr>
            <a:r>
              <a:rPr lang="en-US" b="1" dirty="0">
                <a:solidFill>
                  <a:srgbClr val="C00000"/>
                </a:solidFill>
              </a:rPr>
              <a:t>Integrity Preservation:</a:t>
            </a:r>
          </a:p>
          <a:p>
            <a:pPr marL="0" indent="0">
              <a:buNone/>
            </a:pPr>
            <a:r>
              <a:rPr lang="en-US" dirty="0">
                <a:solidFill>
                  <a:srgbClr val="C00000"/>
                </a:solidFill>
              </a:rPr>
              <a:t>	 </a:t>
            </a:r>
            <a:r>
              <a:rPr lang="en-US" dirty="0">
                <a:solidFill>
                  <a:srgbClr val="000000"/>
                </a:solidFill>
              </a:rPr>
              <a:t>Critical for applications where image authenticity is paramount</a:t>
            </a:r>
          </a:p>
          <a:p>
            <a:pPr marL="0" indent="0">
              <a:buNone/>
            </a:pPr>
            <a:endParaRPr lang="en-US" dirty="0">
              <a:solidFill>
                <a:srgbClr val="000000"/>
              </a:solidFill>
            </a:endParaRPr>
          </a:p>
          <a:p>
            <a:pPr marL="0" indent="0">
              <a:buNone/>
            </a:pPr>
            <a:r>
              <a:rPr lang="en-US" b="1" dirty="0">
                <a:solidFill>
                  <a:srgbClr val="C00000"/>
                </a:solidFill>
              </a:rPr>
              <a:t>Dual Purpose:</a:t>
            </a:r>
          </a:p>
          <a:p>
            <a:pPr marL="0" indent="0">
              <a:buNone/>
            </a:pPr>
            <a:r>
              <a:rPr lang="en-US" dirty="0">
                <a:solidFill>
                  <a:srgbClr val="C00000"/>
                </a:solidFill>
              </a:rPr>
              <a:t>	 </a:t>
            </a:r>
            <a:r>
              <a:rPr lang="en-US" dirty="0">
                <a:solidFill>
                  <a:srgbClr val="000000"/>
                </a:solidFill>
              </a:rPr>
              <a:t>Enables both data hiding and perfect image recovery</a:t>
            </a:r>
          </a:p>
          <a:p>
            <a:pPr marL="0" indent="0">
              <a:buNone/>
            </a:pPr>
            <a:endParaRPr lang="en-US" dirty="0">
              <a:solidFill>
                <a:srgbClr val="000000"/>
              </a:solidFill>
            </a:endParaRPr>
          </a:p>
          <a:p>
            <a:pPr marL="0" indent="0">
              <a:buNone/>
            </a:pPr>
            <a:r>
              <a:rPr lang="en-US" b="1" dirty="0">
                <a:solidFill>
                  <a:srgbClr val="C00000"/>
                </a:solidFill>
              </a:rPr>
              <a:t>Quality Assurance: </a:t>
            </a:r>
          </a:p>
          <a:p>
            <a:pPr marL="0" indent="0">
              <a:buNone/>
            </a:pPr>
            <a:r>
              <a:rPr lang="en-US" dirty="0">
                <a:solidFill>
                  <a:srgbClr val="C00000"/>
                </a:solidFill>
              </a:rPr>
              <a:t>	</a:t>
            </a:r>
            <a:r>
              <a:rPr lang="en-US" dirty="0">
                <a:solidFill>
                  <a:srgbClr val="000000"/>
                </a:solidFill>
              </a:rPr>
              <a:t>Ensures no degradation of original content</a:t>
            </a:r>
          </a:p>
        </p:txBody>
      </p:sp>
      <p:sp>
        <p:nvSpPr>
          <p:cNvPr id="4" name="Footer Placeholder 3">
            <a:extLst>
              <a:ext uri="{FF2B5EF4-FFF2-40B4-BE49-F238E27FC236}">
                <a16:creationId xmlns:a16="http://schemas.microsoft.com/office/drawing/2014/main" id="{62786FDE-9EC9-2017-B898-500BBB2622EE}"/>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1FC2310D-55F2-4A77-9C4A-52EFB8CF4641}"/>
              </a:ext>
            </a:extLst>
          </p:cNvPr>
          <p:cNvSpPr>
            <a:spLocks noGrp="1"/>
          </p:cNvSpPr>
          <p:nvPr>
            <p:ph type="sldNum" sz="quarter" idx="12"/>
          </p:nvPr>
        </p:nvSpPr>
        <p:spPr/>
        <p:txBody>
          <a:bodyPr/>
          <a:lstStyle/>
          <a:p>
            <a:fld id="{382B47E1-F59F-47B3-8D16-B2A0740F319A}" type="slidenum">
              <a:rPr lang="en-US" smtClean="0"/>
              <a:pPr/>
              <a:t>5</a:t>
            </a:fld>
            <a:endParaRPr lang="en-US" dirty="0"/>
          </a:p>
        </p:txBody>
      </p:sp>
      <p:sp>
        <p:nvSpPr>
          <p:cNvPr id="9" name="TextBox 8">
            <a:extLst>
              <a:ext uri="{FF2B5EF4-FFF2-40B4-BE49-F238E27FC236}">
                <a16:creationId xmlns:a16="http://schemas.microsoft.com/office/drawing/2014/main" id="{77290C69-88AF-2A39-5B73-CB80D9880F5D}"/>
              </a:ext>
            </a:extLst>
          </p:cNvPr>
          <p:cNvSpPr txBox="1"/>
          <p:nvPr/>
        </p:nvSpPr>
        <p:spPr>
          <a:xfrm>
            <a:off x="1807743" y="2895417"/>
            <a:ext cx="7757361" cy="36933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en-US" b="1" dirty="0"/>
              <a:t>Medical Imaging, Military and Intelligence, Digital Art and Cultural Heritage</a:t>
            </a:r>
          </a:p>
        </p:txBody>
      </p:sp>
    </p:spTree>
    <p:extLst>
      <p:ext uri="{BB962C8B-B14F-4D97-AF65-F5344CB8AC3E}">
        <p14:creationId xmlns:p14="http://schemas.microsoft.com/office/powerpoint/2010/main" val="24839583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38518B-4631-CD6D-71B2-2F2439F96C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E508CF-2F9D-B8AA-E093-547F33504E58}"/>
              </a:ext>
            </a:extLst>
          </p:cNvPr>
          <p:cNvSpPr>
            <a:spLocks noGrp="1"/>
          </p:cNvSpPr>
          <p:nvPr>
            <p:ph type="title"/>
          </p:nvPr>
        </p:nvSpPr>
        <p:spPr/>
        <p:txBody>
          <a:bodyPr/>
          <a:lstStyle/>
          <a:p>
            <a:r>
              <a:rPr lang="en-US" dirty="0">
                <a:solidFill>
                  <a:srgbClr val="0070C0"/>
                </a:solidFill>
              </a:rPr>
              <a:t>Critical Applications</a:t>
            </a:r>
          </a:p>
        </p:txBody>
      </p:sp>
      <p:sp>
        <p:nvSpPr>
          <p:cNvPr id="3" name="Content Placeholder 2">
            <a:extLst>
              <a:ext uri="{FF2B5EF4-FFF2-40B4-BE49-F238E27FC236}">
                <a16:creationId xmlns:a16="http://schemas.microsoft.com/office/drawing/2014/main" id="{90A25712-2BDB-6DC7-7478-18AA5BB4A429}"/>
              </a:ext>
            </a:extLst>
          </p:cNvPr>
          <p:cNvSpPr>
            <a:spLocks noGrp="1"/>
          </p:cNvSpPr>
          <p:nvPr>
            <p:ph idx="1"/>
          </p:nvPr>
        </p:nvSpPr>
        <p:spPr>
          <a:xfrm>
            <a:off x="1024127" y="2098413"/>
            <a:ext cx="10785748" cy="4762409"/>
          </a:xfrm>
        </p:spPr>
        <p:txBody>
          <a:bodyPr>
            <a:normAutofit/>
          </a:bodyPr>
          <a:lstStyle/>
          <a:p>
            <a:r>
              <a:rPr lang="en-US" b="1" dirty="0">
                <a:solidFill>
                  <a:srgbClr val="C00000"/>
                </a:solidFill>
              </a:rPr>
              <a:t>Medical Imaging</a:t>
            </a:r>
          </a:p>
          <a:p>
            <a:pPr marL="0" indent="0">
              <a:buNone/>
            </a:pPr>
            <a:r>
              <a:rPr lang="en-US" b="1" dirty="0"/>
              <a:t>	Patient Privacy</a:t>
            </a:r>
            <a:r>
              <a:rPr lang="en-US" dirty="0"/>
              <a:t>: Embedding patient data directly in medical scans</a:t>
            </a:r>
          </a:p>
          <a:p>
            <a:pPr marL="0" indent="0">
              <a:buNone/>
            </a:pPr>
            <a:r>
              <a:rPr lang="en-US" b="1" dirty="0"/>
              <a:t>	Diagnostic Integrity</a:t>
            </a:r>
            <a:r>
              <a:rPr lang="en-US" dirty="0"/>
              <a:t>: Ensuring scan authenticity for legal purposes</a:t>
            </a:r>
          </a:p>
          <a:p>
            <a:pPr marL="0" indent="0">
              <a:buNone/>
            </a:pPr>
            <a:r>
              <a:rPr lang="en-US" b="1" dirty="0"/>
              <a:t>	Workflow Efficiency</a:t>
            </a:r>
            <a:r>
              <a:rPr lang="en-US" dirty="0"/>
              <a:t>: Linking metadata with images seamlessly</a:t>
            </a:r>
          </a:p>
          <a:p>
            <a:r>
              <a:rPr lang="en-US" b="1" dirty="0"/>
              <a:t>Example</a:t>
            </a:r>
            <a:r>
              <a:rPr lang="en-US" dirty="0"/>
              <a:t>: MRI scans with embedded patient records</a:t>
            </a:r>
          </a:p>
          <a:p>
            <a:endParaRPr lang="en-US" dirty="0"/>
          </a:p>
          <a:p>
            <a:pPr marL="0" indent="0">
              <a:buNone/>
            </a:pPr>
            <a:endParaRPr lang="en-US" dirty="0">
              <a:solidFill>
                <a:srgbClr val="000000"/>
              </a:solidFill>
            </a:endParaRPr>
          </a:p>
        </p:txBody>
      </p:sp>
      <p:sp>
        <p:nvSpPr>
          <p:cNvPr id="4" name="Footer Placeholder 3">
            <a:extLst>
              <a:ext uri="{FF2B5EF4-FFF2-40B4-BE49-F238E27FC236}">
                <a16:creationId xmlns:a16="http://schemas.microsoft.com/office/drawing/2014/main" id="{C5A76DDF-CDAA-8C10-C16B-960F0318BC15}"/>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34E8076B-51BC-C1B0-AFE5-84CC6CD89D3A}"/>
              </a:ext>
            </a:extLst>
          </p:cNvPr>
          <p:cNvSpPr>
            <a:spLocks noGrp="1"/>
          </p:cNvSpPr>
          <p:nvPr>
            <p:ph type="sldNum" sz="quarter" idx="12"/>
          </p:nvPr>
        </p:nvSpPr>
        <p:spPr/>
        <p:txBody>
          <a:bodyPr/>
          <a:lstStyle/>
          <a:p>
            <a:fld id="{382B47E1-F59F-47B3-8D16-B2A0740F319A}" type="slidenum">
              <a:rPr lang="en-US" smtClean="0"/>
              <a:pPr/>
              <a:t>6</a:t>
            </a:fld>
            <a:endParaRPr lang="en-US" dirty="0"/>
          </a:p>
        </p:txBody>
      </p:sp>
      <p:pic>
        <p:nvPicPr>
          <p:cNvPr id="6" name="Picture 5">
            <a:extLst>
              <a:ext uri="{FF2B5EF4-FFF2-40B4-BE49-F238E27FC236}">
                <a16:creationId xmlns:a16="http://schemas.microsoft.com/office/drawing/2014/main" id="{64F4C080-6E37-EED6-AFFF-166867A8E34A}"/>
              </a:ext>
            </a:extLst>
          </p:cNvPr>
          <p:cNvPicPr>
            <a:picLocks noChangeAspect="1"/>
          </p:cNvPicPr>
          <p:nvPr/>
        </p:nvPicPr>
        <p:blipFill>
          <a:blip r:embed="rId2"/>
          <a:stretch>
            <a:fillRect/>
          </a:stretch>
        </p:blipFill>
        <p:spPr>
          <a:xfrm>
            <a:off x="4057365" y="4479618"/>
            <a:ext cx="4077269" cy="1981477"/>
          </a:xfrm>
          <a:prstGeom prst="rect">
            <a:avLst/>
          </a:prstGeom>
        </p:spPr>
      </p:pic>
    </p:spTree>
    <p:extLst>
      <p:ext uri="{BB962C8B-B14F-4D97-AF65-F5344CB8AC3E}">
        <p14:creationId xmlns:p14="http://schemas.microsoft.com/office/powerpoint/2010/main" val="16764688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F5A632-03A9-31BF-4444-D5839C76798D}"/>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55E8CC7C-A4A3-61E9-5F71-88569312C388}"/>
              </a:ext>
            </a:extLst>
          </p:cNvPr>
          <p:cNvPicPr>
            <a:picLocks noChangeAspect="1"/>
          </p:cNvPicPr>
          <p:nvPr/>
        </p:nvPicPr>
        <p:blipFill>
          <a:blip r:embed="rId2"/>
          <a:stretch>
            <a:fillRect/>
          </a:stretch>
        </p:blipFill>
        <p:spPr>
          <a:xfrm>
            <a:off x="2437456" y="4031881"/>
            <a:ext cx="7440063" cy="2429214"/>
          </a:xfrm>
          <a:prstGeom prst="rect">
            <a:avLst/>
          </a:prstGeom>
        </p:spPr>
      </p:pic>
      <p:sp>
        <p:nvSpPr>
          <p:cNvPr id="2" name="Title 1">
            <a:extLst>
              <a:ext uri="{FF2B5EF4-FFF2-40B4-BE49-F238E27FC236}">
                <a16:creationId xmlns:a16="http://schemas.microsoft.com/office/drawing/2014/main" id="{91E8E8E6-B575-B0A1-1411-3684E4A913D2}"/>
              </a:ext>
            </a:extLst>
          </p:cNvPr>
          <p:cNvSpPr>
            <a:spLocks noGrp="1"/>
          </p:cNvSpPr>
          <p:nvPr>
            <p:ph type="title"/>
          </p:nvPr>
        </p:nvSpPr>
        <p:spPr/>
        <p:txBody>
          <a:bodyPr/>
          <a:lstStyle/>
          <a:p>
            <a:r>
              <a:rPr lang="en-US" dirty="0">
                <a:solidFill>
                  <a:srgbClr val="0070C0"/>
                </a:solidFill>
              </a:rPr>
              <a:t>Critical Applications</a:t>
            </a:r>
          </a:p>
        </p:txBody>
      </p:sp>
      <p:sp>
        <p:nvSpPr>
          <p:cNvPr id="3" name="Content Placeholder 2">
            <a:extLst>
              <a:ext uri="{FF2B5EF4-FFF2-40B4-BE49-F238E27FC236}">
                <a16:creationId xmlns:a16="http://schemas.microsoft.com/office/drawing/2014/main" id="{5A38E3F1-CC71-070F-211F-FF1985FC9AE4}"/>
              </a:ext>
            </a:extLst>
          </p:cNvPr>
          <p:cNvSpPr>
            <a:spLocks noGrp="1"/>
          </p:cNvSpPr>
          <p:nvPr>
            <p:ph idx="1"/>
          </p:nvPr>
        </p:nvSpPr>
        <p:spPr>
          <a:xfrm>
            <a:off x="1024127" y="1774244"/>
            <a:ext cx="10785748" cy="4762409"/>
          </a:xfrm>
        </p:spPr>
        <p:txBody>
          <a:bodyPr>
            <a:normAutofit/>
          </a:bodyPr>
          <a:lstStyle/>
          <a:p>
            <a:r>
              <a:rPr lang="en-US" sz="2100" b="1" dirty="0">
                <a:solidFill>
                  <a:srgbClr val="C00000"/>
                </a:solidFill>
              </a:rPr>
              <a:t>Military and Intelligence</a:t>
            </a:r>
          </a:p>
          <a:p>
            <a:pPr marL="0" indent="0">
              <a:buNone/>
            </a:pPr>
            <a:r>
              <a:rPr lang="en-US" sz="2000" b="1" dirty="0"/>
              <a:t>	Classified Information</a:t>
            </a:r>
            <a:r>
              <a:rPr lang="en-US" sz="2000" dirty="0"/>
              <a:t>: Hiding sensitive data in routine images</a:t>
            </a:r>
          </a:p>
          <a:p>
            <a:pPr marL="0" indent="0">
              <a:buNone/>
            </a:pPr>
            <a:r>
              <a:rPr lang="en-US" sz="2000" b="1" dirty="0"/>
              <a:t>	Authentication</a:t>
            </a:r>
            <a:r>
              <a:rPr lang="en-US" sz="2000" dirty="0"/>
              <a:t>: Verifying image source and integrity</a:t>
            </a:r>
          </a:p>
          <a:p>
            <a:pPr marL="0" indent="0">
              <a:buNone/>
            </a:pPr>
            <a:r>
              <a:rPr lang="en-US" sz="2000" b="1" dirty="0"/>
              <a:t>	Covert Communication</a:t>
            </a:r>
            <a:r>
              <a:rPr lang="en-US" sz="2000" dirty="0"/>
              <a:t>: Secure data transmission channels</a:t>
            </a:r>
          </a:p>
          <a:p>
            <a:pPr marL="0" indent="0">
              <a:buNone/>
            </a:pPr>
            <a:r>
              <a:rPr lang="en-US" sz="2000" b="1" dirty="0"/>
              <a:t>	Chain of Custody</a:t>
            </a:r>
            <a:r>
              <a:rPr lang="en-US" sz="2000" dirty="0"/>
              <a:t>: Maintaining evidence integrity</a:t>
            </a:r>
          </a:p>
          <a:p>
            <a:endParaRPr lang="en-US" sz="2100" dirty="0"/>
          </a:p>
          <a:p>
            <a:pPr marL="0" indent="0">
              <a:buNone/>
            </a:pPr>
            <a:endParaRPr lang="en-US" sz="2100" dirty="0">
              <a:solidFill>
                <a:srgbClr val="000000"/>
              </a:solidFill>
            </a:endParaRPr>
          </a:p>
        </p:txBody>
      </p:sp>
      <p:sp>
        <p:nvSpPr>
          <p:cNvPr id="4" name="Footer Placeholder 3">
            <a:extLst>
              <a:ext uri="{FF2B5EF4-FFF2-40B4-BE49-F238E27FC236}">
                <a16:creationId xmlns:a16="http://schemas.microsoft.com/office/drawing/2014/main" id="{88757E99-B582-12AE-D342-8D632D758693}"/>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898EFC6D-A6E6-99D5-D021-ACBA0B95A469}"/>
              </a:ext>
            </a:extLst>
          </p:cNvPr>
          <p:cNvSpPr>
            <a:spLocks noGrp="1"/>
          </p:cNvSpPr>
          <p:nvPr>
            <p:ph type="sldNum" sz="quarter" idx="12"/>
          </p:nvPr>
        </p:nvSpPr>
        <p:spPr/>
        <p:txBody>
          <a:bodyPr/>
          <a:lstStyle/>
          <a:p>
            <a:fld id="{382B47E1-F59F-47B3-8D16-B2A0740F319A}" type="slidenum">
              <a:rPr lang="en-US" smtClean="0"/>
              <a:pPr/>
              <a:t>7</a:t>
            </a:fld>
            <a:endParaRPr lang="en-US" dirty="0"/>
          </a:p>
        </p:txBody>
      </p:sp>
    </p:spTree>
    <p:extLst>
      <p:ext uri="{BB962C8B-B14F-4D97-AF65-F5344CB8AC3E}">
        <p14:creationId xmlns:p14="http://schemas.microsoft.com/office/powerpoint/2010/main" val="1250313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08AB98-4611-4645-8168-A801CBE0FBF0}"/>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5E06486F-844A-C2B8-4179-BA93AB959833}"/>
              </a:ext>
            </a:extLst>
          </p:cNvPr>
          <p:cNvPicPr>
            <a:picLocks noChangeAspect="1"/>
          </p:cNvPicPr>
          <p:nvPr/>
        </p:nvPicPr>
        <p:blipFill>
          <a:blip r:embed="rId2"/>
          <a:stretch>
            <a:fillRect/>
          </a:stretch>
        </p:blipFill>
        <p:spPr>
          <a:xfrm>
            <a:off x="1937085" y="540928"/>
            <a:ext cx="7756845" cy="5920167"/>
          </a:xfrm>
          <a:prstGeom prst="rect">
            <a:avLst/>
          </a:prstGeom>
        </p:spPr>
      </p:pic>
      <p:sp>
        <p:nvSpPr>
          <p:cNvPr id="4" name="Footer Placeholder 3">
            <a:extLst>
              <a:ext uri="{FF2B5EF4-FFF2-40B4-BE49-F238E27FC236}">
                <a16:creationId xmlns:a16="http://schemas.microsoft.com/office/drawing/2014/main" id="{8752D38E-9BCE-172F-0D7B-2693D7FA57E4}"/>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8319C3F3-DE6F-CB47-F924-94578C22291C}"/>
              </a:ext>
            </a:extLst>
          </p:cNvPr>
          <p:cNvSpPr>
            <a:spLocks noGrp="1"/>
          </p:cNvSpPr>
          <p:nvPr>
            <p:ph type="sldNum" sz="quarter" idx="12"/>
          </p:nvPr>
        </p:nvSpPr>
        <p:spPr/>
        <p:txBody>
          <a:bodyPr/>
          <a:lstStyle/>
          <a:p>
            <a:fld id="{382B47E1-F59F-47B3-8D16-B2A0740F319A}" type="slidenum">
              <a:rPr lang="en-US" smtClean="0"/>
              <a:pPr/>
              <a:t>8</a:t>
            </a:fld>
            <a:endParaRPr lang="en-US" dirty="0"/>
          </a:p>
        </p:txBody>
      </p:sp>
      <mc:AlternateContent xmlns:mc="http://schemas.openxmlformats.org/markup-compatibility/2006" xmlns:p14="http://schemas.microsoft.com/office/powerpoint/2010/main">
        <mc:Choice Requires="p14">
          <p:contentPart p14:bwMode="auto" r:id="rId3">
            <p14:nvContentPartPr>
              <p14:cNvPr id="11" name="Ink 10">
                <a:extLst>
                  <a:ext uri="{FF2B5EF4-FFF2-40B4-BE49-F238E27FC236}">
                    <a16:creationId xmlns:a16="http://schemas.microsoft.com/office/drawing/2014/main" id="{B7D59487-164D-FE50-52DC-93B01671E0EC}"/>
                  </a:ext>
                </a:extLst>
              </p14:cNvPr>
              <p14:cNvContentPartPr/>
              <p14:nvPr/>
            </p14:nvContentPartPr>
            <p14:xfrm>
              <a:off x="757497" y="842362"/>
              <a:ext cx="21960" cy="893520"/>
            </p14:xfrm>
          </p:contentPart>
        </mc:Choice>
        <mc:Fallback xmlns="">
          <p:pic>
            <p:nvPicPr>
              <p:cNvPr id="11" name="Ink 10">
                <a:extLst>
                  <a:ext uri="{FF2B5EF4-FFF2-40B4-BE49-F238E27FC236}">
                    <a16:creationId xmlns:a16="http://schemas.microsoft.com/office/drawing/2014/main" id="{B7D59487-164D-FE50-52DC-93B01671E0EC}"/>
                  </a:ext>
                </a:extLst>
              </p:cNvPr>
              <p:cNvPicPr/>
              <p:nvPr/>
            </p:nvPicPr>
            <p:blipFill>
              <a:blip r:embed="rId4"/>
              <a:stretch>
                <a:fillRect/>
              </a:stretch>
            </p:blipFill>
            <p:spPr>
              <a:xfrm>
                <a:off x="721857" y="806362"/>
                <a:ext cx="93600" cy="965160"/>
              </a:xfrm>
              <a:prstGeom prst="rect">
                <a:avLst/>
              </a:prstGeom>
            </p:spPr>
          </p:pic>
        </mc:Fallback>
      </mc:AlternateContent>
      <p:sp>
        <p:nvSpPr>
          <p:cNvPr id="12" name="TextBox 11">
            <a:extLst>
              <a:ext uri="{FF2B5EF4-FFF2-40B4-BE49-F238E27FC236}">
                <a16:creationId xmlns:a16="http://schemas.microsoft.com/office/drawing/2014/main" id="{4F4CEEAB-2BD0-5E3A-E2F1-2E16BB305D8D}"/>
              </a:ext>
            </a:extLst>
          </p:cNvPr>
          <p:cNvSpPr txBox="1"/>
          <p:nvPr/>
        </p:nvSpPr>
        <p:spPr>
          <a:xfrm>
            <a:off x="2041846" y="90514"/>
            <a:ext cx="7652084" cy="461665"/>
          </a:xfrm>
          <a:prstGeom prst="rect">
            <a:avLst/>
          </a:prstGeom>
          <a:noFill/>
        </p:spPr>
        <p:txBody>
          <a:bodyPr wrap="square" rtlCol="0">
            <a:spAutoFit/>
          </a:bodyPr>
          <a:lstStyle/>
          <a:p>
            <a:pPr algn="ctr"/>
            <a:r>
              <a:rPr lang="en-US" sz="2400" b="1" dirty="0">
                <a:solidFill>
                  <a:srgbClr val="0070C0"/>
                </a:solidFill>
              </a:rPr>
              <a:t>USA Defense Technical Information Center ( DTIC ) Report</a:t>
            </a:r>
          </a:p>
        </p:txBody>
      </p:sp>
    </p:spTree>
    <p:extLst>
      <p:ext uri="{BB962C8B-B14F-4D97-AF65-F5344CB8AC3E}">
        <p14:creationId xmlns:p14="http://schemas.microsoft.com/office/powerpoint/2010/main" val="32230774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42E6F4-542D-57FB-9DFD-F3BDD9DB0F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5409C5-258A-BAAF-CB1A-16AFB193560D}"/>
              </a:ext>
            </a:extLst>
          </p:cNvPr>
          <p:cNvSpPr>
            <a:spLocks noGrp="1"/>
          </p:cNvSpPr>
          <p:nvPr>
            <p:ph type="title"/>
          </p:nvPr>
        </p:nvSpPr>
        <p:spPr/>
        <p:txBody>
          <a:bodyPr/>
          <a:lstStyle/>
          <a:p>
            <a:r>
              <a:rPr lang="en-US" dirty="0">
                <a:solidFill>
                  <a:srgbClr val="0070C0"/>
                </a:solidFill>
              </a:rPr>
              <a:t>Critical Applications</a:t>
            </a:r>
          </a:p>
        </p:txBody>
      </p:sp>
      <p:sp>
        <p:nvSpPr>
          <p:cNvPr id="3" name="Content Placeholder 2">
            <a:extLst>
              <a:ext uri="{FF2B5EF4-FFF2-40B4-BE49-F238E27FC236}">
                <a16:creationId xmlns:a16="http://schemas.microsoft.com/office/drawing/2014/main" id="{CF21E977-EEDE-8370-8059-B082B6A7CC48}"/>
              </a:ext>
            </a:extLst>
          </p:cNvPr>
          <p:cNvSpPr>
            <a:spLocks noGrp="1"/>
          </p:cNvSpPr>
          <p:nvPr>
            <p:ph idx="1"/>
          </p:nvPr>
        </p:nvSpPr>
        <p:spPr>
          <a:xfrm>
            <a:off x="1024127" y="2323194"/>
            <a:ext cx="10266724" cy="4415590"/>
          </a:xfrm>
        </p:spPr>
        <p:txBody>
          <a:bodyPr>
            <a:normAutofit/>
          </a:bodyPr>
          <a:lstStyle/>
          <a:p>
            <a:pPr>
              <a:buNone/>
            </a:pPr>
            <a:r>
              <a:rPr lang="en-US" b="1" dirty="0">
                <a:solidFill>
                  <a:srgbClr val="C00000"/>
                </a:solidFill>
              </a:rPr>
              <a:t>Digital Art and Cultural Heritage</a:t>
            </a:r>
          </a:p>
          <a:p>
            <a:pPr marL="0" indent="0">
              <a:buNone/>
            </a:pPr>
            <a:r>
              <a:rPr lang="en-US" b="1" dirty="0"/>
              <a:t>	Copyright Protection</a:t>
            </a:r>
            <a:r>
              <a:rPr lang="en-US" dirty="0"/>
              <a:t>: Embedding ownership information</a:t>
            </a:r>
          </a:p>
          <a:p>
            <a:pPr marL="0" indent="0">
              <a:buNone/>
            </a:pPr>
            <a:r>
              <a:rPr lang="en-US" b="1" dirty="0"/>
              <a:t>	Authenticity Verification</a:t>
            </a:r>
            <a:r>
              <a:rPr lang="en-US" dirty="0"/>
              <a:t>: Proving artwork originality</a:t>
            </a:r>
          </a:p>
          <a:p>
            <a:pPr marL="0" indent="0">
              <a:buNone/>
            </a:pPr>
            <a:r>
              <a:rPr lang="en-US" b="1" dirty="0"/>
              <a:t>	Metadata Preservation</a:t>
            </a:r>
            <a:r>
              <a:rPr lang="en-US" dirty="0"/>
              <a:t>: Storing creation details and provenance</a:t>
            </a:r>
          </a:p>
          <a:p>
            <a:pPr marL="0" indent="0">
              <a:buNone/>
            </a:pPr>
            <a:r>
              <a:rPr lang="en-US" b="1" dirty="0"/>
              <a:t>	Museum Applications</a:t>
            </a:r>
            <a:r>
              <a:rPr lang="en-US" dirty="0"/>
              <a:t>: Digital archival with embedded documentation</a:t>
            </a:r>
          </a:p>
          <a:p>
            <a:pPr marL="0" indent="0">
              <a:buNone/>
            </a:pPr>
            <a:endParaRPr lang="en-US" dirty="0">
              <a:solidFill>
                <a:srgbClr val="000000"/>
              </a:solidFill>
            </a:endParaRPr>
          </a:p>
        </p:txBody>
      </p:sp>
      <p:sp>
        <p:nvSpPr>
          <p:cNvPr id="4" name="Footer Placeholder 3">
            <a:extLst>
              <a:ext uri="{FF2B5EF4-FFF2-40B4-BE49-F238E27FC236}">
                <a16:creationId xmlns:a16="http://schemas.microsoft.com/office/drawing/2014/main" id="{FC7F43EE-9E5E-1D43-5959-D97521F8EA60}"/>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BD52E3AF-B72E-6C83-9ADD-07BF1393E4E6}"/>
              </a:ext>
            </a:extLst>
          </p:cNvPr>
          <p:cNvSpPr>
            <a:spLocks noGrp="1"/>
          </p:cNvSpPr>
          <p:nvPr>
            <p:ph type="sldNum" sz="quarter" idx="12"/>
          </p:nvPr>
        </p:nvSpPr>
        <p:spPr/>
        <p:txBody>
          <a:bodyPr/>
          <a:lstStyle/>
          <a:p>
            <a:fld id="{382B47E1-F59F-47B3-8D16-B2A0740F319A}" type="slidenum">
              <a:rPr lang="en-US" smtClean="0"/>
              <a:pPr/>
              <a:t>9</a:t>
            </a:fld>
            <a:endParaRPr lang="en-US" dirty="0"/>
          </a:p>
        </p:txBody>
      </p:sp>
    </p:spTree>
    <p:extLst>
      <p:ext uri="{BB962C8B-B14F-4D97-AF65-F5344CB8AC3E}">
        <p14:creationId xmlns:p14="http://schemas.microsoft.com/office/powerpoint/2010/main" val="18145540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78DBD7-5AC6-2B5C-1688-28DFAC7364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6C1F61-BECF-450B-49DB-55ABEDB1918D}"/>
              </a:ext>
            </a:extLst>
          </p:cNvPr>
          <p:cNvSpPr>
            <a:spLocks noGrp="1"/>
          </p:cNvSpPr>
          <p:nvPr>
            <p:ph type="title"/>
          </p:nvPr>
        </p:nvSpPr>
        <p:spPr/>
        <p:txBody>
          <a:bodyPr/>
          <a:lstStyle/>
          <a:p>
            <a:r>
              <a:rPr lang="en-US" dirty="0">
                <a:solidFill>
                  <a:srgbClr val="0070C0"/>
                </a:solidFill>
              </a:rPr>
              <a:t>Method Classification Overview</a:t>
            </a:r>
          </a:p>
        </p:txBody>
      </p:sp>
      <p:sp>
        <p:nvSpPr>
          <p:cNvPr id="3" name="Content Placeholder 2">
            <a:extLst>
              <a:ext uri="{FF2B5EF4-FFF2-40B4-BE49-F238E27FC236}">
                <a16:creationId xmlns:a16="http://schemas.microsoft.com/office/drawing/2014/main" id="{2EE79403-7C44-AC76-EB4D-2F55A813CBB2}"/>
              </a:ext>
            </a:extLst>
          </p:cNvPr>
          <p:cNvSpPr>
            <a:spLocks noGrp="1"/>
          </p:cNvSpPr>
          <p:nvPr>
            <p:ph idx="1"/>
          </p:nvPr>
        </p:nvSpPr>
        <p:spPr>
          <a:xfrm>
            <a:off x="1024127" y="2323194"/>
            <a:ext cx="10266724" cy="4415590"/>
          </a:xfrm>
        </p:spPr>
        <p:txBody>
          <a:bodyPr>
            <a:normAutofit/>
          </a:bodyPr>
          <a:lstStyle/>
          <a:p>
            <a:pPr>
              <a:buNone/>
            </a:pPr>
            <a:r>
              <a:rPr lang="en-US" b="1" dirty="0"/>
              <a:t>Three Main Categories</a:t>
            </a:r>
          </a:p>
          <a:p>
            <a:r>
              <a:rPr lang="en-US" dirty="0"/>
              <a:t>The evolution of reversible data hiding has produced three distinct methodological approaches, each with unique strengths and applications:</a:t>
            </a:r>
          </a:p>
          <a:p>
            <a:pPr marL="0" indent="0">
              <a:buNone/>
            </a:pPr>
            <a:endParaRPr lang="en-US" b="1" dirty="0"/>
          </a:p>
          <a:p>
            <a:pPr marL="0" indent="0">
              <a:buNone/>
            </a:pPr>
            <a:r>
              <a:rPr lang="en-US" b="1" dirty="0">
                <a:solidFill>
                  <a:srgbClr val="C00000"/>
                </a:solidFill>
              </a:rPr>
              <a:t>Lossless Compression-Based</a:t>
            </a:r>
            <a:r>
              <a:rPr lang="en-US" dirty="0">
                <a:solidFill>
                  <a:srgbClr val="C00000"/>
                </a:solidFill>
              </a:rPr>
              <a:t> (1994)</a:t>
            </a:r>
          </a:p>
          <a:p>
            <a:pPr marL="0" indent="0">
              <a:buNone/>
            </a:pPr>
            <a:r>
              <a:rPr lang="en-US" dirty="0"/>
              <a:t> 	- Utilizes redundancy in image data</a:t>
            </a:r>
          </a:p>
          <a:p>
            <a:pPr marL="0" indent="0">
              <a:buNone/>
            </a:pPr>
            <a:r>
              <a:rPr lang="en-US" dirty="0"/>
              <a:t>	- High computational complexity</a:t>
            </a:r>
          </a:p>
          <a:p>
            <a:pPr marL="0" indent="0">
              <a:buNone/>
            </a:pPr>
            <a:r>
              <a:rPr lang="en-US" dirty="0"/>
              <a:t>	- Moderate capacity and quality</a:t>
            </a:r>
          </a:p>
          <a:p>
            <a:pPr marL="0" indent="0">
              <a:buNone/>
            </a:pPr>
            <a:endParaRPr lang="en-US" dirty="0">
              <a:solidFill>
                <a:srgbClr val="000000"/>
              </a:solidFill>
            </a:endParaRPr>
          </a:p>
        </p:txBody>
      </p:sp>
      <p:sp>
        <p:nvSpPr>
          <p:cNvPr id="4" name="Footer Placeholder 3">
            <a:extLst>
              <a:ext uri="{FF2B5EF4-FFF2-40B4-BE49-F238E27FC236}">
                <a16:creationId xmlns:a16="http://schemas.microsoft.com/office/drawing/2014/main" id="{DD6C32F4-775D-DE20-4C14-31B6A56C6BA0}"/>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DBA59BC4-4691-D0C7-FCC1-E0FA5696B456}"/>
              </a:ext>
            </a:extLst>
          </p:cNvPr>
          <p:cNvSpPr>
            <a:spLocks noGrp="1"/>
          </p:cNvSpPr>
          <p:nvPr>
            <p:ph type="sldNum" sz="quarter" idx="12"/>
          </p:nvPr>
        </p:nvSpPr>
        <p:spPr/>
        <p:txBody>
          <a:bodyPr/>
          <a:lstStyle/>
          <a:p>
            <a:fld id="{382B47E1-F59F-47B3-8D16-B2A0740F319A}" type="slidenum">
              <a:rPr lang="en-US" smtClean="0"/>
              <a:pPr/>
              <a:t>10</a:t>
            </a:fld>
            <a:endParaRPr lang="en-US" dirty="0"/>
          </a:p>
        </p:txBody>
      </p:sp>
    </p:spTree>
    <p:extLst>
      <p:ext uri="{BB962C8B-B14F-4D97-AF65-F5344CB8AC3E}">
        <p14:creationId xmlns:p14="http://schemas.microsoft.com/office/powerpoint/2010/main" val="41635637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B147C5-25B0-F118-8123-CDC4D1A968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C2EFF4-0693-CCEF-625A-7113DDFE58A5}"/>
              </a:ext>
            </a:extLst>
          </p:cNvPr>
          <p:cNvSpPr>
            <a:spLocks noGrp="1"/>
          </p:cNvSpPr>
          <p:nvPr>
            <p:ph type="title"/>
          </p:nvPr>
        </p:nvSpPr>
        <p:spPr/>
        <p:txBody>
          <a:bodyPr/>
          <a:lstStyle/>
          <a:p>
            <a:r>
              <a:rPr lang="en-US" dirty="0">
                <a:solidFill>
                  <a:srgbClr val="0070C0"/>
                </a:solidFill>
              </a:rPr>
              <a:t>Method Classification Overview</a:t>
            </a:r>
          </a:p>
        </p:txBody>
      </p:sp>
      <p:sp>
        <p:nvSpPr>
          <p:cNvPr id="4" name="Footer Placeholder 3">
            <a:extLst>
              <a:ext uri="{FF2B5EF4-FFF2-40B4-BE49-F238E27FC236}">
                <a16:creationId xmlns:a16="http://schemas.microsoft.com/office/drawing/2014/main" id="{9E714B40-FAEC-0F1C-72FC-FEEF0FA3E3D0}"/>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14109381-75D4-4959-1854-E7679718654C}"/>
              </a:ext>
            </a:extLst>
          </p:cNvPr>
          <p:cNvSpPr>
            <a:spLocks noGrp="1"/>
          </p:cNvSpPr>
          <p:nvPr>
            <p:ph type="sldNum" sz="quarter" idx="12"/>
          </p:nvPr>
        </p:nvSpPr>
        <p:spPr/>
        <p:txBody>
          <a:bodyPr/>
          <a:lstStyle/>
          <a:p>
            <a:fld id="{382B47E1-F59F-47B3-8D16-B2A0740F319A}" type="slidenum">
              <a:rPr lang="en-US" smtClean="0"/>
              <a:pPr/>
              <a:t>11</a:t>
            </a:fld>
            <a:endParaRPr lang="en-US" dirty="0"/>
          </a:p>
        </p:txBody>
      </p:sp>
      <p:pic>
        <p:nvPicPr>
          <p:cNvPr id="6" name="Picture 5">
            <a:extLst>
              <a:ext uri="{FF2B5EF4-FFF2-40B4-BE49-F238E27FC236}">
                <a16:creationId xmlns:a16="http://schemas.microsoft.com/office/drawing/2014/main" id="{BC74EEDF-AFEB-EEB7-42A5-C1E206CF0BAE}"/>
              </a:ext>
            </a:extLst>
          </p:cNvPr>
          <p:cNvPicPr>
            <a:picLocks noChangeAspect="1"/>
          </p:cNvPicPr>
          <p:nvPr/>
        </p:nvPicPr>
        <p:blipFill>
          <a:blip r:embed="rId2"/>
          <a:stretch>
            <a:fillRect/>
          </a:stretch>
        </p:blipFill>
        <p:spPr>
          <a:xfrm>
            <a:off x="417443" y="2464537"/>
            <a:ext cx="11721547" cy="2850146"/>
          </a:xfrm>
          <a:prstGeom prst="rect">
            <a:avLst/>
          </a:prstGeom>
        </p:spPr>
      </p:pic>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0DE6C152-EC52-97A3-578C-84C18E58CE77}"/>
                  </a:ext>
                </a:extLst>
              </p14:cNvPr>
              <p14:cNvContentPartPr/>
              <p14:nvPr/>
            </p14:nvContentPartPr>
            <p14:xfrm>
              <a:off x="749219" y="2423364"/>
              <a:ext cx="1532520" cy="586800"/>
            </p14:xfrm>
          </p:contentPart>
        </mc:Choice>
        <mc:Fallback>
          <p:pic>
            <p:nvPicPr>
              <p:cNvPr id="3" name="Ink 2">
                <a:extLst>
                  <a:ext uri="{FF2B5EF4-FFF2-40B4-BE49-F238E27FC236}">
                    <a16:creationId xmlns:a16="http://schemas.microsoft.com/office/drawing/2014/main" id="{0DE6C152-EC52-97A3-578C-84C18E58CE77}"/>
                  </a:ext>
                </a:extLst>
              </p:cNvPr>
              <p:cNvPicPr/>
              <p:nvPr/>
            </p:nvPicPr>
            <p:blipFill>
              <a:blip r:embed="rId4"/>
              <a:stretch>
                <a:fillRect/>
              </a:stretch>
            </p:blipFill>
            <p:spPr>
              <a:xfrm>
                <a:off x="713219" y="2387364"/>
                <a:ext cx="1604160" cy="658440"/>
              </a:xfrm>
              <a:prstGeom prst="rect">
                <a:avLst/>
              </a:prstGeom>
            </p:spPr>
          </p:pic>
        </mc:Fallback>
      </mc:AlternateContent>
      <p:sp>
        <p:nvSpPr>
          <p:cNvPr id="7" name="TextBox 6">
            <a:extLst>
              <a:ext uri="{FF2B5EF4-FFF2-40B4-BE49-F238E27FC236}">
                <a16:creationId xmlns:a16="http://schemas.microsoft.com/office/drawing/2014/main" id="{738919A1-BC68-9CC1-FE89-7D3CA67715B2}"/>
              </a:ext>
            </a:extLst>
          </p:cNvPr>
          <p:cNvSpPr txBox="1"/>
          <p:nvPr/>
        </p:nvSpPr>
        <p:spPr>
          <a:xfrm>
            <a:off x="665202" y="2825498"/>
            <a:ext cx="1700554" cy="369332"/>
          </a:xfrm>
          <a:prstGeom prst="rect">
            <a:avLst/>
          </a:prstGeom>
          <a:noFill/>
        </p:spPr>
        <p:txBody>
          <a:bodyPr wrap="square" rtlCol="0">
            <a:spAutoFit/>
          </a:bodyPr>
          <a:lstStyle/>
          <a:p>
            <a:r>
              <a:rPr lang="en-US" b="1" dirty="0"/>
              <a:t>Original Image</a:t>
            </a:r>
          </a:p>
        </p:txBody>
      </p:sp>
      <mc:AlternateContent xmlns:mc="http://schemas.openxmlformats.org/markup-compatibility/2006">
        <mc:Choice xmlns:p14="http://schemas.microsoft.com/office/powerpoint/2010/main" Requires="p14">
          <p:contentPart p14:bwMode="auto" r:id="rId5">
            <p14:nvContentPartPr>
              <p14:cNvPr id="8" name="Ink 7">
                <a:extLst>
                  <a:ext uri="{FF2B5EF4-FFF2-40B4-BE49-F238E27FC236}">
                    <a16:creationId xmlns:a16="http://schemas.microsoft.com/office/drawing/2014/main" id="{A38EF8C8-3F26-A234-0E1C-D93C1D3DCA46}"/>
                  </a:ext>
                </a:extLst>
              </p14:cNvPr>
              <p14:cNvContentPartPr/>
              <p14:nvPr/>
            </p14:nvContentPartPr>
            <p14:xfrm>
              <a:off x="2659019" y="3365844"/>
              <a:ext cx="614520" cy="250560"/>
            </p14:xfrm>
          </p:contentPart>
        </mc:Choice>
        <mc:Fallback>
          <p:pic>
            <p:nvPicPr>
              <p:cNvPr id="8" name="Ink 7">
                <a:extLst>
                  <a:ext uri="{FF2B5EF4-FFF2-40B4-BE49-F238E27FC236}">
                    <a16:creationId xmlns:a16="http://schemas.microsoft.com/office/drawing/2014/main" id="{A38EF8C8-3F26-A234-0E1C-D93C1D3DCA46}"/>
                  </a:ext>
                </a:extLst>
              </p:cNvPr>
              <p:cNvPicPr/>
              <p:nvPr/>
            </p:nvPicPr>
            <p:blipFill>
              <a:blip r:embed="rId6"/>
              <a:stretch>
                <a:fillRect/>
              </a:stretch>
            </p:blipFill>
            <p:spPr>
              <a:xfrm>
                <a:off x="2623019" y="3329844"/>
                <a:ext cx="686160" cy="322200"/>
              </a:xfrm>
              <a:prstGeom prst="rect">
                <a:avLst/>
              </a:prstGeom>
            </p:spPr>
          </p:pic>
        </mc:Fallback>
      </mc:AlternateContent>
      <p:sp>
        <p:nvSpPr>
          <p:cNvPr id="9" name="TextBox 8">
            <a:extLst>
              <a:ext uri="{FF2B5EF4-FFF2-40B4-BE49-F238E27FC236}">
                <a16:creationId xmlns:a16="http://schemas.microsoft.com/office/drawing/2014/main" id="{9C4E0249-4E91-8EEC-AA6A-8541C2D9E9C5}"/>
              </a:ext>
            </a:extLst>
          </p:cNvPr>
          <p:cNvSpPr txBox="1"/>
          <p:nvPr/>
        </p:nvSpPr>
        <p:spPr>
          <a:xfrm>
            <a:off x="2140404" y="3635612"/>
            <a:ext cx="1292008" cy="369332"/>
          </a:xfrm>
          <a:prstGeom prst="rect">
            <a:avLst/>
          </a:prstGeom>
          <a:noFill/>
        </p:spPr>
        <p:txBody>
          <a:bodyPr wrap="square" rtlCol="0">
            <a:spAutoFit/>
          </a:bodyPr>
          <a:lstStyle/>
          <a:p>
            <a:pPr algn="ctr"/>
            <a:r>
              <a:rPr lang="en-US" b="1" dirty="0"/>
              <a:t>Select</a:t>
            </a:r>
          </a:p>
        </p:txBody>
      </p:sp>
      <mc:AlternateContent xmlns:mc="http://schemas.openxmlformats.org/markup-compatibility/2006">
        <mc:Choice xmlns:p14="http://schemas.microsoft.com/office/powerpoint/2010/main" Requires="p14">
          <p:contentPart p14:bwMode="auto" r:id="rId7">
            <p14:nvContentPartPr>
              <p14:cNvPr id="10" name="Ink 9">
                <a:extLst>
                  <a:ext uri="{FF2B5EF4-FFF2-40B4-BE49-F238E27FC236}">
                    <a16:creationId xmlns:a16="http://schemas.microsoft.com/office/drawing/2014/main" id="{C9004F50-EAB5-585E-4306-5AF866DC981F}"/>
                  </a:ext>
                </a:extLst>
              </p14:cNvPr>
              <p14:cNvContentPartPr/>
              <p14:nvPr/>
            </p14:nvContentPartPr>
            <p14:xfrm>
              <a:off x="5406539" y="3323364"/>
              <a:ext cx="1482120" cy="571680"/>
            </p14:xfrm>
          </p:contentPart>
        </mc:Choice>
        <mc:Fallback>
          <p:pic>
            <p:nvPicPr>
              <p:cNvPr id="10" name="Ink 9">
                <a:extLst>
                  <a:ext uri="{FF2B5EF4-FFF2-40B4-BE49-F238E27FC236}">
                    <a16:creationId xmlns:a16="http://schemas.microsoft.com/office/drawing/2014/main" id="{C9004F50-EAB5-585E-4306-5AF866DC981F}"/>
                  </a:ext>
                </a:extLst>
              </p:cNvPr>
              <p:cNvPicPr/>
              <p:nvPr/>
            </p:nvPicPr>
            <p:blipFill>
              <a:blip r:embed="rId8"/>
              <a:stretch>
                <a:fillRect/>
              </a:stretch>
            </p:blipFill>
            <p:spPr>
              <a:xfrm>
                <a:off x="5370530" y="3287364"/>
                <a:ext cx="1553777" cy="643320"/>
              </a:xfrm>
              <a:prstGeom prst="rect">
                <a:avLst/>
              </a:prstGeom>
            </p:spPr>
          </p:pic>
        </mc:Fallback>
      </mc:AlternateContent>
      <p:sp>
        <p:nvSpPr>
          <p:cNvPr id="11" name="TextBox 10">
            <a:extLst>
              <a:ext uri="{FF2B5EF4-FFF2-40B4-BE49-F238E27FC236}">
                <a16:creationId xmlns:a16="http://schemas.microsoft.com/office/drawing/2014/main" id="{97D3EF9E-0861-FBCA-FA66-8447FB59F98F}"/>
              </a:ext>
            </a:extLst>
          </p:cNvPr>
          <p:cNvSpPr txBox="1"/>
          <p:nvPr/>
        </p:nvSpPr>
        <p:spPr>
          <a:xfrm>
            <a:off x="5155373" y="3209732"/>
            <a:ext cx="1700554" cy="646331"/>
          </a:xfrm>
          <a:prstGeom prst="rect">
            <a:avLst/>
          </a:prstGeom>
          <a:noFill/>
        </p:spPr>
        <p:txBody>
          <a:bodyPr wrap="square" rtlCol="0">
            <a:spAutoFit/>
          </a:bodyPr>
          <a:lstStyle/>
          <a:p>
            <a:pPr algn="ctr"/>
            <a:r>
              <a:rPr lang="en-US" b="1" dirty="0">
                <a:solidFill>
                  <a:srgbClr val="FF0000"/>
                </a:solidFill>
              </a:rPr>
              <a:t>Lossless Compression</a:t>
            </a:r>
          </a:p>
        </p:txBody>
      </p:sp>
      <mc:AlternateContent xmlns:mc="http://schemas.openxmlformats.org/markup-compatibility/2006">
        <mc:Choice xmlns:p14="http://schemas.microsoft.com/office/powerpoint/2010/main" Requires="p14">
          <p:contentPart p14:bwMode="auto" r:id="rId9">
            <p14:nvContentPartPr>
              <p14:cNvPr id="12" name="Ink 11">
                <a:extLst>
                  <a:ext uri="{FF2B5EF4-FFF2-40B4-BE49-F238E27FC236}">
                    <a16:creationId xmlns:a16="http://schemas.microsoft.com/office/drawing/2014/main" id="{0C19E587-D1BC-E484-D7E2-40ACAD9967C7}"/>
                  </a:ext>
                </a:extLst>
              </p14:cNvPr>
              <p14:cNvContentPartPr/>
              <p14:nvPr/>
            </p14:nvContentPartPr>
            <p14:xfrm>
              <a:off x="8170342" y="3209732"/>
              <a:ext cx="1721160" cy="667440"/>
            </p14:xfrm>
          </p:contentPart>
        </mc:Choice>
        <mc:Fallback>
          <p:pic>
            <p:nvPicPr>
              <p:cNvPr id="12" name="Ink 11">
                <a:extLst>
                  <a:ext uri="{FF2B5EF4-FFF2-40B4-BE49-F238E27FC236}">
                    <a16:creationId xmlns:a16="http://schemas.microsoft.com/office/drawing/2014/main" id="{0C19E587-D1BC-E484-D7E2-40ACAD9967C7}"/>
                  </a:ext>
                </a:extLst>
              </p:cNvPr>
              <p:cNvPicPr/>
              <p:nvPr/>
            </p:nvPicPr>
            <p:blipFill>
              <a:blip r:embed="rId10"/>
              <a:stretch>
                <a:fillRect/>
              </a:stretch>
            </p:blipFill>
            <p:spPr>
              <a:xfrm>
                <a:off x="8134342" y="3173732"/>
                <a:ext cx="1792800" cy="739080"/>
              </a:xfrm>
              <a:prstGeom prst="rect">
                <a:avLst/>
              </a:prstGeom>
            </p:spPr>
          </p:pic>
        </mc:Fallback>
      </mc:AlternateContent>
      <p:sp>
        <p:nvSpPr>
          <p:cNvPr id="13" name="TextBox 12">
            <a:extLst>
              <a:ext uri="{FF2B5EF4-FFF2-40B4-BE49-F238E27FC236}">
                <a16:creationId xmlns:a16="http://schemas.microsoft.com/office/drawing/2014/main" id="{79E92AE5-D781-951C-8979-9A46FC6E00BB}"/>
              </a:ext>
            </a:extLst>
          </p:cNvPr>
          <p:cNvSpPr txBox="1"/>
          <p:nvPr/>
        </p:nvSpPr>
        <p:spPr>
          <a:xfrm>
            <a:off x="8106790" y="3266280"/>
            <a:ext cx="1944806" cy="646331"/>
          </a:xfrm>
          <a:prstGeom prst="rect">
            <a:avLst/>
          </a:prstGeom>
          <a:noFill/>
        </p:spPr>
        <p:txBody>
          <a:bodyPr wrap="square" rtlCol="0">
            <a:spAutoFit/>
          </a:bodyPr>
          <a:lstStyle/>
          <a:p>
            <a:pPr algn="ctr"/>
            <a:r>
              <a:rPr lang="en-US" b="1" dirty="0"/>
              <a:t>Embed watermark and reconstruct</a:t>
            </a:r>
          </a:p>
        </p:txBody>
      </p:sp>
      <mc:AlternateContent xmlns:mc="http://schemas.openxmlformats.org/markup-compatibility/2006">
        <mc:Choice xmlns:p14="http://schemas.microsoft.com/office/powerpoint/2010/main" Requires="p14">
          <p:contentPart p14:bwMode="auto" r:id="rId11">
            <p14:nvContentPartPr>
              <p14:cNvPr id="14" name="Ink 13">
                <a:extLst>
                  <a:ext uri="{FF2B5EF4-FFF2-40B4-BE49-F238E27FC236}">
                    <a16:creationId xmlns:a16="http://schemas.microsoft.com/office/drawing/2014/main" id="{2911A637-885F-4479-A2E6-039666DA658E}"/>
                  </a:ext>
                </a:extLst>
              </p14:cNvPr>
              <p14:cNvContentPartPr/>
              <p14:nvPr/>
            </p14:nvContentPartPr>
            <p14:xfrm>
              <a:off x="9838859" y="2714244"/>
              <a:ext cx="2248560" cy="352080"/>
            </p14:xfrm>
          </p:contentPart>
        </mc:Choice>
        <mc:Fallback>
          <p:pic>
            <p:nvPicPr>
              <p:cNvPr id="14" name="Ink 13">
                <a:extLst>
                  <a:ext uri="{FF2B5EF4-FFF2-40B4-BE49-F238E27FC236}">
                    <a16:creationId xmlns:a16="http://schemas.microsoft.com/office/drawing/2014/main" id="{2911A637-885F-4479-A2E6-039666DA658E}"/>
                  </a:ext>
                </a:extLst>
              </p:cNvPr>
              <p:cNvPicPr/>
              <p:nvPr/>
            </p:nvPicPr>
            <p:blipFill>
              <a:blip r:embed="rId12"/>
              <a:stretch>
                <a:fillRect/>
              </a:stretch>
            </p:blipFill>
            <p:spPr>
              <a:xfrm>
                <a:off x="9802859" y="2678281"/>
                <a:ext cx="2320200" cy="423647"/>
              </a:xfrm>
              <a:prstGeom prst="rect">
                <a:avLst/>
              </a:prstGeom>
            </p:spPr>
          </p:pic>
        </mc:Fallback>
      </mc:AlternateContent>
      <p:sp>
        <p:nvSpPr>
          <p:cNvPr id="15" name="TextBox 14">
            <a:extLst>
              <a:ext uri="{FF2B5EF4-FFF2-40B4-BE49-F238E27FC236}">
                <a16:creationId xmlns:a16="http://schemas.microsoft.com/office/drawing/2014/main" id="{C4DC2101-88D8-975E-F700-54C10350B854}"/>
              </a:ext>
            </a:extLst>
          </p:cNvPr>
          <p:cNvSpPr txBox="1"/>
          <p:nvPr/>
        </p:nvSpPr>
        <p:spPr>
          <a:xfrm>
            <a:off x="9888756" y="2839557"/>
            <a:ext cx="2140404" cy="369332"/>
          </a:xfrm>
          <a:prstGeom prst="rect">
            <a:avLst/>
          </a:prstGeom>
          <a:noFill/>
        </p:spPr>
        <p:txBody>
          <a:bodyPr wrap="square" rtlCol="0">
            <a:spAutoFit/>
          </a:bodyPr>
          <a:lstStyle/>
          <a:p>
            <a:r>
              <a:rPr lang="en-US" b="1" dirty="0"/>
              <a:t>Watermarked Image</a:t>
            </a:r>
          </a:p>
        </p:txBody>
      </p:sp>
      <p:sp>
        <p:nvSpPr>
          <p:cNvPr id="17" name="TextBox 16">
            <a:extLst>
              <a:ext uri="{FF2B5EF4-FFF2-40B4-BE49-F238E27FC236}">
                <a16:creationId xmlns:a16="http://schemas.microsoft.com/office/drawing/2014/main" id="{994B6906-5037-CA8F-55E0-A6ABA8F75494}"/>
              </a:ext>
            </a:extLst>
          </p:cNvPr>
          <p:cNvSpPr txBox="1"/>
          <p:nvPr/>
        </p:nvSpPr>
        <p:spPr>
          <a:xfrm>
            <a:off x="1024127" y="2196030"/>
            <a:ext cx="6097136" cy="400110"/>
          </a:xfrm>
          <a:prstGeom prst="rect">
            <a:avLst/>
          </a:prstGeom>
          <a:noFill/>
        </p:spPr>
        <p:txBody>
          <a:bodyPr wrap="square">
            <a:spAutoFit/>
          </a:bodyPr>
          <a:lstStyle/>
          <a:p>
            <a:pPr marL="0" indent="0">
              <a:buNone/>
            </a:pPr>
            <a:r>
              <a:rPr lang="en-US" sz="2000" b="1" dirty="0">
                <a:solidFill>
                  <a:srgbClr val="C00000"/>
                </a:solidFill>
              </a:rPr>
              <a:t>Lossless Compression-Based</a:t>
            </a:r>
            <a:r>
              <a:rPr lang="en-US" sz="2000" dirty="0">
                <a:solidFill>
                  <a:srgbClr val="C00000"/>
                </a:solidFill>
              </a:rPr>
              <a:t> (1994)</a:t>
            </a:r>
          </a:p>
        </p:txBody>
      </p:sp>
    </p:spTree>
    <p:extLst>
      <p:ext uri="{BB962C8B-B14F-4D97-AF65-F5344CB8AC3E}">
        <p14:creationId xmlns:p14="http://schemas.microsoft.com/office/powerpoint/2010/main" val="31424799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F5D33F-5FAC-BFBF-0FEF-134E3C4962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A15B2E-50D6-F915-E101-D1588C29E1A8}"/>
              </a:ext>
            </a:extLst>
          </p:cNvPr>
          <p:cNvSpPr>
            <a:spLocks noGrp="1"/>
          </p:cNvSpPr>
          <p:nvPr>
            <p:ph type="title"/>
          </p:nvPr>
        </p:nvSpPr>
        <p:spPr/>
        <p:txBody>
          <a:bodyPr/>
          <a:lstStyle/>
          <a:p>
            <a:r>
              <a:rPr lang="en-US" dirty="0">
                <a:solidFill>
                  <a:srgbClr val="0070C0"/>
                </a:solidFill>
              </a:rPr>
              <a:t>Method Classification Overview</a:t>
            </a:r>
          </a:p>
        </p:txBody>
      </p:sp>
      <p:sp>
        <p:nvSpPr>
          <p:cNvPr id="3" name="Content Placeholder 2">
            <a:extLst>
              <a:ext uri="{FF2B5EF4-FFF2-40B4-BE49-F238E27FC236}">
                <a16:creationId xmlns:a16="http://schemas.microsoft.com/office/drawing/2014/main" id="{6EDA1CDF-A45A-77E7-4071-4DE2BFCACC6A}"/>
              </a:ext>
            </a:extLst>
          </p:cNvPr>
          <p:cNvSpPr>
            <a:spLocks noGrp="1"/>
          </p:cNvSpPr>
          <p:nvPr>
            <p:ph idx="1"/>
          </p:nvPr>
        </p:nvSpPr>
        <p:spPr>
          <a:xfrm>
            <a:off x="1024127" y="2084832"/>
            <a:ext cx="10266724" cy="4275542"/>
          </a:xfrm>
        </p:spPr>
        <p:txBody>
          <a:bodyPr>
            <a:normAutofit/>
          </a:bodyPr>
          <a:lstStyle/>
          <a:p>
            <a:pPr marL="0" indent="0">
              <a:buNone/>
            </a:pPr>
            <a:r>
              <a:rPr lang="en-US" b="1" dirty="0">
                <a:solidFill>
                  <a:srgbClr val="C00000"/>
                </a:solidFill>
              </a:rPr>
              <a:t>Difference Expansion</a:t>
            </a:r>
            <a:r>
              <a:rPr lang="en-US" dirty="0">
                <a:solidFill>
                  <a:srgbClr val="C00000"/>
                </a:solidFill>
              </a:rPr>
              <a:t> (2002-2003)</a:t>
            </a:r>
          </a:p>
          <a:p>
            <a:pPr marL="0" indent="0">
              <a:buNone/>
            </a:pPr>
            <a:r>
              <a:rPr lang="en-US" dirty="0"/>
              <a:t>	- Exploits pixel correlations</a:t>
            </a:r>
          </a:p>
          <a:p>
            <a:pPr marL="0" indent="0">
              <a:buNone/>
            </a:pPr>
            <a:r>
              <a:rPr lang="en-US" dirty="0"/>
              <a:t>	- Balanced performance metrics</a:t>
            </a:r>
          </a:p>
          <a:p>
            <a:pPr marL="0" indent="0">
              <a:buNone/>
            </a:pPr>
            <a:r>
              <a:rPr lang="en-US" dirty="0"/>
              <a:t>	- Widely adopted and extended</a:t>
            </a:r>
          </a:p>
          <a:p>
            <a:pPr marL="0" indent="0">
              <a:buNone/>
            </a:pPr>
            <a:endParaRPr lang="en-US" dirty="0"/>
          </a:p>
          <a:p>
            <a:r>
              <a:rPr lang="en-US" b="1" dirty="0">
                <a:solidFill>
                  <a:srgbClr val="C00000"/>
                </a:solidFill>
              </a:rPr>
              <a:t>Histogram Shifting</a:t>
            </a:r>
            <a:r>
              <a:rPr lang="en-US" dirty="0">
                <a:solidFill>
                  <a:srgbClr val="C00000"/>
                </a:solidFill>
              </a:rPr>
              <a:t> (2003-2006)</a:t>
            </a:r>
          </a:p>
          <a:p>
            <a:pPr marL="0" indent="0">
              <a:buNone/>
            </a:pPr>
            <a:r>
              <a:rPr lang="en-US" dirty="0"/>
              <a:t>	- Leverages statistical properties</a:t>
            </a:r>
          </a:p>
          <a:p>
            <a:pPr marL="0" indent="0">
              <a:buNone/>
            </a:pPr>
            <a:r>
              <a:rPr lang="en-US" dirty="0"/>
              <a:t>	- High quality, lower capacity</a:t>
            </a:r>
          </a:p>
          <a:p>
            <a:pPr marL="0" indent="0">
              <a:buNone/>
            </a:pPr>
            <a:r>
              <a:rPr lang="en-US" dirty="0"/>
              <a:t>	- Computationally efficient</a:t>
            </a:r>
          </a:p>
          <a:p>
            <a:pPr marL="0" indent="0">
              <a:buNone/>
            </a:pPr>
            <a:endParaRPr lang="en-US" dirty="0"/>
          </a:p>
          <a:p>
            <a:pPr marL="0" indent="0">
              <a:buNone/>
            </a:pPr>
            <a:endParaRPr lang="en-US" dirty="0">
              <a:solidFill>
                <a:srgbClr val="000000"/>
              </a:solidFill>
            </a:endParaRPr>
          </a:p>
        </p:txBody>
      </p:sp>
      <p:sp>
        <p:nvSpPr>
          <p:cNvPr id="4" name="Footer Placeholder 3">
            <a:extLst>
              <a:ext uri="{FF2B5EF4-FFF2-40B4-BE49-F238E27FC236}">
                <a16:creationId xmlns:a16="http://schemas.microsoft.com/office/drawing/2014/main" id="{4287A878-9892-C57C-6BAF-8C8AC8B43F20}"/>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F2273DF3-6493-48D7-DD01-E0267C77E8CF}"/>
              </a:ext>
            </a:extLst>
          </p:cNvPr>
          <p:cNvSpPr>
            <a:spLocks noGrp="1"/>
          </p:cNvSpPr>
          <p:nvPr>
            <p:ph type="sldNum" sz="quarter" idx="12"/>
          </p:nvPr>
        </p:nvSpPr>
        <p:spPr/>
        <p:txBody>
          <a:bodyPr/>
          <a:lstStyle/>
          <a:p>
            <a:fld id="{382B47E1-F59F-47B3-8D16-B2A0740F319A}" type="slidenum">
              <a:rPr lang="en-US" smtClean="0"/>
              <a:pPr/>
              <a:t>12</a:t>
            </a:fld>
            <a:endParaRPr lang="en-US" dirty="0"/>
          </a:p>
        </p:txBody>
      </p:sp>
      <p:pic>
        <p:nvPicPr>
          <p:cNvPr id="6" name="Picture 5">
            <a:extLst>
              <a:ext uri="{FF2B5EF4-FFF2-40B4-BE49-F238E27FC236}">
                <a16:creationId xmlns:a16="http://schemas.microsoft.com/office/drawing/2014/main" id="{487BE3E0-1F9E-6EEE-1654-5CC061C6C857}"/>
              </a:ext>
            </a:extLst>
          </p:cNvPr>
          <p:cNvPicPr>
            <a:picLocks noChangeAspect="1"/>
          </p:cNvPicPr>
          <p:nvPr/>
        </p:nvPicPr>
        <p:blipFill>
          <a:blip r:embed="rId2"/>
          <a:stretch>
            <a:fillRect/>
          </a:stretch>
        </p:blipFill>
        <p:spPr>
          <a:xfrm>
            <a:off x="6746030" y="3522451"/>
            <a:ext cx="4067744" cy="2888283"/>
          </a:xfrm>
          <a:prstGeom prst="rect">
            <a:avLst/>
          </a:prstGeom>
        </p:spPr>
      </p:pic>
      <p:pic>
        <p:nvPicPr>
          <p:cNvPr id="7" name="Picture 6">
            <a:extLst>
              <a:ext uri="{FF2B5EF4-FFF2-40B4-BE49-F238E27FC236}">
                <a16:creationId xmlns:a16="http://schemas.microsoft.com/office/drawing/2014/main" id="{2C4D2E1B-7E2A-3E8C-2241-EEA5B7E3EE6B}"/>
              </a:ext>
            </a:extLst>
          </p:cNvPr>
          <p:cNvPicPr>
            <a:picLocks noChangeAspect="1"/>
          </p:cNvPicPr>
          <p:nvPr/>
        </p:nvPicPr>
        <p:blipFill>
          <a:blip r:embed="rId3"/>
          <a:stretch>
            <a:fillRect/>
          </a:stretch>
        </p:blipFill>
        <p:spPr>
          <a:xfrm>
            <a:off x="6590530" y="1588606"/>
            <a:ext cx="4067743" cy="1933845"/>
          </a:xfrm>
          <a:prstGeom prst="rect">
            <a:avLst/>
          </a:prstGeom>
        </p:spPr>
      </p:pic>
    </p:spTree>
    <p:extLst>
      <p:ext uri="{BB962C8B-B14F-4D97-AF65-F5344CB8AC3E}">
        <p14:creationId xmlns:p14="http://schemas.microsoft.com/office/powerpoint/2010/main" val="27419254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2383E-D89D-CC79-4BAC-8186AB790D64}"/>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6E33CCCE-4D42-1291-9F09-E85915CDF041}"/>
              </a:ext>
            </a:extLst>
          </p:cNvPr>
          <p:cNvSpPr>
            <a:spLocks noGrp="1"/>
          </p:cNvSpPr>
          <p:nvPr>
            <p:ph type="ftr" sz="quarter" idx="11"/>
          </p:nvPr>
        </p:nvSpPr>
        <p:spPr/>
        <p:txBody>
          <a:bodyPr/>
          <a:lstStyle/>
          <a:p>
            <a:r>
              <a:rPr lang="en-US" sz="1400" dirty="0"/>
              <a:t>Information Hiding, Shiraz university of technology</a:t>
            </a:r>
          </a:p>
        </p:txBody>
      </p:sp>
      <p:sp>
        <p:nvSpPr>
          <p:cNvPr id="3" name="Slide Number Placeholder 2">
            <a:extLst>
              <a:ext uri="{FF2B5EF4-FFF2-40B4-BE49-F238E27FC236}">
                <a16:creationId xmlns:a16="http://schemas.microsoft.com/office/drawing/2014/main" id="{C1BD502D-39E3-D54D-F5E5-ED087C53CFED}"/>
              </a:ext>
            </a:extLst>
          </p:cNvPr>
          <p:cNvSpPr>
            <a:spLocks noGrp="1"/>
          </p:cNvSpPr>
          <p:nvPr>
            <p:ph type="sldNum" sz="quarter" idx="12"/>
          </p:nvPr>
        </p:nvSpPr>
        <p:spPr/>
        <p:txBody>
          <a:bodyPr/>
          <a:lstStyle/>
          <a:p>
            <a:fld id="{382B47E1-F59F-47B3-8D16-B2A0740F319A}" type="slidenum">
              <a:rPr lang="en-US" sz="1400" smtClean="0"/>
              <a:t>13</a:t>
            </a:fld>
            <a:endParaRPr lang="en-US" sz="1400" dirty="0"/>
          </a:p>
        </p:txBody>
      </p:sp>
      <p:sp>
        <p:nvSpPr>
          <p:cNvPr id="4" name="TextBox 3">
            <a:extLst>
              <a:ext uri="{FF2B5EF4-FFF2-40B4-BE49-F238E27FC236}">
                <a16:creationId xmlns:a16="http://schemas.microsoft.com/office/drawing/2014/main" id="{EDFF32C8-2076-7D46-5BB0-89D39BD8D469}"/>
              </a:ext>
            </a:extLst>
          </p:cNvPr>
          <p:cNvSpPr txBox="1"/>
          <p:nvPr/>
        </p:nvSpPr>
        <p:spPr>
          <a:xfrm>
            <a:off x="2030895" y="1997839"/>
            <a:ext cx="8130209" cy="2862322"/>
          </a:xfrm>
          <a:prstGeom prst="rect">
            <a:avLst/>
          </a:prstGeom>
          <a:noFill/>
        </p:spPr>
        <p:txBody>
          <a:bodyPr wrap="square" rtlCol="0">
            <a:spAutoFit/>
          </a:bodyPr>
          <a:lstStyle/>
          <a:p>
            <a:pPr algn="ctr"/>
            <a:r>
              <a:rPr lang="en-US" sz="6000" dirty="0">
                <a:solidFill>
                  <a:srgbClr val="0070C0"/>
                </a:solidFill>
              </a:rPr>
              <a:t>Method 1: Lossless Compression-Based Techniques</a:t>
            </a:r>
            <a:endParaRPr lang="en-US" sz="8800" b="1" dirty="0">
              <a:solidFill>
                <a:srgbClr val="0070C0"/>
              </a:solidFill>
            </a:endParaRPr>
          </a:p>
        </p:txBody>
      </p:sp>
    </p:spTree>
    <p:extLst>
      <p:ext uri="{BB962C8B-B14F-4D97-AF65-F5344CB8AC3E}">
        <p14:creationId xmlns:p14="http://schemas.microsoft.com/office/powerpoint/2010/main" val="25801854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F9C8DD-7749-E913-25F1-0B340FAD6D40}"/>
              </a:ext>
            </a:extLst>
          </p:cNvPr>
          <p:cNvSpPr>
            <a:spLocks noGrp="1"/>
          </p:cNvSpPr>
          <p:nvPr>
            <p:ph type="title"/>
          </p:nvPr>
        </p:nvSpPr>
        <p:spPr/>
        <p:txBody>
          <a:bodyPr/>
          <a:lstStyle/>
          <a:p>
            <a:r>
              <a:rPr lang="en-US" dirty="0">
                <a:solidFill>
                  <a:srgbClr val="0070C0"/>
                </a:solidFill>
              </a:rPr>
              <a:t>Historical Context</a:t>
            </a:r>
          </a:p>
        </p:txBody>
      </p:sp>
      <p:sp>
        <p:nvSpPr>
          <p:cNvPr id="3" name="Content Placeholder 2">
            <a:extLst>
              <a:ext uri="{FF2B5EF4-FFF2-40B4-BE49-F238E27FC236}">
                <a16:creationId xmlns:a16="http://schemas.microsoft.com/office/drawing/2014/main" id="{3C84CCFE-44C4-3F53-1AFA-7EAF301B9B9E}"/>
              </a:ext>
            </a:extLst>
          </p:cNvPr>
          <p:cNvSpPr>
            <a:spLocks noGrp="1"/>
          </p:cNvSpPr>
          <p:nvPr>
            <p:ph idx="1"/>
          </p:nvPr>
        </p:nvSpPr>
        <p:spPr>
          <a:xfrm>
            <a:off x="1024126" y="1985210"/>
            <a:ext cx="10266724" cy="4023360"/>
          </a:xfrm>
        </p:spPr>
        <p:txBody>
          <a:bodyPr>
            <a:normAutofit fontScale="92500" lnSpcReduction="20000"/>
          </a:bodyPr>
          <a:lstStyle/>
          <a:p>
            <a:r>
              <a:rPr lang="en-US" b="1" dirty="0">
                <a:solidFill>
                  <a:srgbClr val="C00000"/>
                </a:solidFill>
              </a:rPr>
              <a:t>Pioneer:</a:t>
            </a:r>
          </a:p>
          <a:p>
            <a:pPr marL="0" indent="0">
              <a:buNone/>
            </a:pPr>
            <a:r>
              <a:rPr lang="en-US" dirty="0"/>
              <a:t>	 Barton (1994) - first reversible data hiding method</a:t>
            </a:r>
          </a:p>
          <a:p>
            <a:pPr marL="0" indent="0">
              <a:buNone/>
            </a:pPr>
            <a:endParaRPr lang="en-US" dirty="0"/>
          </a:p>
          <a:p>
            <a:pPr marL="0" indent="0">
              <a:buNone/>
            </a:pPr>
            <a:endParaRPr lang="en-US" dirty="0"/>
          </a:p>
          <a:p>
            <a:pPr marL="0" indent="0">
              <a:buNone/>
            </a:pPr>
            <a:endParaRPr lang="en-US" b="1" dirty="0">
              <a:solidFill>
                <a:srgbClr val="C00000"/>
              </a:solidFill>
            </a:endParaRPr>
          </a:p>
          <a:p>
            <a:pPr marL="0" indent="0">
              <a:buNone/>
            </a:pPr>
            <a:r>
              <a:rPr lang="en-US" b="1" dirty="0">
                <a:solidFill>
                  <a:srgbClr val="C00000"/>
                </a:solidFill>
              </a:rPr>
              <a:t>Innovation: </a:t>
            </a:r>
          </a:p>
          <a:p>
            <a:pPr marL="0" indent="0">
              <a:buNone/>
            </a:pPr>
            <a:r>
              <a:rPr lang="en-US" dirty="0"/>
              <a:t>	Using compression redundancy for data embedding</a:t>
            </a:r>
          </a:p>
          <a:p>
            <a:pPr marL="0" indent="0">
              <a:buNone/>
            </a:pPr>
            <a:endParaRPr lang="en-US" dirty="0"/>
          </a:p>
          <a:p>
            <a:pPr marL="0" indent="0">
              <a:buNone/>
            </a:pPr>
            <a:r>
              <a:rPr lang="en-US" b="1" dirty="0">
                <a:solidFill>
                  <a:srgbClr val="C00000"/>
                </a:solidFill>
              </a:rPr>
              <a:t>Impact: </a:t>
            </a:r>
          </a:p>
          <a:p>
            <a:pPr marL="0" indent="0">
              <a:buNone/>
            </a:pPr>
            <a:r>
              <a:rPr lang="en-US" dirty="0"/>
              <a:t>	Established the foundation for all subsequent methods</a:t>
            </a:r>
          </a:p>
        </p:txBody>
      </p:sp>
      <p:sp>
        <p:nvSpPr>
          <p:cNvPr id="4" name="Footer Placeholder 3">
            <a:extLst>
              <a:ext uri="{FF2B5EF4-FFF2-40B4-BE49-F238E27FC236}">
                <a16:creationId xmlns:a16="http://schemas.microsoft.com/office/drawing/2014/main" id="{F352CDE8-28F1-717B-D766-E62DA57B68C7}"/>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92F22F5B-EEFE-8397-9367-5D8B10891B52}"/>
              </a:ext>
            </a:extLst>
          </p:cNvPr>
          <p:cNvSpPr>
            <a:spLocks noGrp="1"/>
          </p:cNvSpPr>
          <p:nvPr>
            <p:ph type="sldNum" sz="quarter" idx="12"/>
          </p:nvPr>
        </p:nvSpPr>
        <p:spPr/>
        <p:txBody>
          <a:bodyPr/>
          <a:lstStyle/>
          <a:p>
            <a:fld id="{382B47E1-F59F-47B3-8D16-B2A0740F319A}" type="slidenum">
              <a:rPr lang="en-US" smtClean="0"/>
              <a:pPr/>
              <a:t>14</a:t>
            </a:fld>
            <a:endParaRPr lang="en-US" dirty="0"/>
          </a:p>
        </p:txBody>
      </p:sp>
      <p:sp>
        <p:nvSpPr>
          <p:cNvPr id="7" name="TextBox 6">
            <a:extLst>
              <a:ext uri="{FF2B5EF4-FFF2-40B4-BE49-F238E27FC236}">
                <a16:creationId xmlns:a16="http://schemas.microsoft.com/office/drawing/2014/main" id="{529DD120-2072-6B09-FCA1-C1BE2C8673B7}"/>
              </a:ext>
            </a:extLst>
          </p:cNvPr>
          <p:cNvSpPr txBox="1"/>
          <p:nvPr/>
        </p:nvSpPr>
        <p:spPr>
          <a:xfrm>
            <a:off x="1657851" y="2801300"/>
            <a:ext cx="8876298" cy="92333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marL="0" indent="0">
              <a:buNone/>
            </a:pPr>
            <a:r>
              <a:rPr lang="en-US" b="1" dirty="0"/>
              <a:t>The earliest reference to reversible data embedding we could find is the Barton patent, filed in 1994. In his invention, the bits to be overlayed will be compressed and added to the bitstring, which will be embedded into the data block.</a:t>
            </a:r>
          </a:p>
        </p:txBody>
      </p:sp>
    </p:spTree>
    <p:extLst>
      <p:ext uri="{BB962C8B-B14F-4D97-AF65-F5344CB8AC3E}">
        <p14:creationId xmlns:p14="http://schemas.microsoft.com/office/powerpoint/2010/main" val="16892105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4E137F-E652-F58A-DA80-650F69EB8A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567191-C229-B606-60CD-CE1CACCE12F1}"/>
              </a:ext>
            </a:extLst>
          </p:cNvPr>
          <p:cNvSpPr>
            <a:spLocks noGrp="1"/>
          </p:cNvSpPr>
          <p:nvPr>
            <p:ph type="title"/>
          </p:nvPr>
        </p:nvSpPr>
        <p:spPr/>
        <p:txBody>
          <a:bodyPr/>
          <a:lstStyle/>
          <a:p>
            <a:r>
              <a:rPr lang="en-US" dirty="0">
                <a:solidFill>
                  <a:srgbClr val="0070C0"/>
                </a:solidFill>
              </a:rPr>
              <a:t>Core Methodology</a:t>
            </a:r>
          </a:p>
        </p:txBody>
      </p:sp>
      <p:sp>
        <p:nvSpPr>
          <p:cNvPr id="4" name="Footer Placeholder 3">
            <a:extLst>
              <a:ext uri="{FF2B5EF4-FFF2-40B4-BE49-F238E27FC236}">
                <a16:creationId xmlns:a16="http://schemas.microsoft.com/office/drawing/2014/main" id="{4C60542C-D1F7-23E1-2F80-D6EDDAFB62FB}"/>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DEA3AF9E-48DE-4A57-063D-B7B3EE41DEC9}"/>
              </a:ext>
            </a:extLst>
          </p:cNvPr>
          <p:cNvSpPr>
            <a:spLocks noGrp="1"/>
          </p:cNvSpPr>
          <p:nvPr>
            <p:ph type="sldNum" sz="quarter" idx="12"/>
          </p:nvPr>
        </p:nvSpPr>
        <p:spPr/>
        <p:txBody>
          <a:bodyPr/>
          <a:lstStyle/>
          <a:p>
            <a:fld id="{382B47E1-F59F-47B3-8D16-B2A0740F319A}" type="slidenum">
              <a:rPr lang="en-US" smtClean="0"/>
              <a:pPr/>
              <a:t>15</a:t>
            </a:fld>
            <a:endParaRPr lang="en-US" dirty="0"/>
          </a:p>
        </p:txBody>
      </p:sp>
      <p:pic>
        <p:nvPicPr>
          <p:cNvPr id="6" name="Picture 5">
            <a:extLst>
              <a:ext uri="{FF2B5EF4-FFF2-40B4-BE49-F238E27FC236}">
                <a16:creationId xmlns:a16="http://schemas.microsoft.com/office/drawing/2014/main" id="{64444806-D86F-E348-2E79-17BD463939E4}"/>
              </a:ext>
            </a:extLst>
          </p:cNvPr>
          <p:cNvPicPr>
            <a:picLocks noChangeAspect="1"/>
          </p:cNvPicPr>
          <p:nvPr/>
        </p:nvPicPr>
        <p:blipFill>
          <a:blip r:embed="rId2"/>
          <a:stretch>
            <a:fillRect/>
          </a:stretch>
        </p:blipFill>
        <p:spPr>
          <a:xfrm>
            <a:off x="417443" y="2464537"/>
            <a:ext cx="11721547" cy="2850146"/>
          </a:xfrm>
          <a:prstGeom prst="rect">
            <a:avLst/>
          </a:prstGeom>
        </p:spPr>
      </p:pic>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633874B4-5562-118A-F0E7-1A249FAF3BB4}"/>
                  </a:ext>
                </a:extLst>
              </p14:cNvPr>
              <p14:cNvContentPartPr/>
              <p14:nvPr/>
            </p14:nvContentPartPr>
            <p14:xfrm>
              <a:off x="749219" y="2423364"/>
              <a:ext cx="1532520" cy="586800"/>
            </p14:xfrm>
          </p:contentPart>
        </mc:Choice>
        <mc:Fallback>
          <p:pic>
            <p:nvPicPr>
              <p:cNvPr id="3" name="Ink 2">
                <a:extLst>
                  <a:ext uri="{FF2B5EF4-FFF2-40B4-BE49-F238E27FC236}">
                    <a16:creationId xmlns:a16="http://schemas.microsoft.com/office/drawing/2014/main" id="{633874B4-5562-118A-F0E7-1A249FAF3BB4}"/>
                  </a:ext>
                </a:extLst>
              </p:cNvPr>
              <p:cNvPicPr/>
              <p:nvPr/>
            </p:nvPicPr>
            <p:blipFill>
              <a:blip r:embed="rId4"/>
              <a:stretch>
                <a:fillRect/>
              </a:stretch>
            </p:blipFill>
            <p:spPr>
              <a:xfrm>
                <a:off x="713219" y="2387364"/>
                <a:ext cx="1604160" cy="658440"/>
              </a:xfrm>
              <a:prstGeom prst="rect">
                <a:avLst/>
              </a:prstGeom>
            </p:spPr>
          </p:pic>
        </mc:Fallback>
      </mc:AlternateContent>
      <p:sp>
        <p:nvSpPr>
          <p:cNvPr id="7" name="TextBox 6">
            <a:extLst>
              <a:ext uri="{FF2B5EF4-FFF2-40B4-BE49-F238E27FC236}">
                <a16:creationId xmlns:a16="http://schemas.microsoft.com/office/drawing/2014/main" id="{29917AFA-0960-9BBC-C87D-5EA803752E95}"/>
              </a:ext>
            </a:extLst>
          </p:cNvPr>
          <p:cNvSpPr txBox="1"/>
          <p:nvPr/>
        </p:nvSpPr>
        <p:spPr>
          <a:xfrm>
            <a:off x="665202" y="2825498"/>
            <a:ext cx="1700554" cy="369332"/>
          </a:xfrm>
          <a:prstGeom prst="rect">
            <a:avLst/>
          </a:prstGeom>
          <a:noFill/>
        </p:spPr>
        <p:txBody>
          <a:bodyPr wrap="square" rtlCol="0">
            <a:spAutoFit/>
          </a:bodyPr>
          <a:lstStyle/>
          <a:p>
            <a:r>
              <a:rPr lang="en-US" b="1" dirty="0"/>
              <a:t>Original Image</a:t>
            </a:r>
          </a:p>
        </p:txBody>
      </p:sp>
      <mc:AlternateContent xmlns:mc="http://schemas.openxmlformats.org/markup-compatibility/2006">
        <mc:Choice xmlns:p14="http://schemas.microsoft.com/office/powerpoint/2010/main" Requires="p14">
          <p:contentPart p14:bwMode="auto" r:id="rId5">
            <p14:nvContentPartPr>
              <p14:cNvPr id="8" name="Ink 7">
                <a:extLst>
                  <a:ext uri="{FF2B5EF4-FFF2-40B4-BE49-F238E27FC236}">
                    <a16:creationId xmlns:a16="http://schemas.microsoft.com/office/drawing/2014/main" id="{3D7EAC36-CD3B-84CC-1770-71F893D22860}"/>
                  </a:ext>
                </a:extLst>
              </p14:cNvPr>
              <p14:cNvContentPartPr/>
              <p14:nvPr/>
            </p14:nvContentPartPr>
            <p14:xfrm>
              <a:off x="2659019" y="3365844"/>
              <a:ext cx="614520" cy="250560"/>
            </p14:xfrm>
          </p:contentPart>
        </mc:Choice>
        <mc:Fallback>
          <p:pic>
            <p:nvPicPr>
              <p:cNvPr id="8" name="Ink 7">
                <a:extLst>
                  <a:ext uri="{FF2B5EF4-FFF2-40B4-BE49-F238E27FC236}">
                    <a16:creationId xmlns:a16="http://schemas.microsoft.com/office/drawing/2014/main" id="{3D7EAC36-CD3B-84CC-1770-71F893D22860}"/>
                  </a:ext>
                </a:extLst>
              </p:cNvPr>
              <p:cNvPicPr/>
              <p:nvPr/>
            </p:nvPicPr>
            <p:blipFill>
              <a:blip r:embed="rId6"/>
              <a:stretch>
                <a:fillRect/>
              </a:stretch>
            </p:blipFill>
            <p:spPr>
              <a:xfrm>
                <a:off x="2623019" y="3329844"/>
                <a:ext cx="686160" cy="322200"/>
              </a:xfrm>
              <a:prstGeom prst="rect">
                <a:avLst/>
              </a:prstGeom>
            </p:spPr>
          </p:pic>
        </mc:Fallback>
      </mc:AlternateContent>
      <p:sp>
        <p:nvSpPr>
          <p:cNvPr id="9" name="TextBox 8">
            <a:extLst>
              <a:ext uri="{FF2B5EF4-FFF2-40B4-BE49-F238E27FC236}">
                <a16:creationId xmlns:a16="http://schemas.microsoft.com/office/drawing/2014/main" id="{A6E36B6F-927F-8914-10FA-AE2B51B6AABE}"/>
              </a:ext>
            </a:extLst>
          </p:cNvPr>
          <p:cNvSpPr txBox="1"/>
          <p:nvPr/>
        </p:nvSpPr>
        <p:spPr>
          <a:xfrm>
            <a:off x="2140404" y="3635612"/>
            <a:ext cx="1292008" cy="369332"/>
          </a:xfrm>
          <a:prstGeom prst="rect">
            <a:avLst/>
          </a:prstGeom>
          <a:noFill/>
        </p:spPr>
        <p:txBody>
          <a:bodyPr wrap="square" rtlCol="0">
            <a:spAutoFit/>
          </a:bodyPr>
          <a:lstStyle/>
          <a:p>
            <a:pPr algn="ctr"/>
            <a:r>
              <a:rPr lang="en-US" b="1" dirty="0"/>
              <a:t>Select</a:t>
            </a:r>
          </a:p>
        </p:txBody>
      </p:sp>
      <mc:AlternateContent xmlns:mc="http://schemas.openxmlformats.org/markup-compatibility/2006">
        <mc:Choice xmlns:p14="http://schemas.microsoft.com/office/powerpoint/2010/main" Requires="p14">
          <p:contentPart p14:bwMode="auto" r:id="rId7">
            <p14:nvContentPartPr>
              <p14:cNvPr id="10" name="Ink 9">
                <a:extLst>
                  <a:ext uri="{FF2B5EF4-FFF2-40B4-BE49-F238E27FC236}">
                    <a16:creationId xmlns:a16="http://schemas.microsoft.com/office/drawing/2014/main" id="{8E1EB5B9-4A04-E420-BEDA-BCE94BDEC7F6}"/>
                  </a:ext>
                </a:extLst>
              </p14:cNvPr>
              <p14:cNvContentPartPr/>
              <p14:nvPr/>
            </p14:nvContentPartPr>
            <p14:xfrm>
              <a:off x="5406539" y="3323364"/>
              <a:ext cx="1482120" cy="571680"/>
            </p14:xfrm>
          </p:contentPart>
        </mc:Choice>
        <mc:Fallback>
          <p:pic>
            <p:nvPicPr>
              <p:cNvPr id="10" name="Ink 9">
                <a:extLst>
                  <a:ext uri="{FF2B5EF4-FFF2-40B4-BE49-F238E27FC236}">
                    <a16:creationId xmlns:a16="http://schemas.microsoft.com/office/drawing/2014/main" id="{8E1EB5B9-4A04-E420-BEDA-BCE94BDEC7F6}"/>
                  </a:ext>
                </a:extLst>
              </p:cNvPr>
              <p:cNvPicPr/>
              <p:nvPr/>
            </p:nvPicPr>
            <p:blipFill>
              <a:blip r:embed="rId8"/>
              <a:stretch>
                <a:fillRect/>
              </a:stretch>
            </p:blipFill>
            <p:spPr>
              <a:xfrm>
                <a:off x="5370899" y="3287364"/>
                <a:ext cx="1553760" cy="643320"/>
              </a:xfrm>
              <a:prstGeom prst="rect">
                <a:avLst/>
              </a:prstGeom>
            </p:spPr>
          </p:pic>
        </mc:Fallback>
      </mc:AlternateContent>
      <p:sp>
        <p:nvSpPr>
          <p:cNvPr id="11" name="TextBox 10">
            <a:extLst>
              <a:ext uri="{FF2B5EF4-FFF2-40B4-BE49-F238E27FC236}">
                <a16:creationId xmlns:a16="http://schemas.microsoft.com/office/drawing/2014/main" id="{9AFEF6A6-F303-030A-B8E5-AFF6AE0916B9}"/>
              </a:ext>
            </a:extLst>
          </p:cNvPr>
          <p:cNvSpPr txBox="1"/>
          <p:nvPr/>
        </p:nvSpPr>
        <p:spPr>
          <a:xfrm>
            <a:off x="5155373" y="3209732"/>
            <a:ext cx="1700554" cy="646331"/>
          </a:xfrm>
          <a:prstGeom prst="rect">
            <a:avLst/>
          </a:prstGeom>
          <a:noFill/>
        </p:spPr>
        <p:txBody>
          <a:bodyPr wrap="square" rtlCol="0">
            <a:spAutoFit/>
          </a:bodyPr>
          <a:lstStyle/>
          <a:p>
            <a:pPr algn="ctr"/>
            <a:r>
              <a:rPr lang="en-US" b="1" dirty="0">
                <a:solidFill>
                  <a:srgbClr val="FF0000"/>
                </a:solidFill>
              </a:rPr>
              <a:t>Lossless Compression</a:t>
            </a:r>
          </a:p>
        </p:txBody>
      </p:sp>
      <mc:AlternateContent xmlns:mc="http://schemas.openxmlformats.org/markup-compatibility/2006">
        <mc:Choice xmlns:p14="http://schemas.microsoft.com/office/powerpoint/2010/main" Requires="p14">
          <p:contentPart p14:bwMode="auto" r:id="rId9">
            <p14:nvContentPartPr>
              <p14:cNvPr id="12" name="Ink 11">
                <a:extLst>
                  <a:ext uri="{FF2B5EF4-FFF2-40B4-BE49-F238E27FC236}">
                    <a16:creationId xmlns:a16="http://schemas.microsoft.com/office/drawing/2014/main" id="{17EA32B8-4337-08D0-E138-0B2425950393}"/>
                  </a:ext>
                </a:extLst>
              </p14:cNvPr>
              <p14:cNvContentPartPr/>
              <p14:nvPr/>
            </p14:nvContentPartPr>
            <p14:xfrm>
              <a:off x="8170342" y="3209732"/>
              <a:ext cx="1721160" cy="667440"/>
            </p14:xfrm>
          </p:contentPart>
        </mc:Choice>
        <mc:Fallback>
          <p:pic>
            <p:nvPicPr>
              <p:cNvPr id="12" name="Ink 11">
                <a:extLst>
                  <a:ext uri="{FF2B5EF4-FFF2-40B4-BE49-F238E27FC236}">
                    <a16:creationId xmlns:a16="http://schemas.microsoft.com/office/drawing/2014/main" id="{17EA32B8-4337-08D0-E138-0B2425950393}"/>
                  </a:ext>
                </a:extLst>
              </p:cNvPr>
              <p:cNvPicPr/>
              <p:nvPr/>
            </p:nvPicPr>
            <p:blipFill>
              <a:blip r:embed="rId10"/>
              <a:stretch>
                <a:fillRect/>
              </a:stretch>
            </p:blipFill>
            <p:spPr>
              <a:xfrm>
                <a:off x="8134702" y="3173732"/>
                <a:ext cx="1792800" cy="739080"/>
              </a:xfrm>
              <a:prstGeom prst="rect">
                <a:avLst/>
              </a:prstGeom>
            </p:spPr>
          </p:pic>
        </mc:Fallback>
      </mc:AlternateContent>
      <p:sp>
        <p:nvSpPr>
          <p:cNvPr id="13" name="TextBox 12">
            <a:extLst>
              <a:ext uri="{FF2B5EF4-FFF2-40B4-BE49-F238E27FC236}">
                <a16:creationId xmlns:a16="http://schemas.microsoft.com/office/drawing/2014/main" id="{225B7B93-51A3-3FCE-1EBB-AA32DA263671}"/>
              </a:ext>
            </a:extLst>
          </p:cNvPr>
          <p:cNvSpPr txBox="1"/>
          <p:nvPr/>
        </p:nvSpPr>
        <p:spPr>
          <a:xfrm>
            <a:off x="8106790" y="3266280"/>
            <a:ext cx="1944806" cy="646331"/>
          </a:xfrm>
          <a:prstGeom prst="rect">
            <a:avLst/>
          </a:prstGeom>
          <a:noFill/>
        </p:spPr>
        <p:txBody>
          <a:bodyPr wrap="square" rtlCol="0">
            <a:spAutoFit/>
          </a:bodyPr>
          <a:lstStyle/>
          <a:p>
            <a:pPr algn="ctr"/>
            <a:r>
              <a:rPr lang="en-US" b="1" dirty="0"/>
              <a:t>Embed watermark and reconstruct</a:t>
            </a:r>
          </a:p>
        </p:txBody>
      </p:sp>
      <mc:AlternateContent xmlns:mc="http://schemas.openxmlformats.org/markup-compatibility/2006">
        <mc:Choice xmlns:p14="http://schemas.microsoft.com/office/powerpoint/2010/main" Requires="p14">
          <p:contentPart p14:bwMode="auto" r:id="rId11">
            <p14:nvContentPartPr>
              <p14:cNvPr id="14" name="Ink 13">
                <a:extLst>
                  <a:ext uri="{FF2B5EF4-FFF2-40B4-BE49-F238E27FC236}">
                    <a16:creationId xmlns:a16="http://schemas.microsoft.com/office/drawing/2014/main" id="{51B259BD-5863-CE2D-5EE2-CF3C1820AEAD}"/>
                  </a:ext>
                </a:extLst>
              </p14:cNvPr>
              <p14:cNvContentPartPr/>
              <p14:nvPr/>
            </p14:nvContentPartPr>
            <p14:xfrm>
              <a:off x="9838859" y="2714244"/>
              <a:ext cx="2248560" cy="352080"/>
            </p14:xfrm>
          </p:contentPart>
        </mc:Choice>
        <mc:Fallback>
          <p:pic>
            <p:nvPicPr>
              <p:cNvPr id="14" name="Ink 13">
                <a:extLst>
                  <a:ext uri="{FF2B5EF4-FFF2-40B4-BE49-F238E27FC236}">
                    <a16:creationId xmlns:a16="http://schemas.microsoft.com/office/drawing/2014/main" id="{51B259BD-5863-CE2D-5EE2-CF3C1820AEAD}"/>
                  </a:ext>
                </a:extLst>
              </p:cNvPr>
              <p:cNvPicPr/>
              <p:nvPr/>
            </p:nvPicPr>
            <p:blipFill>
              <a:blip r:embed="rId12"/>
              <a:stretch>
                <a:fillRect/>
              </a:stretch>
            </p:blipFill>
            <p:spPr>
              <a:xfrm>
                <a:off x="9802859" y="2678244"/>
                <a:ext cx="2320200" cy="423720"/>
              </a:xfrm>
              <a:prstGeom prst="rect">
                <a:avLst/>
              </a:prstGeom>
            </p:spPr>
          </p:pic>
        </mc:Fallback>
      </mc:AlternateContent>
      <p:sp>
        <p:nvSpPr>
          <p:cNvPr id="15" name="TextBox 14">
            <a:extLst>
              <a:ext uri="{FF2B5EF4-FFF2-40B4-BE49-F238E27FC236}">
                <a16:creationId xmlns:a16="http://schemas.microsoft.com/office/drawing/2014/main" id="{D6937CEF-A7F8-BE02-99F1-A3577A971334}"/>
              </a:ext>
            </a:extLst>
          </p:cNvPr>
          <p:cNvSpPr txBox="1"/>
          <p:nvPr/>
        </p:nvSpPr>
        <p:spPr>
          <a:xfrm>
            <a:off x="9888756" y="2839557"/>
            <a:ext cx="2140404" cy="369332"/>
          </a:xfrm>
          <a:prstGeom prst="rect">
            <a:avLst/>
          </a:prstGeom>
          <a:noFill/>
        </p:spPr>
        <p:txBody>
          <a:bodyPr wrap="square" rtlCol="0">
            <a:spAutoFit/>
          </a:bodyPr>
          <a:lstStyle/>
          <a:p>
            <a:r>
              <a:rPr lang="en-US" b="1" dirty="0"/>
              <a:t>Watermarked Image</a:t>
            </a:r>
          </a:p>
        </p:txBody>
      </p:sp>
    </p:spTree>
    <p:extLst>
      <p:ext uri="{BB962C8B-B14F-4D97-AF65-F5344CB8AC3E}">
        <p14:creationId xmlns:p14="http://schemas.microsoft.com/office/powerpoint/2010/main" val="34435628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9A321-AC3D-4C79-3799-2B97E7B5E3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5ABF9B-74E9-D4C4-F8F0-859870FEA72E}"/>
              </a:ext>
            </a:extLst>
          </p:cNvPr>
          <p:cNvSpPr>
            <a:spLocks noGrp="1"/>
          </p:cNvSpPr>
          <p:nvPr>
            <p:ph type="title"/>
          </p:nvPr>
        </p:nvSpPr>
        <p:spPr/>
        <p:txBody>
          <a:bodyPr/>
          <a:lstStyle/>
          <a:p>
            <a:r>
              <a:rPr lang="en-US" dirty="0">
                <a:solidFill>
                  <a:srgbClr val="0070C0"/>
                </a:solidFill>
              </a:rPr>
              <a:t>Core Methodology</a:t>
            </a:r>
          </a:p>
        </p:txBody>
      </p:sp>
      <p:sp>
        <p:nvSpPr>
          <p:cNvPr id="4" name="Footer Placeholder 3">
            <a:extLst>
              <a:ext uri="{FF2B5EF4-FFF2-40B4-BE49-F238E27FC236}">
                <a16:creationId xmlns:a16="http://schemas.microsoft.com/office/drawing/2014/main" id="{5C8043E6-E81D-9DED-563F-C0799E277500}"/>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040188E2-FC27-68F6-FF45-8B608C154564}"/>
              </a:ext>
            </a:extLst>
          </p:cNvPr>
          <p:cNvSpPr>
            <a:spLocks noGrp="1"/>
          </p:cNvSpPr>
          <p:nvPr>
            <p:ph type="sldNum" sz="quarter" idx="12"/>
          </p:nvPr>
        </p:nvSpPr>
        <p:spPr/>
        <p:txBody>
          <a:bodyPr/>
          <a:lstStyle/>
          <a:p>
            <a:fld id="{382B47E1-F59F-47B3-8D16-B2A0740F319A}" type="slidenum">
              <a:rPr lang="en-US" smtClean="0"/>
              <a:pPr/>
              <a:t>16</a:t>
            </a:fld>
            <a:endParaRPr lang="en-US" dirty="0"/>
          </a:p>
        </p:txBody>
      </p:sp>
      <p:sp>
        <p:nvSpPr>
          <p:cNvPr id="3" name="TextBox 2">
            <a:extLst>
              <a:ext uri="{FF2B5EF4-FFF2-40B4-BE49-F238E27FC236}">
                <a16:creationId xmlns:a16="http://schemas.microsoft.com/office/drawing/2014/main" id="{753D6BC7-2703-9F37-C62A-28930A7E599E}"/>
              </a:ext>
            </a:extLst>
          </p:cNvPr>
          <p:cNvSpPr txBox="1"/>
          <p:nvPr/>
        </p:nvSpPr>
        <p:spPr>
          <a:xfrm>
            <a:off x="1212574" y="1987826"/>
            <a:ext cx="7308574" cy="4524315"/>
          </a:xfrm>
          <a:prstGeom prst="rect">
            <a:avLst/>
          </a:prstGeom>
          <a:noFill/>
        </p:spPr>
        <p:txBody>
          <a:bodyPr wrap="square" rtlCol="0">
            <a:spAutoFit/>
          </a:bodyPr>
          <a:lstStyle/>
          <a:p>
            <a:pPr>
              <a:buNone/>
            </a:pPr>
            <a:r>
              <a:rPr lang="en-US" b="1" dirty="0"/>
              <a:t>Step 1: Data Selection</a:t>
            </a:r>
          </a:p>
          <a:p>
            <a:pPr marL="742950" lvl="1" indent="-285750">
              <a:buFont typeface="Arial" panose="020B0604020202020204" pitchFamily="34" charset="0"/>
              <a:buChar char="•"/>
            </a:pPr>
            <a:r>
              <a:rPr lang="en-US" dirty="0"/>
              <a:t>Select specific image regions or bit planes</a:t>
            </a:r>
          </a:p>
          <a:p>
            <a:pPr marL="742950" lvl="1" indent="-285750">
              <a:buFont typeface="Arial" panose="020B0604020202020204" pitchFamily="34" charset="0"/>
              <a:buChar char="•"/>
            </a:pPr>
            <a:r>
              <a:rPr lang="en-US" dirty="0">
                <a:solidFill>
                  <a:srgbClr val="C00000"/>
                </a:solidFill>
              </a:rPr>
              <a:t>Common choices: LSBs (Least Significant Bits) of pixels</a:t>
            </a:r>
          </a:p>
          <a:p>
            <a:pPr marL="742950" lvl="1" indent="-285750">
              <a:buFont typeface="Arial" panose="020B0604020202020204" pitchFamily="34" charset="0"/>
              <a:buChar char="•"/>
            </a:pPr>
            <a:r>
              <a:rPr lang="en-US" dirty="0"/>
              <a:t>Criteria: Redundancy level and visual impact</a:t>
            </a:r>
          </a:p>
          <a:p>
            <a:pPr>
              <a:buFont typeface="Arial" panose="020B0604020202020204" pitchFamily="34" charset="0"/>
              <a:buChar char="•"/>
            </a:pPr>
            <a:endParaRPr lang="en-US" dirty="0"/>
          </a:p>
          <a:p>
            <a:r>
              <a:rPr lang="en-US" b="1" dirty="0"/>
              <a:t>Step 2: Lossless Compression</a:t>
            </a:r>
          </a:p>
          <a:p>
            <a:pPr marL="742950" lvl="1" indent="-285750">
              <a:buFont typeface="Arial" panose="020B0604020202020204" pitchFamily="34" charset="0"/>
              <a:buChar char="•"/>
            </a:pPr>
            <a:r>
              <a:rPr lang="en-US" dirty="0">
                <a:solidFill>
                  <a:srgbClr val="C00000"/>
                </a:solidFill>
              </a:rPr>
              <a:t>Apply compression algorithms (e.g., LZW, Huffman coding)</a:t>
            </a:r>
          </a:p>
          <a:p>
            <a:pPr marL="742950" lvl="1" indent="-285750">
              <a:buFont typeface="Arial" panose="020B0604020202020204" pitchFamily="34" charset="0"/>
              <a:buChar char="•"/>
            </a:pPr>
            <a:r>
              <a:rPr lang="en-US" dirty="0"/>
              <a:t>Create free space by removing redundancy</a:t>
            </a:r>
          </a:p>
          <a:p>
            <a:pPr marL="742950" lvl="1" indent="-285750">
              <a:buFont typeface="Arial" panose="020B0604020202020204" pitchFamily="34" charset="0"/>
              <a:buChar char="•"/>
            </a:pPr>
            <a:r>
              <a:rPr lang="en-US" dirty="0"/>
              <a:t>Maintain perfect reconstruction capability</a:t>
            </a:r>
          </a:p>
          <a:p>
            <a:pPr lvl="1"/>
            <a:endParaRPr lang="en-US" dirty="0"/>
          </a:p>
          <a:p>
            <a:r>
              <a:rPr lang="en-US" b="1" dirty="0"/>
              <a:t>Step 3: Data Embedding</a:t>
            </a:r>
          </a:p>
          <a:p>
            <a:pPr marL="742950" lvl="1" indent="-285750">
              <a:buFont typeface="Arial" panose="020B0604020202020204" pitchFamily="34" charset="0"/>
              <a:buChar char="•"/>
            </a:pPr>
            <a:r>
              <a:rPr lang="en-US" dirty="0">
                <a:solidFill>
                  <a:srgbClr val="C00000"/>
                </a:solidFill>
              </a:rPr>
              <a:t>Insert secret data into compressed space</a:t>
            </a:r>
          </a:p>
          <a:p>
            <a:pPr marL="742950" lvl="1" indent="-285750">
              <a:buFont typeface="Arial" panose="020B0604020202020204" pitchFamily="34" charset="0"/>
              <a:buChar char="•"/>
            </a:pPr>
            <a:r>
              <a:rPr lang="en-US" dirty="0"/>
              <a:t>Append compression parameters</a:t>
            </a:r>
          </a:p>
          <a:p>
            <a:pPr marL="742950" lvl="1" indent="-285750">
              <a:buFont typeface="Arial" panose="020B0604020202020204" pitchFamily="34" charset="0"/>
              <a:buChar char="•"/>
            </a:pPr>
            <a:r>
              <a:rPr lang="en-US" dirty="0">
                <a:solidFill>
                  <a:srgbClr val="C00000"/>
                </a:solidFill>
              </a:rPr>
              <a:t>Generate location map for reconstruction</a:t>
            </a:r>
          </a:p>
          <a:p>
            <a:pPr lvl="1"/>
            <a:endParaRPr lang="en-US" dirty="0"/>
          </a:p>
          <a:p>
            <a:endParaRPr lang="en-US" dirty="0"/>
          </a:p>
        </p:txBody>
      </p:sp>
    </p:spTree>
    <p:extLst>
      <p:ext uri="{BB962C8B-B14F-4D97-AF65-F5344CB8AC3E}">
        <p14:creationId xmlns:p14="http://schemas.microsoft.com/office/powerpoint/2010/main" val="2369947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6A9535-7106-60FF-7BD2-C641DC5A5A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854E42-F177-FA65-1302-8CC1D82067AA}"/>
              </a:ext>
            </a:extLst>
          </p:cNvPr>
          <p:cNvSpPr>
            <a:spLocks noGrp="1"/>
          </p:cNvSpPr>
          <p:nvPr>
            <p:ph type="title"/>
          </p:nvPr>
        </p:nvSpPr>
        <p:spPr/>
        <p:txBody>
          <a:bodyPr/>
          <a:lstStyle/>
          <a:p>
            <a:r>
              <a:rPr lang="en-US" dirty="0">
                <a:solidFill>
                  <a:srgbClr val="0070C0"/>
                </a:solidFill>
              </a:rPr>
              <a:t>Advantages and Limitations</a:t>
            </a:r>
          </a:p>
        </p:txBody>
      </p:sp>
      <p:sp>
        <p:nvSpPr>
          <p:cNvPr id="4" name="Footer Placeholder 3">
            <a:extLst>
              <a:ext uri="{FF2B5EF4-FFF2-40B4-BE49-F238E27FC236}">
                <a16:creationId xmlns:a16="http://schemas.microsoft.com/office/drawing/2014/main" id="{30CFD6B3-AE70-DF47-44E8-1D83F7B63B2E}"/>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82D81687-1213-7D8A-64E9-5EC9A422CAE1}"/>
              </a:ext>
            </a:extLst>
          </p:cNvPr>
          <p:cNvSpPr>
            <a:spLocks noGrp="1"/>
          </p:cNvSpPr>
          <p:nvPr>
            <p:ph type="sldNum" sz="quarter" idx="12"/>
          </p:nvPr>
        </p:nvSpPr>
        <p:spPr/>
        <p:txBody>
          <a:bodyPr/>
          <a:lstStyle/>
          <a:p>
            <a:fld id="{382B47E1-F59F-47B3-8D16-B2A0740F319A}" type="slidenum">
              <a:rPr lang="en-US" smtClean="0"/>
              <a:pPr/>
              <a:t>17</a:t>
            </a:fld>
            <a:endParaRPr lang="en-US"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209EF4E7-2A95-7713-ADFB-5F11FED6D7CB}"/>
                  </a:ext>
                </a:extLst>
              </p:cNvPr>
              <p:cNvSpPr txBox="1"/>
              <p:nvPr/>
            </p:nvSpPr>
            <p:spPr>
              <a:xfrm>
                <a:off x="1024127" y="1826415"/>
                <a:ext cx="6096000" cy="4585871"/>
              </a:xfrm>
              <a:prstGeom prst="rect">
                <a:avLst/>
              </a:prstGeom>
              <a:noFill/>
            </p:spPr>
            <p:txBody>
              <a:bodyPr wrap="square">
                <a:spAutoFit/>
              </a:bodyPr>
              <a:lstStyle/>
              <a:p>
                <a:pPr>
                  <a:buNone/>
                </a:pPr>
                <a:r>
                  <a:rPr lang="en-US" sz="2000" b="1" dirty="0"/>
                  <a:t>Advantages:</a:t>
                </a:r>
                <a:endParaRPr lang="en-US" sz="2000" dirty="0"/>
              </a:p>
              <a:p>
                <a:pPr lvl="1">
                  <a:buFont typeface="Arial" panose="020B0604020202020204" pitchFamily="34" charset="0"/>
                  <a:buChar char="•"/>
                </a:pPr>
                <a:r>
                  <a:rPr lang="en-US" sz="2000" dirty="0"/>
                  <a:t> Perfect reversibility guaranteed</a:t>
                </a:r>
              </a:p>
              <a:p>
                <a:pPr lvl="1">
                  <a:buFont typeface="Arial" panose="020B0604020202020204" pitchFamily="34" charset="0"/>
                  <a:buChar char="•"/>
                </a:pPr>
                <a:r>
                  <a:rPr lang="en-US" sz="2000" dirty="0"/>
                  <a:t> Applicable to various image types</a:t>
                </a:r>
              </a:p>
              <a:p>
                <a:pPr lvl="1">
                  <a:buFont typeface="Arial" panose="020B0604020202020204" pitchFamily="34" charset="0"/>
                  <a:buChar char="•"/>
                </a:pPr>
                <a:r>
                  <a:rPr lang="en-US" sz="2000" dirty="0"/>
                  <a:t> Theoretical foundation for other methods</a:t>
                </a:r>
              </a:p>
              <a:p>
                <a:pPr lvl="1">
                  <a:buFont typeface="Arial" panose="020B0604020202020204" pitchFamily="34" charset="0"/>
                  <a:buChar char="•"/>
                </a:pPr>
                <a:endParaRPr lang="en-US" sz="2000" dirty="0"/>
              </a:p>
              <a:p>
                <a:pPr>
                  <a:buNone/>
                </a:pPr>
                <a:r>
                  <a:rPr lang="en-US" sz="2000" b="1" dirty="0"/>
                  <a:t>Limitations:</a:t>
                </a:r>
                <a:endParaRPr lang="en-US" sz="2000" dirty="0"/>
              </a:p>
              <a:p>
                <a:pPr lvl="1">
                  <a:buFont typeface="Arial" panose="020B0604020202020204" pitchFamily="34" charset="0"/>
                  <a:buChar char="•"/>
                </a:pPr>
                <a:r>
                  <a:rPr lang="en-US" sz="2000" dirty="0"/>
                  <a:t> High computational overhead</a:t>
                </a:r>
              </a:p>
              <a:p>
                <a:pPr lvl="1">
                  <a:buFont typeface="Arial" panose="020B0604020202020204" pitchFamily="34" charset="0"/>
                  <a:buChar char="•"/>
                </a:pPr>
                <a:r>
                  <a:rPr lang="en-US" sz="2000" dirty="0"/>
                  <a:t> Limited capacity (depends on image redundancy)</a:t>
                </a:r>
              </a:p>
              <a:p>
                <a:pPr lvl="1">
                  <a:buFont typeface="Arial" panose="020B0604020202020204" pitchFamily="34" charset="0"/>
                  <a:buChar char="•"/>
                </a:pPr>
                <a:r>
                  <a:rPr lang="en-US" sz="2000" dirty="0"/>
                  <a:t> Complex implementation requirements</a:t>
                </a:r>
              </a:p>
              <a:p>
                <a:pPr lvl="1">
                  <a:buFont typeface="Arial" panose="020B0604020202020204" pitchFamily="34" charset="0"/>
                  <a:buChar char="•"/>
                </a:pPr>
                <a:endParaRPr lang="en-US" sz="2000" dirty="0"/>
              </a:p>
              <a:p>
                <a:r>
                  <a:rPr lang="en-US" b="1" dirty="0"/>
                  <a:t>Performance Characteristics</a:t>
                </a:r>
              </a:p>
              <a:p>
                <a:r>
                  <a:rPr lang="en-US" b="1" dirty="0"/>
                  <a:t>	</a:t>
                </a:r>
                <a:r>
                  <a:rPr lang="en-US" b="1" dirty="0">
                    <a:solidFill>
                      <a:srgbClr val="C00000"/>
                    </a:solidFill>
                  </a:rPr>
                  <a:t>Capacity</a:t>
                </a:r>
                <a:r>
                  <a:rPr lang="en-US" dirty="0">
                    <a:solidFill>
                      <a:srgbClr val="C00000"/>
                    </a:solidFill>
                  </a:rPr>
                  <a:t>: </a:t>
                </a:r>
                <a:r>
                  <a:rPr lang="en-US" dirty="0"/>
                  <a:t>0.1-0.5 bpp (typical)</a:t>
                </a:r>
              </a:p>
              <a:p>
                <a:r>
                  <a:rPr lang="en-US" b="1" dirty="0"/>
                  <a:t>	</a:t>
                </a:r>
                <a:r>
                  <a:rPr lang="en-US" b="1" dirty="0">
                    <a:solidFill>
                      <a:srgbClr val="C00000"/>
                    </a:solidFill>
                  </a:rPr>
                  <a:t>PSNR</a:t>
                </a:r>
                <a:r>
                  <a:rPr lang="en-US" dirty="0">
                    <a:solidFill>
                      <a:srgbClr val="C00000"/>
                    </a:solidFill>
                  </a:rPr>
                  <a:t>: </a:t>
                </a:r>
                <a:r>
                  <a:rPr lang="en-US" dirty="0"/>
                  <a:t>35-45 dB</a:t>
                </a:r>
              </a:p>
              <a:p>
                <a:r>
                  <a:rPr lang="en-US" b="1" dirty="0"/>
                  <a:t>	</a:t>
                </a:r>
                <a:r>
                  <a:rPr lang="en-US" b="1" dirty="0">
                    <a:solidFill>
                      <a:srgbClr val="C00000"/>
                    </a:solidFill>
                  </a:rPr>
                  <a:t>Complexity</a:t>
                </a:r>
                <a:r>
                  <a:rPr lang="en-US" dirty="0">
                    <a:solidFill>
                      <a:srgbClr val="C00000"/>
                    </a:solidFill>
                  </a:rPr>
                  <a:t>: </a:t>
                </a:r>
                <a14:m>
                  <m:oMath xmlns:m="http://schemas.openxmlformats.org/officeDocument/2006/math">
                    <m:r>
                      <a:rPr lang="en-US" i="1" dirty="0" smtClean="0">
                        <a:latin typeface="Cambria Math" panose="02040503050406030204" pitchFamily="18" charset="0"/>
                      </a:rPr>
                      <m:t>𝑂</m:t>
                    </m:r>
                    <m:r>
                      <a:rPr lang="en-US" i="1" dirty="0" smtClean="0">
                        <a:latin typeface="Cambria Math" panose="02040503050406030204" pitchFamily="18" charset="0"/>
                      </a:rPr>
                      <m:t>(</m:t>
                    </m:r>
                    <m:r>
                      <a:rPr lang="en-US" i="1" dirty="0" smtClean="0">
                        <a:latin typeface="Cambria Math" panose="02040503050406030204" pitchFamily="18" charset="0"/>
                      </a:rPr>
                      <m:t>𝑛</m:t>
                    </m:r>
                    <m:r>
                      <a:rPr lang="en-US" i="1" dirty="0" smtClean="0">
                        <a:latin typeface="Cambria Math" panose="02040503050406030204" pitchFamily="18" charset="0"/>
                      </a:rPr>
                      <m:t> </m:t>
                    </m:r>
                    <m:r>
                      <m:rPr>
                        <m:sty m:val="p"/>
                      </m:rPr>
                      <a:rPr lang="en-US" i="1" dirty="0" smtClean="0">
                        <a:latin typeface="Cambria Math" panose="02040503050406030204" pitchFamily="18" charset="0"/>
                      </a:rPr>
                      <m:t>log</m:t>
                    </m:r>
                    <m:r>
                      <a:rPr lang="en-US" i="1" dirty="0" smtClean="0">
                        <a:latin typeface="Cambria Math" panose="02040503050406030204" pitchFamily="18" charset="0"/>
                      </a:rPr>
                      <m:t>⁡</m:t>
                    </m:r>
                    <m:r>
                      <a:rPr lang="en-US" i="1" dirty="0" smtClean="0">
                        <a:latin typeface="Cambria Math" panose="02040503050406030204" pitchFamily="18" charset="0"/>
                      </a:rPr>
                      <m:t>𝑛</m:t>
                    </m:r>
                    <m:r>
                      <a:rPr lang="en-US" i="1" dirty="0" smtClean="0">
                        <a:latin typeface="Cambria Math" panose="02040503050406030204" pitchFamily="18" charset="0"/>
                      </a:rPr>
                      <m:t>) </m:t>
                    </m:r>
                  </m:oMath>
                </a14:m>
                <a:r>
                  <a:rPr lang="en-US" dirty="0"/>
                  <a:t>for most algorithms</a:t>
                </a:r>
              </a:p>
              <a:p>
                <a:pPr lvl="1"/>
                <a:endParaRPr lang="en-US" sz="2000" dirty="0"/>
              </a:p>
            </p:txBody>
          </p:sp>
        </mc:Choice>
        <mc:Fallback xmlns="">
          <p:sp>
            <p:nvSpPr>
              <p:cNvPr id="7" name="TextBox 6">
                <a:extLst>
                  <a:ext uri="{FF2B5EF4-FFF2-40B4-BE49-F238E27FC236}">
                    <a16:creationId xmlns:a16="http://schemas.microsoft.com/office/drawing/2014/main" id="{209EF4E7-2A95-7713-ADFB-5F11FED6D7CB}"/>
                  </a:ext>
                </a:extLst>
              </p:cNvPr>
              <p:cNvSpPr txBox="1">
                <a:spLocks noRot="1" noChangeAspect="1" noMove="1" noResize="1" noEditPoints="1" noAdjustHandles="1" noChangeArrowheads="1" noChangeShapeType="1" noTextEdit="1"/>
              </p:cNvSpPr>
              <p:nvPr/>
            </p:nvSpPr>
            <p:spPr>
              <a:xfrm>
                <a:off x="1024127" y="1826415"/>
                <a:ext cx="6096000" cy="4585871"/>
              </a:xfrm>
              <a:prstGeom prst="rect">
                <a:avLst/>
              </a:prstGeom>
              <a:blipFill>
                <a:blip r:embed="rId2"/>
                <a:stretch>
                  <a:fillRect l="-1000" t="-798"/>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B1F8F007-0228-E7C2-37A6-1CEB5E7A82F4}"/>
              </a:ext>
            </a:extLst>
          </p:cNvPr>
          <p:cNvSpPr txBox="1"/>
          <p:nvPr/>
        </p:nvSpPr>
        <p:spPr>
          <a:xfrm>
            <a:off x="6241774" y="2202478"/>
            <a:ext cx="5625548" cy="92333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b="1" dirty="0"/>
              <a:t>While compression-based methods established the field, researchers sought more efficient approaches, leading to the development of difference expansion techniques...</a:t>
            </a:r>
          </a:p>
        </p:txBody>
      </p:sp>
    </p:spTree>
    <p:extLst>
      <p:ext uri="{BB962C8B-B14F-4D97-AF65-F5344CB8AC3E}">
        <p14:creationId xmlns:p14="http://schemas.microsoft.com/office/powerpoint/2010/main" val="13193609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4D3524-5B84-9B52-8381-1B5A6371A8AC}"/>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35A452B4-9384-C48F-85F3-3DCEE432CBF1}"/>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435CCA1B-0230-BA01-B2A9-CB24A13E7A83}"/>
              </a:ext>
            </a:extLst>
          </p:cNvPr>
          <p:cNvSpPr>
            <a:spLocks noGrp="1"/>
          </p:cNvSpPr>
          <p:nvPr>
            <p:ph type="sldNum" sz="quarter" idx="12"/>
          </p:nvPr>
        </p:nvSpPr>
        <p:spPr/>
        <p:txBody>
          <a:bodyPr/>
          <a:lstStyle/>
          <a:p>
            <a:fld id="{382B47E1-F59F-47B3-8D16-B2A0740F319A}" type="slidenum">
              <a:rPr lang="en-US" smtClean="0"/>
              <a:pPr/>
              <a:t>18</a:t>
            </a:fld>
            <a:endParaRPr lang="en-US" dirty="0"/>
          </a:p>
        </p:txBody>
      </p:sp>
      <p:pic>
        <p:nvPicPr>
          <p:cNvPr id="6" name="Picture 5">
            <a:extLst>
              <a:ext uri="{FF2B5EF4-FFF2-40B4-BE49-F238E27FC236}">
                <a16:creationId xmlns:a16="http://schemas.microsoft.com/office/drawing/2014/main" id="{F5851563-06D5-EB15-A501-953967F4207A}"/>
              </a:ext>
            </a:extLst>
          </p:cNvPr>
          <p:cNvPicPr>
            <a:picLocks noChangeAspect="1"/>
          </p:cNvPicPr>
          <p:nvPr/>
        </p:nvPicPr>
        <p:blipFill>
          <a:blip r:embed="rId2"/>
          <a:stretch>
            <a:fillRect/>
          </a:stretch>
        </p:blipFill>
        <p:spPr>
          <a:xfrm>
            <a:off x="1330135" y="122586"/>
            <a:ext cx="9356386" cy="6206246"/>
          </a:xfrm>
          <a:prstGeom prst="rect">
            <a:avLst/>
          </a:prstGeom>
        </p:spPr>
      </p:pic>
      <mc:AlternateContent xmlns:mc="http://schemas.openxmlformats.org/markup-compatibility/2006" xmlns:p14="http://schemas.microsoft.com/office/powerpoint/2010/main">
        <mc:Choice Requires="p14">
          <p:contentPart p14:bwMode="auto" r:id="rId3">
            <p14:nvContentPartPr>
              <p14:cNvPr id="10" name="Ink 9">
                <a:extLst>
                  <a:ext uri="{FF2B5EF4-FFF2-40B4-BE49-F238E27FC236}">
                    <a16:creationId xmlns:a16="http://schemas.microsoft.com/office/drawing/2014/main" id="{8E9E95D7-C315-98D7-2051-DA0292E16265}"/>
                  </a:ext>
                </a:extLst>
              </p14:cNvPr>
              <p14:cNvContentPartPr/>
              <p14:nvPr/>
            </p14:nvContentPartPr>
            <p14:xfrm>
              <a:off x="673617" y="878002"/>
              <a:ext cx="158400" cy="997920"/>
            </p14:xfrm>
          </p:contentPart>
        </mc:Choice>
        <mc:Fallback xmlns="">
          <p:pic>
            <p:nvPicPr>
              <p:cNvPr id="10" name="Ink 9">
                <a:extLst>
                  <a:ext uri="{FF2B5EF4-FFF2-40B4-BE49-F238E27FC236}">
                    <a16:creationId xmlns:a16="http://schemas.microsoft.com/office/drawing/2014/main" id="{8E9E95D7-C315-98D7-2051-DA0292E16265}"/>
                  </a:ext>
                </a:extLst>
              </p:cNvPr>
              <p:cNvPicPr/>
              <p:nvPr/>
            </p:nvPicPr>
            <p:blipFill>
              <a:blip r:embed="rId4"/>
              <a:stretch>
                <a:fillRect/>
              </a:stretch>
            </p:blipFill>
            <p:spPr>
              <a:xfrm>
                <a:off x="637977" y="842362"/>
                <a:ext cx="230040" cy="1069560"/>
              </a:xfrm>
              <a:prstGeom prst="rect">
                <a:avLst/>
              </a:prstGeom>
            </p:spPr>
          </p:pic>
        </mc:Fallback>
      </mc:AlternateContent>
      <p:sp>
        <p:nvSpPr>
          <p:cNvPr id="11" name="Rectangle 10">
            <a:extLst>
              <a:ext uri="{FF2B5EF4-FFF2-40B4-BE49-F238E27FC236}">
                <a16:creationId xmlns:a16="http://schemas.microsoft.com/office/drawing/2014/main" id="{E1C10F59-45E6-4C8A-F211-FFFF261A4B73}"/>
              </a:ext>
            </a:extLst>
          </p:cNvPr>
          <p:cNvSpPr/>
          <p:nvPr/>
        </p:nvSpPr>
        <p:spPr>
          <a:xfrm>
            <a:off x="1505479" y="3681663"/>
            <a:ext cx="2669479" cy="348916"/>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412102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FF8016-EC33-E962-189B-D8A370910871}"/>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C5D3102B-6AA7-8A5D-BC53-DE874B7637B0}"/>
              </a:ext>
            </a:extLst>
          </p:cNvPr>
          <p:cNvPicPr>
            <a:picLocks noChangeAspect="1"/>
          </p:cNvPicPr>
          <p:nvPr/>
        </p:nvPicPr>
        <p:blipFill>
          <a:blip r:embed="rId2"/>
          <a:stretch>
            <a:fillRect/>
          </a:stretch>
        </p:blipFill>
        <p:spPr>
          <a:xfrm>
            <a:off x="6096000" y="1"/>
            <a:ext cx="5374119" cy="6461094"/>
          </a:xfrm>
          <a:prstGeom prst="rect">
            <a:avLst/>
          </a:prstGeom>
        </p:spPr>
      </p:pic>
      <p:pic>
        <p:nvPicPr>
          <p:cNvPr id="3" name="Picture 2">
            <a:extLst>
              <a:ext uri="{FF2B5EF4-FFF2-40B4-BE49-F238E27FC236}">
                <a16:creationId xmlns:a16="http://schemas.microsoft.com/office/drawing/2014/main" id="{CAED461A-31C5-6973-8589-73989AEC51B0}"/>
              </a:ext>
            </a:extLst>
          </p:cNvPr>
          <p:cNvPicPr>
            <a:picLocks noChangeAspect="1"/>
          </p:cNvPicPr>
          <p:nvPr/>
        </p:nvPicPr>
        <p:blipFill>
          <a:blip r:embed="rId3"/>
          <a:stretch>
            <a:fillRect/>
          </a:stretch>
        </p:blipFill>
        <p:spPr>
          <a:xfrm>
            <a:off x="279520" y="58034"/>
            <a:ext cx="5531733" cy="6403061"/>
          </a:xfrm>
          <a:prstGeom prst="rect">
            <a:avLst/>
          </a:prstGeom>
        </p:spPr>
      </p:pic>
      <p:sp>
        <p:nvSpPr>
          <p:cNvPr id="4" name="Footer Placeholder 3">
            <a:extLst>
              <a:ext uri="{FF2B5EF4-FFF2-40B4-BE49-F238E27FC236}">
                <a16:creationId xmlns:a16="http://schemas.microsoft.com/office/drawing/2014/main" id="{7F40007E-FE7E-0AF3-1CEC-21B8D5EAC740}"/>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67DA605E-70B7-C9AB-F600-B3E245F3D311}"/>
              </a:ext>
            </a:extLst>
          </p:cNvPr>
          <p:cNvSpPr>
            <a:spLocks noGrp="1"/>
          </p:cNvSpPr>
          <p:nvPr>
            <p:ph type="sldNum" sz="quarter" idx="12"/>
          </p:nvPr>
        </p:nvSpPr>
        <p:spPr/>
        <p:txBody>
          <a:bodyPr/>
          <a:lstStyle/>
          <a:p>
            <a:fld id="{382B47E1-F59F-47B3-8D16-B2A0740F319A}" type="slidenum">
              <a:rPr lang="en-US" smtClean="0"/>
              <a:pPr/>
              <a:t>19</a:t>
            </a:fld>
            <a:endParaRPr lang="en-US" dirty="0"/>
          </a:p>
        </p:txBody>
      </p:sp>
      <mc:AlternateContent xmlns:mc="http://schemas.openxmlformats.org/markup-compatibility/2006" xmlns:p14="http://schemas.microsoft.com/office/powerpoint/2010/main">
        <mc:Choice Requires="p14">
          <p:contentPart p14:bwMode="auto" r:id="rId4">
            <p14:nvContentPartPr>
              <p14:cNvPr id="10" name="Ink 9">
                <a:extLst>
                  <a:ext uri="{FF2B5EF4-FFF2-40B4-BE49-F238E27FC236}">
                    <a16:creationId xmlns:a16="http://schemas.microsoft.com/office/drawing/2014/main" id="{FDA58C41-EEA0-ED4A-0F6B-FD88A6FDDABF}"/>
                  </a:ext>
                </a:extLst>
              </p14:cNvPr>
              <p14:cNvContentPartPr/>
              <p14:nvPr/>
            </p14:nvContentPartPr>
            <p14:xfrm>
              <a:off x="673617" y="878002"/>
              <a:ext cx="158400" cy="997920"/>
            </p14:xfrm>
          </p:contentPart>
        </mc:Choice>
        <mc:Fallback xmlns="">
          <p:pic>
            <p:nvPicPr>
              <p:cNvPr id="10" name="Ink 9">
                <a:extLst>
                  <a:ext uri="{FF2B5EF4-FFF2-40B4-BE49-F238E27FC236}">
                    <a16:creationId xmlns:a16="http://schemas.microsoft.com/office/drawing/2014/main" id="{FDA58C41-EEA0-ED4A-0F6B-FD88A6FDDABF}"/>
                  </a:ext>
                </a:extLst>
              </p:cNvPr>
              <p:cNvPicPr/>
              <p:nvPr/>
            </p:nvPicPr>
            <p:blipFill>
              <a:blip r:embed="rId5"/>
              <a:stretch>
                <a:fillRect/>
              </a:stretch>
            </p:blipFill>
            <p:spPr>
              <a:xfrm>
                <a:off x="637535" y="842002"/>
                <a:ext cx="230203" cy="1069560"/>
              </a:xfrm>
              <a:prstGeom prst="rect">
                <a:avLst/>
              </a:prstGeom>
            </p:spPr>
          </p:pic>
        </mc:Fallback>
      </mc:AlternateContent>
      <p:sp>
        <p:nvSpPr>
          <p:cNvPr id="8" name="TextBox 7">
            <a:extLst>
              <a:ext uri="{FF2B5EF4-FFF2-40B4-BE49-F238E27FC236}">
                <a16:creationId xmlns:a16="http://schemas.microsoft.com/office/drawing/2014/main" id="{F7D3729D-A0C2-AF94-6C5B-E0D0DB637EA5}"/>
              </a:ext>
            </a:extLst>
          </p:cNvPr>
          <p:cNvSpPr txBox="1"/>
          <p:nvPr/>
        </p:nvSpPr>
        <p:spPr>
          <a:xfrm>
            <a:off x="1132806" y="5817443"/>
            <a:ext cx="1333667"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b="1" dirty="0"/>
              <a:t>Embedding</a:t>
            </a:r>
          </a:p>
        </p:txBody>
      </p:sp>
      <p:sp>
        <p:nvSpPr>
          <p:cNvPr id="9" name="TextBox 8">
            <a:extLst>
              <a:ext uri="{FF2B5EF4-FFF2-40B4-BE49-F238E27FC236}">
                <a16:creationId xmlns:a16="http://schemas.microsoft.com/office/drawing/2014/main" id="{ADB67D64-EB27-5503-78E1-66A61BCF4F03}"/>
              </a:ext>
            </a:extLst>
          </p:cNvPr>
          <p:cNvSpPr txBox="1"/>
          <p:nvPr/>
        </p:nvSpPr>
        <p:spPr>
          <a:xfrm>
            <a:off x="7012237" y="5792351"/>
            <a:ext cx="1333667"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b="1" dirty="0"/>
              <a:t>Retrieval</a:t>
            </a:r>
          </a:p>
        </p:txBody>
      </p:sp>
      <p:cxnSp>
        <p:nvCxnSpPr>
          <p:cNvPr id="13" name="Straight Connector 12">
            <a:extLst>
              <a:ext uri="{FF2B5EF4-FFF2-40B4-BE49-F238E27FC236}">
                <a16:creationId xmlns:a16="http://schemas.microsoft.com/office/drawing/2014/main" id="{257DBBA8-54FF-5DE6-05DA-52C6B33668F1}"/>
              </a:ext>
            </a:extLst>
          </p:cNvPr>
          <p:cNvCxnSpPr/>
          <p:nvPr/>
        </p:nvCxnSpPr>
        <p:spPr>
          <a:xfrm>
            <a:off x="6096000" y="95608"/>
            <a:ext cx="0" cy="6269879"/>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566513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0F4B6C-96E0-4401-6A01-7ECE056477FF}"/>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066E5F71-A064-A205-572E-F3CCE4986FD3}"/>
              </a:ext>
            </a:extLst>
          </p:cNvPr>
          <p:cNvPicPr>
            <a:picLocks noChangeAspect="1"/>
          </p:cNvPicPr>
          <p:nvPr/>
        </p:nvPicPr>
        <p:blipFill>
          <a:blip r:embed="rId2"/>
          <a:stretch>
            <a:fillRect/>
          </a:stretch>
        </p:blipFill>
        <p:spPr>
          <a:xfrm>
            <a:off x="3432313" y="35434"/>
            <a:ext cx="5214387" cy="6425661"/>
          </a:xfrm>
          <a:prstGeom prst="rect">
            <a:avLst/>
          </a:prstGeom>
        </p:spPr>
      </p:pic>
      <p:sp>
        <p:nvSpPr>
          <p:cNvPr id="4" name="Footer Placeholder 3">
            <a:extLst>
              <a:ext uri="{FF2B5EF4-FFF2-40B4-BE49-F238E27FC236}">
                <a16:creationId xmlns:a16="http://schemas.microsoft.com/office/drawing/2014/main" id="{22B08238-5839-B8B9-69E6-75896E095CC0}"/>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C50FE7C9-2661-53EC-941E-826FEF1E3497}"/>
              </a:ext>
            </a:extLst>
          </p:cNvPr>
          <p:cNvSpPr>
            <a:spLocks noGrp="1"/>
          </p:cNvSpPr>
          <p:nvPr>
            <p:ph type="sldNum" sz="quarter" idx="12"/>
          </p:nvPr>
        </p:nvSpPr>
        <p:spPr/>
        <p:txBody>
          <a:bodyPr/>
          <a:lstStyle/>
          <a:p>
            <a:fld id="{382B47E1-F59F-47B3-8D16-B2A0740F319A}" type="slidenum">
              <a:rPr lang="en-US" smtClean="0"/>
              <a:pPr/>
              <a:t>20</a:t>
            </a:fld>
            <a:endParaRPr lang="en-US" dirty="0"/>
          </a:p>
        </p:txBody>
      </p:sp>
      <mc:AlternateContent xmlns:mc="http://schemas.openxmlformats.org/markup-compatibility/2006" xmlns:p14="http://schemas.microsoft.com/office/powerpoint/2010/main">
        <mc:Choice Requires="p14">
          <p:contentPart p14:bwMode="auto" r:id="rId3">
            <p14:nvContentPartPr>
              <p14:cNvPr id="10" name="Ink 9">
                <a:extLst>
                  <a:ext uri="{FF2B5EF4-FFF2-40B4-BE49-F238E27FC236}">
                    <a16:creationId xmlns:a16="http://schemas.microsoft.com/office/drawing/2014/main" id="{AD94EAF9-756A-56CB-B416-97EC92304E26}"/>
                  </a:ext>
                </a:extLst>
              </p14:cNvPr>
              <p14:cNvContentPartPr/>
              <p14:nvPr/>
            </p14:nvContentPartPr>
            <p14:xfrm>
              <a:off x="673617" y="878002"/>
              <a:ext cx="158400" cy="997920"/>
            </p14:xfrm>
          </p:contentPart>
        </mc:Choice>
        <mc:Fallback xmlns="">
          <p:pic>
            <p:nvPicPr>
              <p:cNvPr id="10" name="Ink 9">
                <a:extLst>
                  <a:ext uri="{FF2B5EF4-FFF2-40B4-BE49-F238E27FC236}">
                    <a16:creationId xmlns:a16="http://schemas.microsoft.com/office/drawing/2014/main" id="{AD94EAF9-756A-56CB-B416-97EC92304E26}"/>
                  </a:ext>
                </a:extLst>
              </p:cNvPr>
              <p:cNvPicPr/>
              <p:nvPr/>
            </p:nvPicPr>
            <p:blipFill>
              <a:blip r:embed="rId4"/>
              <a:stretch>
                <a:fillRect/>
              </a:stretch>
            </p:blipFill>
            <p:spPr>
              <a:xfrm>
                <a:off x="637535" y="842002"/>
                <a:ext cx="230203" cy="1069560"/>
              </a:xfrm>
              <a:prstGeom prst="rect">
                <a:avLst/>
              </a:prstGeom>
            </p:spPr>
          </p:pic>
        </mc:Fallback>
      </mc:AlternateContent>
      <p:sp>
        <p:nvSpPr>
          <p:cNvPr id="6" name="TextBox 5">
            <a:extLst>
              <a:ext uri="{FF2B5EF4-FFF2-40B4-BE49-F238E27FC236}">
                <a16:creationId xmlns:a16="http://schemas.microsoft.com/office/drawing/2014/main" id="{02563792-EFD2-3053-42C3-06E704261960}"/>
              </a:ext>
            </a:extLst>
          </p:cNvPr>
          <p:cNvSpPr txBox="1"/>
          <p:nvPr/>
        </p:nvSpPr>
        <p:spPr>
          <a:xfrm>
            <a:off x="673616" y="231913"/>
            <a:ext cx="2566585"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b="1" dirty="0"/>
              <a:t>Authentication Process</a:t>
            </a:r>
          </a:p>
        </p:txBody>
      </p:sp>
    </p:spTree>
    <p:extLst>
      <p:ext uri="{BB962C8B-B14F-4D97-AF65-F5344CB8AC3E}">
        <p14:creationId xmlns:p14="http://schemas.microsoft.com/office/powerpoint/2010/main" val="16956924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A70D96-0F61-3DCB-68A5-97CC4B1EACDA}"/>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224FCB96-0ECE-B477-D4A6-BC7AC53E5AC8}"/>
              </a:ext>
            </a:extLst>
          </p:cNvPr>
          <p:cNvSpPr>
            <a:spLocks noGrp="1"/>
          </p:cNvSpPr>
          <p:nvPr>
            <p:ph type="ftr" sz="quarter" idx="11"/>
          </p:nvPr>
        </p:nvSpPr>
        <p:spPr/>
        <p:txBody>
          <a:bodyPr/>
          <a:lstStyle/>
          <a:p>
            <a:r>
              <a:rPr lang="en-US" sz="1400" dirty="0"/>
              <a:t>Information Hiding, Shiraz university of technology</a:t>
            </a:r>
          </a:p>
        </p:txBody>
      </p:sp>
      <p:sp>
        <p:nvSpPr>
          <p:cNvPr id="3" name="Slide Number Placeholder 2">
            <a:extLst>
              <a:ext uri="{FF2B5EF4-FFF2-40B4-BE49-F238E27FC236}">
                <a16:creationId xmlns:a16="http://schemas.microsoft.com/office/drawing/2014/main" id="{B8F69764-9571-506C-84A9-5BEEA9569ECF}"/>
              </a:ext>
            </a:extLst>
          </p:cNvPr>
          <p:cNvSpPr>
            <a:spLocks noGrp="1"/>
          </p:cNvSpPr>
          <p:nvPr>
            <p:ph type="sldNum" sz="quarter" idx="12"/>
          </p:nvPr>
        </p:nvSpPr>
        <p:spPr/>
        <p:txBody>
          <a:bodyPr/>
          <a:lstStyle/>
          <a:p>
            <a:fld id="{382B47E1-F59F-47B3-8D16-B2A0740F319A}" type="slidenum">
              <a:rPr lang="en-US" sz="1400" smtClean="0"/>
              <a:t>21</a:t>
            </a:fld>
            <a:endParaRPr lang="en-US" sz="1400" dirty="0"/>
          </a:p>
        </p:txBody>
      </p:sp>
      <p:sp>
        <p:nvSpPr>
          <p:cNvPr id="4" name="TextBox 3">
            <a:extLst>
              <a:ext uri="{FF2B5EF4-FFF2-40B4-BE49-F238E27FC236}">
                <a16:creationId xmlns:a16="http://schemas.microsoft.com/office/drawing/2014/main" id="{99708FF9-CBC2-1F83-D973-54E54F763198}"/>
              </a:ext>
            </a:extLst>
          </p:cNvPr>
          <p:cNvSpPr txBox="1"/>
          <p:nvPr/>
        </p:nvSpPr>
        <p:spPr>
          <a:xfrm>
            <a:off x="2030895" y="1905073"/>
            <a:ext cx="8130209" cy="2862322"/>
          </a:xfrm>
          <a:prstGeom prst="rect">
            <a:avLst/>
          </a:prstGeom>
          <a:noFill/>
        </p:spPr>
        <p:txBody>
          <a:bodyPr wrap="square" rtlCol="0">
            <a:spAutoFit/>
          </a:bodyPr>
          <a:lstStyle/>
          <a:p>
            <a:pPr algn="ctr"/>
            <a:r>
              <a:rPr lang="fr-FR" sz="6000" dirty="0">
                <a:solidFill>
                  <a:srgbClr val="0070C0"/>
                </a:solidFill>
              </a:rPr>
              <a:t>Method 2:          Difference Expansion (DE) Techniques</a:t>
            </a:r>
            <a:endParaRPr lang="en-US" sz="8800" b="1" dirty="0">
              <a:solidFill>
                <a:srgbClr val="0070C0"/>
              </a:solidFill>
            </a:endParaRPr>
          </a:p>
        </p:txBody>
      </p:sp>
    </p:spTree>
    <p:extLst>
      <p:ext uri="{BB962C8B-B14F-4D97-AF65-F5344CB8AC3E}">
        <p14:creationId xmlns:p14="http://schemas.microsoft.com/office/powerpoint/2010/main" val="30816216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FD872-D3DB-F71E-1095-C4DE3EB5758B}"/>
              </a:ext>
            </a:extLst>
          </p:cNvPr>
          <p:cNvSpPr>
            <a:spLocks noGrp="1"/>
          </p:cNvSpPr>
          <p:nvPr>
            <p:ph type="title"/>
          </p:nvPr>
        </p:nvSpPr>
        <p:spPr/>
        <p:txBody>
          <a:bodyPr/>
          <a:lstStyle/>
          <a:p>
            <a:r>
              <a:rPr lang="en-US" dirty="0">
                <a:solidFill>
                  <a:srgbClr val="0070C0"/>
                </a:solidFill>
              </a:rPr>
              <a:t>Historical Development</a:t>
            </a:r>
          </a:p>
        </p:txBody>
      </p:sp>
      <p:sp>
        <p:nvSpPr>
          <p:cNvPr id="3" name="Content Placeholder 2">
            <a:extLst>
              <a:ext uri="{FF2B5EF4-FFF2-40B4-BE49-F238E27FC236}">
                <a16:creationId xmlns:a16="http://schemas.microsoft.com/office/drawing/2014/main" id="{0769D553-D3A2-F215-A85C-3EBBF471736D}"/>
              </a:ext>
            </a:extLst>
          </p:cNvPr>
          <p:cNvSpPr>
            <a:spLocks noGrp="1"/>
          </p:cNvSpPr>
          <p:nvPr>
            <p:ph idx="1"/>
          </p:nvPr>
        </p:nvSpPr>
        <p:spPr/>
        <p:txBody>
          <a:bodyPr/>
          <a:lstStyle/>
          <a:p>
            <a:r>
              <a:rPr lang="en-US" b="1" dirty="0">
                <a:solidFill>
                  <a:srgbClr val="C00000"/>
                </a:solidFill>
              </a:rPr>
              <a:t>Innovator:</a:t>
            </a:r>
          </a:p>
          <a:p>
            <a:r>
              <a:rPr lang="en-US" dirty="0"/>
              <a:t> 	Jun Tian (2002 preliminary, 2003 complete)</a:t>
            </a:r>
          </a:p>
          <a:p>
            <a:endParaRPr lang="en-US" dirty="0"/>
          </a:p>
          <a:p>
            <a:r>
              <a:rPr lang="en-US" b="1" dirty="0">
                <a:solidFill>
                  <a:srgbClr val="C00000"/>
                </a:solidFill>
              </a:rPr>
              <a:t>Breakthrough:</a:t>
            </a:r>
          </a:p>
          <a:p>
            <a:r>
              <a:rPr lang="en-US" dirty="0"/>
              <a:t> 	Direct pixel manipulation without compression</a:t>
            </a:r>
          </a:p>
          <a:p>
            <a:endParaRPr lang="en-US" dirty="0"/>
          </a:p>
          <a:p>
            <a:r>
              <a:rPr lang="en-US" b="1" dirty="0">
                <a:solidFill>
                  <a:srgbClr val="C00000"/>
                </a:solidFill>
              </a:rPr>
              <a:t>Impact:</a:t>
            </a:r>
          </a:p>
          <a:p>
            <a:r>
              <a:rPr lang="en-US" dirty="0"/>
              <a:t> 	Became the most widely studied RDH method</a:t>
            </a:r>
          </a:p>
        </p:txBody>
      </p:sp>
      <p:sp>
        <p:nvSpPr>
          <p:cNvPr id="4" name="Footer Placeholder 3">
            <a:extLst>
              <a:ext uri="{FF2B5EF4-FFF2-40B4-BE49-F238E27FC236}">
                <a16:creationId xmlns:a16="http://schemas.microsoft.com/office/drawing/2014/main" id="{BBB8A0DA-E65F-6F26-CE30-CA9F2C5AB102}"/>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456ADFEF-A920-4A1C-30F0-121A901FE042}"/>
              </a:ext>
            </a:extLst>
          </p:cNvPr>
          <p:cNvSpPr>
            <a:spLocks noGrp="1"/>
          </p:cNvSpPr>
          <p:nvPr>
            <p:ph type="sldNum" sz="quarter" idx="12"/>
          </p:nvPr>
        </p:nvSpPr>
        <p:spPr/>
        <p:txBody>
          <a:bodyPr/>
          <a:lstStyle/>
          <a:p>
            <a:fld id="{382B47E1-F59F-47B3-8D16-B2A0740F319A}" type="slidenum">
              <a:rPr lang="en-US" smtClean="0"/>
              <a:pPr/>
              <a:t>22</a:t>
            </a:fld>
            <a:endParaRPr lang="en-US" dirty="0"/>
          </a:p>
        </p:txBody>
      </p:sp>
    </p:spTree>
    <p:extLst>
      <p:ext uri="{BB962C8B-B14F-4D97-AF65-F5344CB8AC3E}">
        <p14:creationId xmlns:p14="http://schemas.microsoft.com/office/powerpoint/2010/main" val="10889498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7948E4-AF59-7567-1A8F-373F5BF5ADAB}"/>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08CE9CEB-C8F3-F6E6-08BC-7C0FCBB2FC8C}"/>
              </a:ext>
            </a:extLst>
          </p:cNvPr>
          <p:cNvPicPr>
            <a:picLocks noChangeAspect="1"/>
          </p:cNvPicPr>
          <p:nvPr/>
        </p:nvPicPr>
        <p:blipFill>
          <a:blip r:embed="rId2"/>
          <a:stretch>
            <a:fillRect/>
          </a:stretch>
        </p:blipFill>
        <p:spPr>
          <a:xfrm>
            <a:off x="6406322" y="2437735"/>
            <a:ext cx="5393676" cy="2625699"/>
          </a:xfrm>
          <a:prstGeom prst="rect">
            <a:avLst/>
          </a:prstGeom>
        </p:spPr>
      </p:pic>
      <p:sp>
        <p:nvSpPr>
          <p:cNvPr id="2" name="Title 1">
            <a:extLst>
              <a:ext uri="{FF2B5EF4-FFF2-40B4-BE49-F238E27FC236}">
                <a16:creationId xmlns:a16="http://schemas.microsoft.com/office/drawing/2014/main" id="{F41D9F6A-8906-DC71-3EF1-B6A19BDF6499}"/>
              </a:ext>
            </a:extLst>
          </p:cNvPr>
          <p:cNvSpPr>
            <a:spLocks noGrp="1"/>
          </p:cNvSpPr>
          <p:nvPr>
            <p:ph type="title"/>
          </p:nvPr>
        </p:nvSpPr>
        <p:spPr/>
        <p:txBody>
          <a:bodyPr/>
          <a:lstStyle/>
          <a:p>
            <a:r>
              <a:rPr lang="en-US" dirty="0">
                <a:solidFill>
                  <a:srgbClr val="0070C0"/>
                </a:solidFill>
              </a:rPr>
              <a:t>Fundamental Concept</a:t>
            </a:r>
          </a:p>
        </p:txBody>
      </p:sp>
      <p:sp>
        <p:nvSpPr>
          <p:cNvPr id="3" name="Content Placeholder 2">
            <a:extLst>
              <a:ext uri="{FF2B5EF4-FFF2-40B4-BE49-F238E27FC236}">
                <a16:creationId xmlns:a16="http://schemas.microsoft.com/office/drawing/2014/main" id="{4F76248D-CF0F-3E7D-B65C-62D24C257BFA}"/>
              </a:ext>
            </a:extLst>
          </p:cNvPr>
          <p:cNvSpPr>
            <a:spLocks noGrp="1"/>
          </p:cNvSpPr>
          <p:nvPr>
            <p:ph idx="1"/>
          </p:nvPr>
        </p:nvSpPr>
        <p:spPr>
          <a:xfrm>
            <a:off x="1024127" y="2084832"/>
            <a:ext cx="10266724" cy="4023360"/>
          </a:xfrm>
        </p:spPr>
        <p:txBody>
          <a:bodyPr>
            <a:normAutofit lnSpcReduction="10000"/>
          </a:bodyPr>
          <a:lstStyle/>
          <a:p>
            <a:r>
              <a:rPr lang="en-US" b="1" dirty="0">
                <a:solidFill>
                  <a:srgbClr val="C00000"/>
                </a:solidFill>
              </a:rPr>
              <a:t>Pixel Pair Processing</a:t>
            </a:r>
          </a:p>
          <a:p>
            <a:r>
              <a:rPr lang="en-US" b="1" dirty="0"/>
              <a:t>1) Image Partitioning:</a:t>
            </a:r>
          </a:p>
          <a:p>
            <a:pPr marL="0" indent="0">
              <a:buNone/>
            </a:pPr>
            <a:r>
              <a:rPr lang="en-US" b="1" dirty="0"/>
              <a:t> 	Divide image into pixel pairs (x, y)</a:t>
            </a:r>
          </a:p>
          <a:p>
            <a:pPr marL="0" indent="0">
              <a:buNone/>
            </a:pPr>
            <a:endParaRPr lang="en-US" b="1" dirty="0"/>
          </a:p>
          <a:p>
            <a:pPr marL="0" indent="0">
              <a:buNone/>
            </a:pPr>
            <a:r>
              <a:rPr lang="en-US" b="1" dirty="0"/>
              <a:t> 2) Calculate Parameters:</a:t>
            </a:r>
          </a:p>
          <a:p>
            <a:pPr marL="0" indent="0">
              <a:buNone/>
            </a:pPr>
            <a:r>
              <a:rPr lang="en-US" b="1" dirty="0"/>
              <a:t>	Integer Average: l = floor((x + y) / 2)</a:t>
            </a:r>
          </a:p>
          <a:p>
            <a:pPr marL="0" indent="0">
              <a:buNone/>
            </a:pPr>
            <a:r>
              <a:rPr lang="en-US" b="1" dirty="0"/>
              <a:t>	Difference: h = x – y</a:t>
            </a:r>
          </a:p>
          <a:p>
            <a:pPr marL="0" indent="0">
              <a:buNone/>
            </a:pPr>
            <a:endParaRPr lang="en-US" b="1" dirty="0"/>
          </a:p>
          <a:p>
            <a:pPr marL="0" indent="0">
              <a:buNone/>
            </a:pPr>
            <a:r>
              <a:rPr lang="en-US" b="1" dirty="0"/>
              <a:t> 3) Expansion Condition: Check if expansion is possible</a:t>
            </a:r>
          </a:p>
        </p:txBody>
      </p:sp>
      <p:sp>
        <p:nvSpPr>
          <p:cNvPr id="4" name="Footer Placeholder 3">
            <a:extLst>
              <a:ext uri="{FF2B5EF4-FFF2-40B4-BE49-F238E27FC236}">
                <a16:creationId xmlns:a16="http://schemas.microsoft.com/office/drawing/2014/main" id="{8731239A-39B4-19B5-3D95-B68B2F583498}"/>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A93EF7EA-9A8D-2565-C9DD-59A00020762E}"/>
              </a:ext>
            </a:extLst>
          </p:cNvPr>
          <p:cNvSpPr>
            <a:spLocks noGrp="1"/>
          </p:cNvSpPr>
          <p:nvPr>
            <p:ph type="sldNum" sz="quarter" idx="12"/>
          </p:nvPr>
        </p:nvSpPr>
        <p:spPr/>
        <p:txBody>
          <a:bodyPr/>
          <a:lstStyle/>
          <a:p>
            <a:fld id="{382B47E1-F59F-47B3-8D16-B2A0740F319A}" type="slidenum">
              <a:rPr lang="en-US" smtClean="0"/>
              <a:pPr/>
              <a:t>23</a:t>
            </a:fld>
            <a:endParaRPr lang="en-US" dirty="0"/>
          </a:p>
        </p:txBody>
      </p:sp>
    </p:spTree>
    <p:extLst>
      <p:ext uri="{BB962C8B-B14F-4D97-AF65-F5344CB8AC3E}">
        <p14:creationId xmlns:p14="http://schemas.microsoft.com/office/powerpoint/2010/main" val="3812179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D5DE56-A97A-2C09-2E49-3B1E18158C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A74CBF-A3D4-CDA9-9DBF-01A9C499EB9E}"/>
              </a:ext>
            </a:extLst>
          </p:cNvPr>
          <p:cNvSpPr>
            <a:spLocks noGrp="1"/>
          </p:cNvSpPr>
          <p:nvPr>
            <p:ph type="title"/>
          </p:nvPr>
        </p:nvSpPr>
        <p:spPr/>
        <p:txBody>
          <a:bodyPr/>
          <a:lstStyle/>
          <a:p>
            <a:r>
              <a:rPr lang="en-US" dirty="0">
                <a:solidFill>
                  <a:srgbClr val="0070C0"/>
                </a:solidFill>
              </a:rPr>
              <a:t>Fundamental Concept</a:t>
            </a:r>
          </a:p>
        </p:txBody>
      </p:sp>
      <p:sp>
        <p:nvSpPr>
          <p:cNvPr id="4" name="Footer Placeholder 3">
            <a:extLst>
              <a:ext uri="{FF2B5EF4-FFF2-40B4-BE49-F238E27FC236}">
                <a16:creationId xmlns:a16="http://schemas.microsoft.com/office/drawing/2014/main" id="{48A05520-62CA-0B68-122D-D9E22A200C1F}"/>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19D146DE-FFB2-2BD5-0B6C-1B711070E813}"/>
              </a:ext>
            </a:extLst>
          </p:cNvPr>
          <p:cNvSpPr>
            <a:spLocks noGrp="1"/>
          </p:cNvSpPr>
          <p:nvPr>
            <p:ph type="sldNum" sz="quarter" idx="12"/>
          </p:nvPr>
        </p:nvSpPr>
        <p:spPr/>
        <p:txBody>
          <a:bodyPr/>
          <a:lstStyle/>
          <a:p>
            <a:fld id="{382B47E1-F59F-47B3-8D16-B2A0740F319A}" type="slidenum">
              <a:rPr lang="en-US" smtClean="0"/>
              <a:pPr/>
              <a:t>24</a:t>
            </a:fld>
            <a:endParaRPr lang="en-US" dirty="0"/>
          </a:p>
        </p:txBody>
      </p:sp>
      <p:pic>
        <p:nvPicPr>
          <p:cNvPr id="9" name="Picture 8">
            <a:extLst>
              <a:ext uri="{FF2B5EF4-FFF2-40B4-BE49-F238E27FC236}">
                <a16:creationId xmlns:a16="http://schemas.microsoft.com/office/drawing/2014/main" id="{B187D674-2859-808E-45B1-37D307ECED23}"/>
              </a:ext>
            </a:extLst>
          </p:cNvPr>
          <p:cNvPicPr>
            <a:picLocks noChangeAspect="1"/>
          </p:cNvPicPr>
          <p:nvPr/>
        </p:nvPicPr>
        <p:blipFill>
          <a:blip r:embed="rId2"/>
          <a:stretch>
            <a:fillRect/>
          </a:stretch>
        </p:blipFill>
        <p:spPr>
          <a:xfrm>
            <a:off x="20389" y="805561"/>
            <a:ext cx="12151222" cy="4934055"/>
          </a:xfrm>
          <a:prstGeom prst="rect">
            <a:avLst/>
          </a:prstGeom>
        </p:spPr>
      </p:pic>
    </p:spTree>
    <p:extLst>
      <p:ext uri="{BB962C8B-B14F-4D97-AF65-F5344CB8AC3E}">
        <p14:creationId xmlns:p14="http://schemas.microsoft.com/office/powerpoint/2010/main" val="6760029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F58AB8-CBF9-D565-D665-6320F2988B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9855F5-1D7C-BAAA-DE60-EA899215BC99}"/>
              </a:ext>
            </a:extLst>
          </p:cNvPr>
          <p:cNvSpPr>
            <a:spLocks noGrp="1"/>
          </p:cNvSpPr>
          <p:nvPr>
            <p:ph type="title"/>
          </p:nvPr>
        </p:nvSpPr>
        <p:spPr/>
        <p:txBody>
          <a:bodyPr/>
          <a:lstStyle/>
          <a:p>
            <a:r>
              <a:rPr lang="en-US" dirty="0">
                <a:solidFill>
                  <a:srgbClr val="0070C0"/>
                </a:solidFill>
              </a:rPr>
              <a:t>Mathematical Foundation</a:t>
            </a:r>
          </a:p>
        </p:txBody>
      </p:sp>
      <p:sp>
        <p:nvSpPr>
          <p:cNvPr id="4" name="Footer Placeholder 3">
            <a:extLst>
              <a:ext uri="{FF2B5EF4-FFF2-40B4-BE49-F238E27FC236}">
                <a16:creationId xmlns:a16="http://schemas.microsoft.com/office/drawing/2014/main" id="{1A3B3303-30F5-5CF8-0895-EB47F4984A9B}"/>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AA36872C-BA26-7143-D596-A46339ACBD43}"/>
              </a:ext>
            </a:extLst>
          </p:cNvPr>
          <p:cNvSpPr>
            <a:spLocks noGrp="1"/>
          </p:cNvSpPr>
          <p:nvPr>
            <p:ph type="sldNum" sz="quarter" idx="12"/>
          </p:nvPr>
        </p:nvSpPr>
        <p:spPr/>
        <p:txBody>
          <a:bodyPr/>
          <a:lstStyle/>
          <a:p>
            <a:fld id="{382B47E1-F59F-47B3-8D16-B2A0740F319A}" type="slidenum">
              <a:rPr lang="en-US" smtClean="0"/>
              <a:pPr/>
              <a:t>25</a:t>
            </a:fld>
            <a:endParaRPr lang="en-US" dirty="0"/>
          </a:p>
        </p:txBody>
      </p:sp>
      <p:pic>
        <p:nvPicPr>
          <p:cNvPr id="3" name="Picture 2">
            <a:extLst>
              <a:ext uri="{FF2B5EF4-FFF2-40B4-BE49-F238E27FC236}">
                <a16:creationId xmlns:a16="http://schemas.microsoft.com/office/drawing/2014/main" id="{31F56EC7-761A-EF0F-4871-A3638ECBD511}"/>
              </a:ext>
            </a:extLst>
          </p:cNvPr>
          <p:cNvPicPr>
            <a:picLocks noChangeAspect="1"/>
          </p:cNvPicPr>
          <p:nvPr/>
        </p:nvPicPr>
        <p:blipFill>
          <a:blip r:embed="rId2"/>
          <a:stretch>
            <a:fillRect/>
          </a:stretch>
        </p:blipFill>
        <p:spPr>
          <a:xfrm>
            <a:off x="2393095" y="2170493"/>
            <a:ext cx="7528783" cy="2363295"/>
          </a:xfrm>
          <a:prstGeom prst="rect">
            <a:avLst/>
          </a:prstGeom>
        </p:spPr>
      </p:pic>
      <p:pic>
        <p:nvPicPr>
          <p:cNvPr id="6" name="Picture 5">
            <a:extLst>
              <a:ext uri="{FF2B5EF4-FFF2-40B4-BE49-F238E27FC236}">
                <a16:creationId xmlns:a16="http://schemas.microsoft.com/office/drawing/2014/main" id="{1F54539A-B587-1531-359D-292793B4EC98}"/>
              </a:ext>
            </a:extLst>
          </p:cNvPr>
          <p:cNvPicPr>
            <a:picLocks noChangeAspect="1"/>
          </p:cNvPicPr>
          <p:nvPr/>
        </p:nvPicPr>
        <p:blipFill>
          <a:blip r:embed="rId3"/>
          <a:stretch>
            <a:fillRect/>
          </a:stretch>
        </p:blipFill>
        <p:spPr>
          <a:xfrm>
            <a:off x="2522436" y="4645114"/>
            <a:ext cx="7270102" cy="1443829"/>
          </a:xfrm>
          <a:prstGeom prst="rect">
            <a:avLst/>
          </a:prstGeom>
        </p:spPr>
      </p:pic>
    </p:spTree>
    <p:extLst>
      <p:ext uri="{BB962C8B-B14F-4D97-AF65-F5344CB8AC3E}">
        <p14:creationId xmlns:p14="http://schemas.microsoft.com/office/powerpoint/2010/main" val="15273903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345261-8AE0-FB82-DB24-A05A0B80A2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DF5D2E-50CE-2F30-80E2-04F71276A24E}"/>
              </a:ext>
            </a:extLst>
          </p:cNvPr>
          <p:cNvSpPr>
            <a:spLocks noGrp="1"/>
          </p:cNvSpPr>
          <p:nvPr>
            <p:ph type="title"/>
          </p:nvPr>
        </p:nvSpPr>
        <p:spPr/>
        <p:txBody>
          <a:bodyPr/>
          <a:lstStyle/>
          <a:p>
            <a:r>
              <a:rPr lang="en-US" dirty="0">
                <a:solidFill>
                  <a:srgbClr val="0070C0"/>
                </a:solidFill>
              </a:rPr>
              <a:t>Mathematical Foundation</a:t>
            </a:r>
          </a:p>
        </p:txBody>
      </p:sp>
      <p:sp>
        <p:nvSpPr>
          <p:cNvPr id="4" name="Footer Placeholder 3">
            <a:extLst>
              <a:ext uri="{FF2B5EF4-FFF2-40B4-BE49-F238E27FC236}">
                <a16:creationId xmlns:a16="http://schemas.microsoft.com/office/drawing/2014/main" id="{DAB398D5-302F-1185-F6FC-91DA6397E57D}"/>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C5087803-018E-9E66-DBFF-63F6BA5C8496}"/>
              </a:ext>
            </a:extLst>
          </p:cNvPr>
          <p:cNvSpPr>
            <a:spLocks noGrp="1"/>
          </p:cNvSpPr>
          <p:nvPr>
            <p:ph type="sldNum" sz="quarter" idx="12"/>
          </p:nvPr>
        </p:nvSpPr>
        <p:spPr/>
        <p:txBody>
          <a:bodyPr/>
          <a:lstStyle/>
          <a:p>
            <a:fld id="{382B47E1-F59F-47B3-8D16-B2A0740F319A}" type="slidenum">
              <a:rPr lang="en-US" smtClean="0"/>
              <a:pPr/>
              <a:t>26</a:t>
            </a:fld>
            <a:endParaRPr lang="en-US" dirty="0"/>
          </a:p>
        </p:txBody>
      </p:sp>
      <p:pic>
        <p:nvPicPr>
          <p:cNvPr id="7" name="Picture 6">
            <a:extLst>
              <a:ext uri="{FF2B5EF4-FFF2-40B4-BE49-F238E27FC236}">
                <a16:creationId xmlns:a16="http://schemas.microsoft.com/office/drawing/2014/main" id="{69A2C712-646A-47DA-47AA-DE4ACE864B30}"/>
              </a:ext>
            </a:extLst>
          </p:cNvPr>
          <p:cNvPicPr>
            <a:picLocks noChangeAspect="1"/>
          </p:cNvPicPr>
          <p:nvPr/>
        </p:nvPicPr>
        <p:blipFill>
          <a:blip r:embed="rId2"/>
          <a:stretch>
            <a:fillRect/>
          </a:stretch>
        </p:blipFill>
        <p:spPr>
          <a:xfrm>
            <a:off x="2463110" y="1816571"/>
            <a:ext cx="6911682" cy="4644524"/>
          </a:xfrm>
          <a:prstGeom prst="rect">
            <a:avLst/>
          </a:prstGeom>
        </p:spPr>
      </p:pic>
    </p:spTree>
    <p:extLst>
      <p:ext uri="{BB962C8B-B14F-4D97-AF65-F5344CB8AC3E}">
        <p14:creationId xmlns:p14="http://schemas.microsoft.com/office/powerpoint/2010/main" val="12628755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2D8191-DD77-09CA-5F5A-2A782CDF4CED}"/>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70DC78A2-9A4E-7870-EBA5-7CFEBA495113}"/>
              </a:ext>
            </a:extLst>
          </p:cNvPr>
          <p:cNvPicPr>
            <a:picLocks noChangeAspect="1"/>
          </p:cNvPicPr>
          <p:nvPr/>
        </p:nvPicPr>
        <p:blipFill>
          <a:blip r:embed="rId2"/>
          <a:stretch>
            <a:fillRect/>
          </a:stretch>
        </p:blipFill>
        <p:spPr>
          <a:xfrm>
            <a:off x="8767554" y="940126"/>
            <a:ext cx="2219039" cy="5520969"/>
          </a:xfrm>
          <a:prstGeom prst="rect">
            <a:avLst/>
          </a:prstGeom>
        </p:spPr>
      </p:pic>
      <p:sp>
        <p:nvSpPr>
          <p:cNvPr id="2" name="Title 1">
            <a:extLst>
              <a:ext uri="{FF2B5EF4-FFF2-40B4-BE49-F238E27FC236}">
                <a16:creationId xmlns:a16="http://schemas.microsoft.com/office/drawing/2014/main" id="{8E2B1883-8040-47EF-0679-C79C3098786E}"/>
              </a:ext>
            </a:extLst>
          </p:cNvPr>
          <p:cNvSpPr>
            <a:spLocks noGrp="1"/>
          </p:cNvSpPr>
          <p:nvPr>
            <p:ph type="title"/>
          </p:nvPr>
        </p:nvSpPr>
        <p:spPr/>
        <p:txBody>
          <a:bodyPr/>
          <a:lstStyle/>
          <a:p>
            <a:r>
              <a:rPr lang="en-US" dirty="0">
                <a:solidFill>
                  <a:srgbClr val="0070C0"/>
                </a:solidFill>
              </a:rPr>
              <a:t>Mathematical Foundation</a:t>
            </a:r>
          </a:p>
        </p:txBody>
      </p:sp>
      <p:sp>
        <p:nvSpPr>
          <p:cNvPr id="4" name="Footer Placeholder 3">
            <a:extLst>
              <a:ext uri="{FF2B5EF4-FFF2-40B4-BE49-F238E27FC236}">
                <a16:creationId xmlns:a16="http://schemas.microsoft.com/office/drawing/2014/main" id="{79F372DE-5BBF-8344-7D87-D02C09248874}"/>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592654EC-4BD5-4865-BE5D-5DD4BEE4BB2A}"/>
              </a:ext>
            </a:extLst>
          </p:cNvPr>
          <p:cNvSpPr>
            <a:spLocks noGrp="1"/>
          </p:cNvSpPr>
          <p:nvPr>
            <p:ph type="sldNum" sz="quarter" idx="12"/>
          </p:nvPr>
        </p:nvSpPr>
        <p:spPr/>
        <p:txBody>
          <a:bodyPr/>
          <a:lstStyle/>
          <a:p>
            <a:fld id="{382B47E1-F59F-47B3-8D16-B2A0740F319A}" type="slidenum">
              <a:rPr lang="en-US" smtClean="0"/>
              <a:pPr/>
              <a:t>27</a:t>
            </a:fld>
            <a:endParaRPr lang="en-US" dirty="0"/>
          </a:p>
        </p:txBody>
      </p:sp>
      <p:pic>
        <p:nvPicPr>
          <p:cNvPr id="9" name="Picture 8">
            <a:extLst>
              <a:ext uri="{FF2B5EF4-FFF2-40B4-BE49-F238E27FC236}">
                <a16:creationId xmlns:a16="http://schemas.microsoft.com/office/drawing/2014/main" id="{47EF122A-B454-70D0-9452-AAA44E2C90C5}"/>
              </a:ext>
            </a:extLst>
          </p:cNvPr>
          <p:cNvPicPr>
            <a:picLocks noChangeAspect="1"/>
          </p:cNvPicPr>
          <p:nvPr/>
        </p:nvPicPr>
        <p:blipFill>
          <a:blip r:embed="rId3"/>
          <a:stretch>
            <a:fillRect/>
          </a:stretch>
        </p:blipFill>
        <p:spPr>
          <a:xfrm>
            <a:off x="843027" y="2084832"/>
            <a:ext cx="8409884" cy="4359763"/>
          </a:xfrm>
          <a:prstGeom prst="rect">
            <a:avLst/>
          </a:prstGeom>
        </p:spPr>
      </p:pic>
      <p:grpSp>
        <p:nvGrpSpPr>
          <p:cNvPr id="12" name="Group 11">
            <a:extLst>
              <a:ext uri="{FF2B5EF4-FFF2-40B4-BE49-F238E27FC236}">
                <a16:creationId xmlns:a16="http://schemas.microsoft.com/office/drawing/2014/main" id="{A908B513-B9D1-368B-F3CF-CE63FCD605BB}"/>
              </a:ext>
            </a:extLst>
          </p:cNvPr>
          <p:cNvGrpSpPr/>
          <p:nvPr/>
        </p:nvGrpSpPr>
        <p:grpSpPr>
          <a:xfrm>
            <a:off x="6639177" y="2079682"/>
            <a:ext cx="2685600" cy="1277640"/>
            <a:chOff x="6639177" y="2079682"/>
            <a:chExt cx="2685600" cy="1277640"/>
          </a:xfrm>
        </p:grpSpPr>
        <mc:AlternateContent xmlns:mc="http://schemas.openxmlformats.org/markup-compatibility/2006">
          <mc:Choice xmlns:p14="http://schemas.microsoft.com/office/powerpoint/2010/main" Requires="p14">
            <p:contentPart p14:bwMode="auto" r:id="rId4">
              <p14:nvContentPartPr>
                <p14:cNvPr id="10" name="Ink 9">
                  <a:extLst>
                    <a:ext uri="{FF2B5EF4-FFF2-40B4-BE49-F238E27FC236}">
                      <a16:creationId xmlns:a16="http://schemas.microsoft.com/office/drawing/2014/main" id="{C131EB20-D016-E67F-6A0E-4EB54F65974D}"/>
                    </a:ext>
                  </a:extLst>
                </p14:cNvPr>
                <p14:cNvContentPartPr/>
                <p14:nvPr/>
              </p14:nvContentPartPr>
              <p14:xfrm>
                <a:off x="6639177" y="2079682"/>
                <a:ext cx="1824120" cy="1277640"/>
              </p14:xfrm>
            </p:contentPart>
          </mc:Choice>
          <mc:Fallback>
            <p:pic>
              <p:nvPicPr>
                <p:cNvPr id="10" name="Ink 9">
                  <a:extLst>
                    <a:ext uri="{FF2B5EF4-FFF2-40B4-BE49-F238E27FC236}">
                      <a16:creationId xmlns:a16="http://schemas.microsoft.com/office/drawing/2014/main" id="{C131EB20-D016-E67F-6A0E-4EB54F65974D}"/>
                    </a:ext>
                  </a:extLst>
                </p:cNvPr>
                <p:cNvPicPr/>
                <p:nvPr/>
              </p:nvPicPr>
              <p:blipFill>
                <a:blip r:embed="rId5"/>
                <a:stretch>
                  <a:fillRect/>
                </a:stretch>
              </p:blipFill>
              <p:spPr>
                <a:xfrm>
                  <a:off x="6603177" y="2044042"/>
                  <a:ext cx="1895760" cy="134928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11" name="Ink 10">
                  <a:extLst>
                    <a:ext uri="{FF2B5EF4-FFF2-40B4-BE49-F238E27FC236}">
                      <a16:creationId xmlns:a16="http://schemas.microsoft.com/office/drawing/2014/main" id="{64FDEDE2-B68A-A06B-9DF0-8AF4487B776B}"/>
                    </a:ext>
                  </a:extLst>
                </p14:cNvPr>
                <p14:cNvContentPartPr/>
                <p14:nvPr/>
              </p14:nvContentPartPr>
              <p14:xfrm>
                <a:off x="8905377" y="2093362"/>
                <a:ext cx="419400" cy="360"/>
              </p14:xfrm>
            </p:contentPart>
          </mc:Choice>
          <mc:Fallback>
            <p:pic>
              <p:nvPicPr>
                <p:cNvPr id="11" name="Ink 10">
                  <a:extLst>
                    <a:ext uri="{FF2B5EF4-FFF2-40B4-BE49-F238E27FC236}">
                      <a16:creationId xmlns:a16="http://schemas.microsoft.com/office/drawing/2014/main" id="{64FDEDE2-B68A-A06B-9DF0-8AF4487B776B}"/>
                    </a:ext>
                  </a:extLst>
                </p:cNvPr>
                <p:cNvPicPr/>
                <p:nvPr/>
              </p:nvPicPr>
              <p:blipFill>
                <a:blip r:embed="rId7"/>
                <a:stretch>
                  <a:fillRect/>
                </a:stretch>
              </p:blipFill>
              <p:spPr>
                <a:xfrm>
                  <a:off x="8869377" y="2057362"/>
                  <a:ext cx="491040" cy="72000"/>
                </a:xfrm>
                <a:prstGeom prst="rect">
                  <a:avLst/>
                </a:prstGeom>
              </p:spPr>
            </p:pic>
          </mc:Fallback>
        </mc:AlternateContent>
      </p:grpSp>
    </p:spTree>
    <p:extLst>
      <p:ext uri="{BB962C8B-B14F-4D97-AF65-F5344CB8AC3E}">
        <p14:creationId xmlns:p14="http://schemas.microsoft.com/office/powerpoint/2010/main" val="26914438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6BC6B8-A2AD-C678-E844-EADFA145870E}"/>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B77E43E3-B8B8-F72E-C7BE-8B01725AE65F}"/>
              </a:ext>
            </a:extLst>
          </p:cNvPr>
          <p:cNvPicPr>
            <a:picLocks noChangeAspect="1"/>
          </p:cNvPicPr>
          <p:nvPr/>
        </p:nvPicPr>
        <p:blipFill>
          <a:blip r:embed="rId2"/>
          <a:stretch>
            <a:fillRect/>
          </a:stretch>
        </p:blipFill>
        <p:spPr>
          <a:xfrm>
            <a:off x="1455822" y="4199116"/>
            <a:ext cx="5058329" cy="2289397"/>
          </a:xfrm>
          <a:prstGeom prst="rect">
            <a:avLst/>
          </a:prstGeom>
        </p:spPr>
      </p:pic>
      <p:sp>
        <p:nvSpPr>
          <p:cNvPr id="2" name="Title 1">
            <a:extLst>
              <a:ext uri="{FF2B5EF4-FFF2-40B4-BE49-F238E27FC236}">
                <a16:creationId xmlns:a16="http://schemas.microsoft.com/office/drawing/2014/main" id="{A877EE88-3A0C-817B-79E7-4F4629DC7332}"/>
              </a:ext>
            </a:extLst>
          </p:cNvPr>
          <p:cNvSpPr>
            <a:spLocks noGrp="1"/>
          </p:cNvSpPr>
          <p:nvPr>
            <p:ph type="title"/>
          </p:nvPr>
        </p:nvSpPr>
        <p:spPr/>
        <p:txBody>
          <a:bodyPr/>
          <a:lstStyle/>
          <a:p>
            <a:r>
              <a:rPr lang="en-US" dirty="0">
                <a:solidFill>
                  <a:srgbClr val="0070C0"/>
                </a:solidFill>
              </a:rPr>
              <a:t>Mathematical Foundation</a:t>
            </a:r>
          </a:p>
        </p:txBody>
      </p:sp>
      <p:sp>
        <p:nvSpPr>
          <p:cNvPr id="4" name="Footer Placeholder 3">
            <a:extLst>
              <a:ext uri="{FF2B5EF4-FFF2-40B4-BE49-F238E27FC236}">
                <a16:creationId xmlns:a16="http://schemas.microsoft.com/office/drawing/2014/main" id="{73091FB0-6FDE-725C-8DD2-6728937278D4}"/>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1AA29F2F-55EF-2886-EC1F-E9083A401D87}"/>
              </a:ext>
            </a:extLst>
          </p:cNvPr>
          <p:cNvSpPr>
            <a:spLocks noGrp="1"/>
          </p:cNvSpPr>
          <p:nvPr>
            <p:ph type="sldNum" sz="quarter" idx="12"/>
          </p:nvPr>
        </p:nvSpPr>
        <p:spPr/>
        <p:txBody>
          <a:bodyPr/>
          <a:lstStyle/>
          <a:p>
            <a:fld id="{382B47E1-F59F-47B3-8D16-B2A0740F319A}" type="slidenum">
              <a:rPr lang="en-US" smtClean="0"/>
              <a:pPr/>
              <a:t>28</a:t>
            </a:fld>
            <a:endParaRPr lang="en-US" dirty="0"/>
          </a:p>
        </p:txBody>
      </p:sp>
      <p:pic>
        <p:nvPicPr>
          <p:cNvPr id="3" name="Picture 2">
            <a:extLst>
              <a:ext uri="{FF2B5EF4-FFF2-40B4-BE49-F238E27FC236}">
                <a16:creationId xmlns:a16="http://schemas.microsoft.com/office/drawing/2014/main" id="{3B593EE4-0C13-B2C8-DFA1-9A788D7B5BFF}"/>
              </a:ext>
            </a:extLst>
          </p:cNvPr>
          <p:cNvPicPr>
            <a:picLocks noChangeAspect="1"/>
          </p:cNvPicPr>
          <p:nvPr/>
        </p:nvPicPr>
        <p:blipFill>
          <a:blip r:embed="rId3"/>
          <a:stretch>
            <a:fillRect/>
          </a:stretch>
        </p:blipFill>
        <p:spPr>
          <a:xfrm>
            <a:off x="901150" y="1862561"/>
            <a:ext cx="5768091" cy="2363972"/>
          </a:xfrm>
          <a:prstGeom prst="rect">
            <a:avLst/>
          </a:prstGeom>
        </p:spPr>
      </p:pic>
      <p:sp>
        <p:nvSpPr>
          <p:cNvPr id="6" name="Rectangle 5">
            <a:extLst>
              <a:ext uri="{FF2B5EF4-FFF2-40B4-BE49-F238E27FC236}">
                <a16:creationId xmlns:a16="http://schemas.microsoft.com/office/drawing/2014/main" id="{EE04333E-5CEA-D90E-E4B5-1FB5F95A4413}"/>
              </a:ext>
            </a:extLst>
          </p:cNvPr>
          <p:cNvSpPr/>
          <p:nvPr/>
        </p:nvSpPr>
        <p:spPr>
          <a:xfrm>
            <a:off x="1708486" y="1862561"/>
            <a:ext cx="1407695" cy="360947"/>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98A124FF-11FB-6C30-B1A3-088268BEF606}"/>
              </a:ext>
            </a:extLst>
          </p:cNvPr>
          <p:cNvSpPr/>
          <p:nvPr/>
        </p:nvSpPr>
        <p:spPr>
          <a:xfrm>
            <a:off x="2824307" y="2607754"/>
            <a:ext cx="1735663" cy="360947"/>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169E5FBF-E1B5-A27E-FD13-E537349845EF}"/>
              </a:ext>
            </a:extLst>
          </p:cNvPr>
          <p:cNvPicPr>
            <a:picLocks noChangeAspect="1"/>
          </p:cNvPicPr>
          <p:nvPr/>
        </p:nvPicPr>
        <p:blipFill>
          <a:blip r:embed="rId4"/>
          <a:stretch>
            <a:fillRect/>
          </a:stretch>
        </p:blipFill>
        <p:spPr>
          <a:xfrm>
            <a:off x="8187544" y="479115"/>
            <a:ext cx="2626230" cy="5899769"/>
          </a:xfrm>
          <a:prstGeom prst="rect">
            <a:avLst/>
          </a:prstGeom>
        </p:spPr>
      </p:pic>
    </p:spTree>
    <p:extLst>
      <p:ext uri="{BB962C8B-B14F-4D97-AF65-F5344CB8AC3E}">
        <p14:creationId xmlns:p14="http://schemas.microsoft.com/office/powerpoint/2010/main" val="39205565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D0C64E-1162-5830-D756-5692829F96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546B1C-B204-ABC1-5265-F7ECE2367418}"/>
              </a:ext>
            </a:extLst>
          </p:cNvPr>
          <p:cNvSpPr>
            <a:spLocks noGrp="1"/>
          </p:cNvSpPr>
          <p:nvPr>
            <p:ph type="title"/>
          </p:nvPr>
        </p:nvSpPr>
        <p:spPr/>
        <p:txBody>
          <a:bodyPr/>
          <a:lstStyle/>
          <a:p>
            <a:r>
              <a:rPr lang="en-US" dirty="0">
                <a:solidFill>
                  <a:srgbClr val="0070C0"/>
                </a:solidFill>
              </a:rPr>
              <a:t>Mathematical Foundation</a:t>
            </a:r>
          </a:p>
        </p:txBody>
      </p:sp>
      <p:sp>
        <p:nvSpPr>
          <p:cNvPr id="4" name="Footer Placeholder 3">
            <a:extLst>
              <a:ext uri="{FF2B5EF4-FFF2-40B4-BE49-F238E27FC236}">
                <a16:creationId xmlns:a16="http://schemas.microsoft.com/office/drawing/2014/main" id="{CA6BBC68-7950-79A7-A8B6-55EA0D4C5EE6}"/>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E2DFB254-CF72-7C42-2173-CEA12872DFC0}"/>
              </a:ext>
            </a:extLst>
          </p:cNvPr>
          <p:cNvSpPr>
            <a:spLocks noGrp="1"/>
          </p:cNvSpPr>
          <p:nvPr>
            <p:ph type="sldNum" sz="quarter" idx="12"/>
          </p:nvPr>
        </p:nvSpPr>
        <p:spPr/>
        <p:txBody>
          <a:bodyPr/>
          <a:lstStyle/>
          <a:p>
            <a:fld id="{382B47E1-F59F-47B3-8D16-B2A0740F319A}" type="slidenum">
              <a:rPr lang="en-US" smtClean="0"/>
              <a:pPr/>
              <a:t>29</a:t>
            </a:fld>
            <a:endParaRPr lang="en-US" dirty="0"/>
          </a:p>
        </p:txBody>
      </p:sp>
      <p:pic>
        <p:nvPicPr>
          <p:cNvPr id="10" name="Picture 9">
            <a:extLst>
              <a:ext uri="{FF2B5EF4-FFF2-40B4-BE49-F238E27FC236}">
                <a16:creationId xmlns:a16="http://schemas.microsoft.com/office/drawing/2014/main" id="{DF7C526B-1CCF-A554-1CC2-2CB80FB26FE2}"/>
              </a:ext>
            </a:extLst>
          </p:cNvPr>
          <p:cNvPicPr>
            <a:picLocks noChangeAspect="1"/>
          </p:cNvPicPr>
          <p:nvPr/>
        </p:nvPicPr>
        <p:blipFill>
          <a:blip r:embed="rId2"/>
          <a:stretch>
            <a:fillRect/>
          </a:stretch>
        </p:blipFill>
        <p:spPr>
          <a:xfrm>
            <a:off x="8187544" y="479115"/>
            <a:ext cx="2626230" cy="5899769"/>
          </a:xfrm>
          <a:prstGeom prst="rect">
            <a:avLst/>
          </a:prstGeom>
        </p:spPr>
      </p:pic>
      <p:pic>
        <p:nvPicPr>
          <p:cNvPr id="7" name="Picture 6">
            <a:extLst>
              <a:ext uri="{FF2B5EF4-FFF2-40B4-BE49-F238E27FC236}">
                <a16:creationId xmlns:a16="http://schemas.microsoft.com/office/drawing/2014/main" id="{0F43E582-A6E8-E5C2-BC5C-9130F3BDD68A}"/>
              </a:ext>
            </a:extLst>
          </p:cNvPr>
          <p:cNvPicPr>
            <a:picLocks noChangeAspect="1"/>
          </p:cNvPicPr>
          <p:nvPr/>
        </p:nvPicPr>
        <p:blipFill>
          <a:blip r:embed="rId3"/>
          <a:stretch>
            <a:fillRect/>
          </a:stretch>
        </p:blipFill>
        <p:spPr>
          <a:xfrm>
            <a:off x="1024127" y="1621709"/>
            <a:ext cx="2863850" cy="4757175"/>
          </a:xfrm>
          <a:prstGeom prst="rect">
            <a:avLst/>
          </a:prstGeom>
        </p:spPr>
      </p:pic>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4020FF51-F2DE-8618-0F29-DC4EC9865FBE}"/>
                  </a:ext>
                </a:extLst>
              </p:cNvPr>
              <p:cNvSpPr txBox="1"/>
              <p:nvPr/>
            </p:nvSpPr>
            <p:spPr>
              <a:xfrm>
                <a:off x="4457747" y="5635160"/>
                <a:ext cx="3160026" cy="52322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14:m>
                  <m:oMathPara xmlns:m="http://schemas.openxmlformats.org/officeDocument/2006/math">
                    <m:oMathParaPr>
                      <m:jc m:val="centerGroup"/>
                    </m:oMathParaPr>
                    <m:oMath xmlns:m="http://schemas.openxmlformats.org/officeDocument/2006/math">
                      <m:r>
                        <a:rPr lang="en-US" sz="2800" b="1" i="1" dirty="0" smtClean="0">
                          <a:latin typeface="Cambria Math" panose="02040503050406030204" pitchFamily="18" charset="0"/>
                        </a:rPr>
                        <m:t>𝟎</m:t>
                      </m:r>
                      <m:r>
                        <a:rPr lang="en-US" sz="2800" b="1" i="1" dirty="0" smtClean="0">
                          <a:latin typeface="Cambria Math" panose="02040503050406030204" pitchFamily="18" charset="0"/>
                        </a:rPr>
                        <m:t> ≤ </m:t>
                      </m:r>
                      <m:sSup>
                        <m:sSupPr>
                          <m:ctrlPr>
                            <a:rPr lang="en-US" sz="2800" b="1" i="1" dirty="0" smtClean="0">
                              <a:latin typeface="Cambria Math" panose="02040503050406030204" pitchFamily="18" charset="0"/>
                            </a:rPr>
                          </m:ctrlPr>
                        </m:sSupPr>
                        <m:e>
                          <m:r>
                            <a:rPr lang="en-US" sz="2800" b="1" i="1" dirty="0" smtClean="0">
                              <a:latin typeface="Cambria Math" panose="02040503050406030204" pitchFamily="18" charset="0"/>
                            </a:rPr>
                            <m:t>𝒙</m:t>
                          </m:r>
                        </m:e>
                        <m:sup>
                          <m:r>
                            <a:rPr lang="en-US" sz="2800" b="1" i="1" dirty="0" smtClean="0">
                              <a:latin typeface="Cambria Math" panose="02040503050406030204" pitchFamily="18" charset="0"/>
                            </a:rPr>
                            <m:t>′</m:t>
                          </m:r>
                        </m:sup>
                      </m:sSup>
                      <m:r>
                        <a:rPr lang="en-US" sz="2800" b="1" i="1" dirty="0" smtClean="0">
                          <a:latin typeface="Cambria Math" panose="02040503050406030204" pitchFamily="18" charset="0"/>
                        </a:rPr>
                        <m:t>, </m:t>
                      </m:r>
                      <m:r>
                        <a:rPr lang="en-US" sz="2800" b="1" i="1" dirty="0" smtClean="0">
                          <a:latin typeface="Cambria Math" panose="02040503050406030204" pitchFamily="18" charset="0"/>
                        </a:rPr>
                        <m:t>𝒚</m:t>
                      </m:r>
                      <m:r>
                        <a:rPr lang="en-US" sz="2800" b="1" i="1" dirty="0" smtClean="0">
                          <a:latin typeface="Cambria Math" panose="02040503050406030204" pitchFamily="18" charset="0"/>
                        </a:rPr>
                        <m:t>′ ≤ </m:t>
                      </m:r>
                      <m:r>
                        <a:rPr lang="en-US" sz="2800" b="1" i="1" dirty="0" smtClean="0">
                          <a:latin typeface="Cambria Math" panose="02040503050406030204" pitchFamily="18" charset="0"/>
                        </a:rPr>
                        <m:t>𝟐𝟓𝟓</m:t>
                      </m:r>
                    </m:oMath>
                  </m:oMathPara>
                </a14:m>
                <a:endParaRPr lang="en-US" sz="2800" b="1" dirty="0"/>
              </a:p>
            </p:txBody>
          </p:sp>
        </mc:Choice>
        <mc:Fallback>
          <p:sp>
            <p:nvSpPr>
              <p:cNvPr id="13" name="TextBox 12">
                <a:extLst>
                  <a:ext uri="{FF2B5EF4-FFF2-40B4-BE49-F238E27FC236}">
                    <a16:creationId xmlns:a16="http://schemas.microsoft.com/office/drawing/2014/main" id="{4020FF51-F2DE-8618-0F29-DC4EC9865FBE}"/>
                  </a:ext>
                </a:extLst>
              </p:cNvPr>
              <p:cNvSpPr txBox="1">
                <a:spLocks noRot="1" noChangeAspect="1" noMove="1" noResize="1" noEditPoints="1" noAdjustHandles="1" noChangeArrowheads="1" noChangeShapeType="1" noTextEdit="1"/>
              </p:cNvSpPr>
              <p:nvPr/>
            </p:nvSpPr>
            <p:spPr>
              <a:xfrm>
                <a:off x="4457747" y="5635160"/>
                <a:ext cx="3160026" cy="523220"/>
              </a:xfrm>
              <a:prstGeom prst="rect">
                <a:avLst/>
              </a:prstGeom>
              <a:blipFill>
                <a:blip r:embed="rId4"/>
                <a:stretch>
                  <a:fillRect/>
                </a:stretch>
              </a:blipFill>
            </p:spPr>
            <p:txBody>
              <a:bodyPr/>
              <a:lstStyle/>
              <a:p>
                <a:r>
                  <a:rPr lang="en-US">
                    <a:noFill/>
                  </a:rPr>
                  <a:t> </a:t>
                </a:r>
              </a:p>
            </p:txBody>
          </p:sp>
        </mc:Fallback>
      </mc:AlternateContent>
      <p:cxnSp>
        <p:nvCxnSpPr>
          <p:cNvPr id="15" name="Straight Connector 14">
            <a:extLst>
              <a:ext uri="{FF2B5EF4-FFF2-40B4-BE49-F238E27FC236}">
                <a16:creationId xmlns:a16="http://schemas.microsoft.com/office/drawing/2014/main" id="{CD36470A-AA23-C007-3D6B-AFCDAE333759}"/>
              </a:ext>
            </a:extLst>
          </p:cNvPr>
          <p:cNvCxnSpPr/>
          <p:nvPr/>
        </p:nvCxnSpPr>
        <p:spPr>
          <a:xfrm flipH="1">
            <a:off x="1997242" y="3814011"/>
            <a:ext cx="721894"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17" name="Straight Arrow Connector 16">
            <a:extLst>
              <a:ext uri="{FF2B5EF4-FFF2-40B4-BE49-F238E27FC236}">
                <a16:creationId xmlns:a16="http://schemas.microsoft.com/office/drawing/2014/main" id="{46E9A3E6-5407-78BA-41A8-04802E9C31D2}"/>
              </a:ext>
            </a:extLst>
          </p:cNvPr>
          <p:cNvCxnSpPr>
            <a:cxnSpLocks/>
            <a:endCxn id="19" idx="1"/>
          </p:cNvCxnSpPr>
          <p:nvPr/>
        </p:nvCxnSpPr>
        <p:spPr>
          <a:xfrm>
            <a:off x="2719136" y="3833261"/>
            <a:ext cx="1869741" cy="573893"/>
          </a:xfrm>
          <a:prstGeom prst="straightConnector1">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9" name="TextBox 18">
            <a:extLst>
              <a:ext uri="{FF2B5EF4-FFF2-40B4-BE49-F238E27FC236}">
                <a16:creationId xmlns:a16="http://schemas.microsoft.com/office/drawing/2014/main" id="{3A8D4016-AEBD-CEDF-2BE4-F437E4F364CB}"/>
              </a:ext>
            </a:extLst>
          </p:cNvPr>
          <p:cNvSpPr txBox="1"/>
          <p:nvPr/>
        </p:nvSpPr>
        <p:spPr>
          <a:xfrm>
            <a:off x="4588877" y="4053211"/>
            <a:ext cx="3014246" cy="707886"/>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2000" b="1" dirty="0"/>
              <a:t>Creates Embedding Space</a:t>
            </a:r>
          </a:p>
          <a:p>
            <a:pPr algn="ctr"/>
            <a:r>
              <a:rPr lang="en-US" sz="2000" b="1" dirty="0"/>
              <a:t>(Expands the difference)</a:t>
            </a:r>
          </a:p>
        </p:txBody>
      </p:sp>
      <p:pic>
        <p:nvPicPr>
          <p:cNvPr id="31" name="Picture 30">
            <a:extLst>
              <a:ext uri="{FF2B5EF4-FFF2-40B4-BE49-F238E27FC236}">
                <a16:creationId xmlns:a16="http://schemas.microsoft.com/office/drawing/2014/main" id="{D76CCC09-1DDD-E513-C549-0A7FA2829C74}"/>
              </a:ext>
            </a:extLst>
          </p:cNvPr>
          <p:cNvPicPr>
            <a:picLocks noChangeAspect="1"/>
          </p:cNvPicPr>
          <p:nvPr/>
        </p:nvPicPr>
        <p:blipFill>
          <a:blip r:embed="rId5"/>
          <a:stretch>
            <a:fillRect/>
          </a:stretch>
        </p:blipFill>
        <p:spPr>
          <a:xfrm>
            <a:off x="4124628" y="1779531"/>
            <a:ext cx="3826264" cy="1731765"/>
          </a:xfrm>
          <a:prstGeom prst="rect">
            <a:avLst/>
          </a:prstGeom>
        </p:spPr>
      </p:pic>
      <p:cxnSp>
        <p:nvCxnSpPr>
          <p:cNvPr id="33" name="Straight Arrow Connector 32">
            <a:extLst>
              <a:ext uri="{FF2B5EF4-FFF2-40B4-BE49-F238E27FC236}">
                <a16:creationId xmlns:a16="http://schemas.microsoft.com/office/drawing/2014/main" id="{13103330-097D-89EC-63DC-3049CB718373}"/>
              </a:ext>
            </a:extLst>
          </p:cNvPr>
          <p:cNvCxnSpPr>
            <a:cxnSpLocks/>
            <a:stCxn id="19" idx="0"/>
          </p:cNvCxnSpPr>
          <p:nvPr/>
        </p:nvCxnSpPr>
        <p:spPr>
          <a:xfrm flipV="1">
            <a:off x="6096000" y="3597442"/>
            <a:ext cx="0" cy="455769"/>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118040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D2082C-9DC8-3920-355E-CA2FA0FA2B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85C16E-9D7A-0E46-84F9-5378D2C568BD}"/>
              </a:ext>
            </a:extLst>
          </p:cNvPr>
          <p:cNvSpPr>
            <a:spLocks noGrp="1"/>
          </p:cNvSpPr>
          <p:nvPr>
            <p:ph type="title"/>
          </p:nvPr>
        </p:nvSpPr>
        <p:spPr/>
        <p:txBody>
          <a:bodyPr/>
          <a:lstStyle/>
          <a:p>
            <a:r>
              <a:rPr lang="en-US" dirty="0">
                <a:solidFill>
                  <a:srgbClr val="0070C0"/>
                </a:solidFill>
              </a:rPr>
              <a:t>Mathematical Foundation</a:t>
            </a:r>
          </a:p>
        </p:txBody>
      </p:sp>
      <p:sp>
        <p:nvSpPr>
          <p:cNvPr id="4" name="Footer Placeholder 3">
            <a:extLst>
              <a:ext uri="{FF2B5EF4-FFF2-40B4-BE49-F238E27FC236}">
                <a16:creationId xmlns:a16="http://schemas.microsoft.com/office/drawing/2014/main" id="{969CFFFF-19FB-C326-F443-BB4897EC5F18}"/>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960C6625-6D9A-74CC-1BA7-1B556BEE10DB}"/>
              </a:ext>
            </a:extLst>
          </p:cNvPr>
          <p:cNvSpPr>
            <a:spLocks noGrp="1"/>
          </p:cNvSpPr>
          <p:nvPr>
            <p:ph type="sldNum" sz="quarter" idx="12"/>
          </p:nvPr>
        </p:nvSpPr>
        <p:spPr/>
        <p:txBody>
          <a:bodyPr/>
          <a:lstStyle/>
          <a:p>
            <a:fld id="{382B47E1-F59F-47B3-8D16-B2A0740F319A}" type="slidenum">
              <a:rPr lang="en-US" smtClean="0"/>
              <a:pPr/>
              <a:t>30</a:t>
            </a:fld>
            <a:endParaRPr lang="en-US" dirty="0"/>
          </a:p>
        </p:txBody>
      </p:sp>
      <p:pic>
        <p:nvPicPr>
          <p:cNvPr id="3" name="Picture 2">
            <a:extLst>
              <a:ext uri="{FF2B5EF4-FFF2-40B4-BE49-F238E27FC236}">
                <a16:creationId xmlns:a16="http://schemas.microsoft.com/office/drawing/2014/main" id="{004F89F6-1BFF-7E78-24B0-E3E26E614B9A}"/>
              </a:ext>
            </a:extLst>
          </p:cNvPr>
          <p:cNvPicPr>
            <a:picLocks noChangeAspect="1"/>
          </p:cNvPicPr>
          <p:nvPr/>
        </p:nvPicPr>
        <p:blipFill>
          <a:blip r:embed="rId2"/>
          <a:stretch>
            <a:fillRect/>
          </a:stretch>
        </p:blipFill>
        <p:spPr>
          <a:xfrm>
            <a:off x="1024127" y="1901878"/>
            <a:ext cx="2434259" cy="4370906"/>
          </a:xfrm>
          <a:prstGeom prst="rect">
            <a:avLst/>
          </a:prstGeom>
        </p:spPr>
      </p:pic>
      <p:sp>
        <p:nvSpPr>
          <p:cNvPr id="6" name="Rectangle 5">
            <a:extLst>
              <a:ext uri="{FF2B5EF4-FFF2-40B4-BE49-F238E27FC236}">
                <a16:creationId xmlns:a16="http://schemas.microsoft.com/office/drawing/2014/main" id="{1641FAF0-E835-7C27-CF53-B9895145050F}"/>
              </a:ext>
            </a:extLst>
          </p:cNvPr>
          <p:cNvSpPr/>
          <p:nvPr/>
        </p:nvSpPr>
        <p:spPr>
          <a:xfrm>
            <a:off x="1132411" y="3178124"/>
            <a:ext cx="1743136" cy="446739"/>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4366B92F-7674-2872-9BC3-CD378B7C668E}"/>
              </a:ext>
            </a:extLst>
          </p:cNvPr>
          <p:cNvCxnSpPr/>
          <p:nvPr/>
        </p:nvCxnSpPr>
        <p:spPr>
          <a:xfrm>
            <a:off x="2935705" y="3429000"/>
            <a:ext cx="1552074" cy="0"/>
          </a:xfrm>
          <a:prstGeom prst="straightConnector1">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1" name="TextBox 10">
            <a:extLst>
              <a:ext uri="{FF2B5EF4-FFF2-40B4-BE49-F238E27FC236}">
                <a16:creationId xmlns:a16="http://schemas.microsoft.com/office/drawing/2014/main" id="{EC867263-AA3D-E703-9989-17F763A3B962}"/>
              </a:ext>
            </a:extLst>
          </p:cNvPr>
          <p:cNvSpPr txBox="1"/>
          <p:nvPr/>
        </p:nvSpPr>
        <p:spPr>
          <a:xfrm>
            <a:off x="4547937" y="3178124"/>
            <a:ext cx="2129589"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2400" b="1" dirty="0"/>
              <a:t>Watermark Bit</a:t>
            </a:r>
          </a:p>
        </p:txBody>
      </p:sp>
      <p:sp>
        <p:nvSpPr>
          <p:cNvPr id="12" name="Right Brace 11">
            <a:extLst>
              <a:ext uri="{FF2B5EF4-FFF2-40B4-BE49-F238E27FC236}">
                <a16:creationId xmlns:a16="http://schemas.microsoft.com/office/drawing/2014/main" id="{6326D87D-6F3D-1AE7-580B-0FC58A684E19}"/>
              </a:ext>
            </a:extLst>
          </p:cNvPr>
          <p:cNvSpPr/>
          <p:nvPr/>
        </p:nvSpPr>
        <p:spPr>
          <a:xfrm>
            <a:off x="3458385" y="3968955"/>
            <a:ext cx="211247" cy="2094955"/>
          </a:xfrm>
          <a:prstGeom prst="rightBrace">
            <a:avLst>
              <a:gd name="adj1" fmla="val 49389"/>
              <a:gd name="adj2" fmla="val 48888"/>
            </a:avLst>
          </a:prstGeom>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a:p>
        </p:txBody>
      </p:sp>
      <p:sp>
        <p:nvSpPr>
          <p:cNvPr id="14" name="TextBox 13">
            <a:extLst>
              <a:ext uri="{FF2B5EF4-FFF2-40B4-BE49-F238E27FC236}">
                <a16:creationId xmlns:a16="http://schemas.microsoft.com/office/drawing/2014/main" id="{0C75B4A7-76B7-20B1-70A0-D8FD450A269D}"/>
              </a:ext>
            </a:extLst>
          </p:cNvPr>
          <p:cNvSpPr txBox="1"/>
          <p:nvPr/>
        </p:nvSpPr>
        <p:spPr>
          <a:xfrm>
            <a:off x="3871488" y="4707501"/>
            <a:ext cx="2286000" cy="52322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2800" b="1" dirty="0"/>
              <a:t>Reversible !</a:t>
            </a:r>
          </a:p>
        </p:txBody>
      </p:sp>
      <mc:AlternateContent xmlns:mc="http://schemas.openxmlformats.org/markup-compatibility/2006">
        <mc:Choice xmlns:a14="http://schemas.microsoft.com/office/drawing/2010/main" Requires="a14">
          <p:sp>
            <p:nvSpPr>
              <p:cNvPr id="16" name="TextBox 15">
                <a:extLst>
                  <a:ext uri="{FF2B5EF4-FFF2-40B4-BE49-F238E27FC236}">
                    <a16:creationId xmlns:a16="http://schemas.microsoft.com/office/drawing/2014/main" id="{9C7837F1-8C40-6F8B-3562-A1F4309E9D88}"/>
                  </a:ext>
                </a:extLst>
              </p:cNvPr>
              <p:cNvSpPr txBox="1"/>
              <p:nvPr/>
            </p:nvSpPr>
            <p:spPr>
              <a:xfrm>
                <a:off x="6890648" y="1657958"/>
                <a:ext cx="4944978" cy="470898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2000" b="1" dirty="0"/>
                  <a:t>But Sometimes our new </a:t>
                </a:r>
                <a14:m>
                  <m:oMath xmlns:m="http://schemas.openxmlformats.org/officeDocument/2006/math">
                    <m:sSup>
                      <m:sSupPr>
                        <m:ctrlPr>
                          <a:rPr lang="en-US" sz="2000" b="1" i="1" smtClean="0">
                            <a:latin typeface="Cambria Math" panose="02040503050406030204" pitchFamily="18" charset="0"/>
                          </a:rPr>
                        </m:ctrlPr>
                      </m:sSupPr>
                      <m:e>
                        <m:r>
                          <a:rPr lang="en-US" sz="2000" b="1" i="1" smtClean="0">
                            <a:latin typeface="Cambria Math" panose="02040503050406030204" pitchFamily="18" charset="0"/>
                          </a:rPr>
                          <m:t>𝒙</m:t>
                        </m:r>
                      </m:e>
                      <m:sup>
                        <m:r>
                          <a:rPr lang="en-US" sz="2000" b="1" i="1" smtClean="0">
                            <a:latin typeface="Cambria Math" panose="02040503050406030204" pitchFamily="18" charset="0"/>
                          </a:rPr>
                          <m:t>′</m:t>
                        </m:r>
                      </m:sup>
                    </m:sSup>
                  </m:oMath>
                </a14:m>
                <a:r>
                  <a:rPr lang="en-US" sz="2000" b="1" dirty="0"/>
                  <a:t> and </a:t>
                </a:r>
                <a14:m>
                  <m:oMath xmlns:m="http://schemas.openxmlformats.org/officeDocument/2006/math">
                    <m:sSup>
                      <m:sSupPr>
                        <m:ctrlPr>
                          <a:rPr lang="en-US" sz="2000" b="1" i="1" smtClean="0">
                            <a:latin typeface="Cambria Math" panose="02040503050406030204" pitchFamily="18" charset="0"/>
                          </a:rPr>
                        </m:ctrlPr>
                      </m:sSupPr>
                      <m:e>
                        <m:r>
                          <a:rPr lang="en-US" sz="2000" b="1" i="1" smtClean="0">
                            <a:latin typeface="Cambria Math" panose="02040503050406030204" pitchFamily="18" charset="0"/>
                          </a:rPr>
                          <m:t>𝒚</m:t>
                        </m:r>
                      </m:e>
                      <m:sup>
                        <m:r>
                          <a:rPr lang="en-US" sz="2000" b="1" i="1" smtClean="0">
                            <a:latin typeface="Cambria Math" panose="02040503050406030204" pitchFamily="18" charset="0"/>
                          </a:rPr>
                          <m:t>′</m:t>
                        </m:r>
                      </m:sup>
                    </m:sSup>
                  </m:oMath>
                </a14:m>
                <a:r>
                  <a:rPr lang="en-US" sz="2000" b="1" dirty="0"/>
                  <a:t> becomes larger than 255 or smaller than 0 ! </a:t>
                </a:r>
              </a:p>
              <a:p>
                <a:endParaRPr lang="en-US" sz="2000" b="1" dirty="0"/>
              </a:p>
              <a:p>
                <a:r>
                  <a:rPr lang="en-US" sz="2000" b="1" dirty="0"/>
                  <a:t>Because of this, We need something called </a:t>
                </a:r>
                <a:r>
                  <a:rPr lang="en-US" sz="2000" b="1" dirty="0">
                    <a:solidFill>
                      <a:srgbClr val="C00000"/>
                    </a:solidFill>
                  </a:rPr>
                  <a:t>Location map</a:t>
                </a:r>
                <a:r>
                  <a:rPr lang="en-US" sz="2000" b="1" dirty="0"/>
                  <a:t>. Pixels that excite the range of [255, 0] are marked as Non-expandable or Non-changeable.</a:t>
                </a:r>
              </a:p>
              <a:p>
                <a:endParaRPr lang="en-US" sz="2000" b="1" dirty="0"/>
              </a:p>
              <a:p>
                <a:endParaRPr lang="en-US" sz="2000" b="1" dirty="0"/>
              </a:p>
              <a:p>
                <a:endParaRPr lang="en-US" sz="2000" b="1" dirty="0"/>
              </a:p>
              <a:p>
                <a:endParaRPr lang="en-US" sz="2000" b="1" dirty="0"/>
              </a:p>
              <a:p>
                <a:endParaRPr lang="en-US" sz="2000" b="1" dirty="0"/>
              </a:p>
              <a:p>
                <a:endParaRPr lang="en-US" sz="2000" b="1" dirty="0"/>
              </a:p>
              <a:p>
                <a:endParaRPr lang="en-US" sz="2000" b="1" dirty="0"/>
              </a:p>
              <a:p>
                <a:endParaRPr lang="en-US" sz="2000" b="1" dirty="0"/>
              </a:p>
            </p:txBody>
          </p:sp>
        </mc:Choice>
        <mc:Fallback>
          <p:sp>
            <p:nvSpPr>
              <p:cNvPr id="16" name="TextBox 15">
                <a:extLst>
                  <a:ext uri="{FF2B5EF4-FFF2-40B4-BE49-F238E27FC236}">
                    <a16:creationId xmlns:a16="http://schemas.microsoft.com/office/drawing/2014/main" id="{9C7837F1-8C40-6F8B-3562-A1F4309E9D88}"/>
                  </a:ext>
                </a:extLst>
              </p:cNvPr>
              <p:cNvSpPr txBox="1">
                <a:spLocks noRot="1" noChangeAspect="1" noMove="1" noResize="1" noEditPoints="1" noAdjustHandles="1" noChangeArrowheads="1" noChangeShapeType="1" noTextEdit="1"/>
              </p:cNvSpPr>
              <p:nvPr/>
            </p:nvSpPr>
            <p:spPr>
              <a:xfrm>
                <a:off x="6890648" y="1657958"/>
                <a:ext cx="4944978" cy="4708981"/>
              </a:xfrm>
              <a:prstGeom prst="rect">
                <a:avLst/>
              </a:prstGeom>
              <a:blipFill>
                <a:blip r:embed="rId3"/>
                <a:stretch>
                  <a:fillRect l="-1104" t="-645" r="-1350"/>
                </a:stretch>
              </a:blipFill>
            </p:spPr>
            <p:txBody>
              <a:bodyPr/>
              <a:lstStyle/>
              <a:p>
                <a:r>
                  <a:rPr lang="en-US">
                    <a:noFill/>
                  </a:rPr>
                  <a:t> </a:t>
                </a:r>
              </a:p>
            </p:txBody>
          </p:sp>
        </mc:Fallback>
      </mc:AlternateContent>
      <p:pic>
        <p:nvPicPr>
          <p:cNvPr id="18" name="Picture 17">
            <a:extLst>
              <a:ext uri="{FF2B5EF4-FFF2-40B4-BE49-F238E27FC236}">
                <a16:creationId xmlns:a16="http://schemas.microsoft.com/office/drawing/2014/main" id="{A743881B-1F0A-80FB-EE0A-94E645465B3A}"/>
              </a:ext>
            </a:extLst>
          </p:cNvPr>
          <p:cNvPicPr>
            <a:picLocks noChangeAspect="1"/>
          </p:cNvPicPr>
          <p:nvPr/>
        </p:nvPicPr>
        <p:blipFill>
          <a:blip r:embed="rId4"/>
          <a:stretch>
            <a:fillRect/>
          </a:stretch>
        </p:blipFill>
        <p:spPr>
          <a:xfrm>
            <a:off x="8023575" y="3930065"/>
            <a:ext cx="3025155" cy="2368533"/>
          </a:xfrm>
          <a:prstGeom prst="rect">
            <a:avLst/>
          </a:prstGeom>
        </p:spPr>
      </p:pic>
    </p:spTree>
    <p:extLst>
      <p:ext uri="{BB962C8B-B14F-4D97-AF65-F5344CB8AC3E}">
        <p14:creationId xmlns:p14="http://schemas.microsoft.com/office/powerpoint/2010/main" val="20125819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D5FFAA-7015-FBEA-02DA-208DB95FEEA1}"/>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47445916-3B80-2BE0-5EA8-632ABB3EA44C}"/>
              </a:ext>
            </a:extLst>
          </p:cNvPr>
          <p:cNvPicPr>
            <a:picLocks noChangeAspect="1"/>
          </p:cNvPicPr>
          <p:nvPr/>
        </p:nvPicPr>
        <p:blipFill>
          <a:blip r:embed="rId2"/>
          <a:stretch>
            <a:fillRect/>
          </a:stretch>
        </p:blipFill>
        <p:spPr>
          <a:xfrm>
            <a:off x="7127691" y="605250"/>
            <a:ext cx="4163159" cy="5944922"/>
          </a:xfrm>
          <a:prstGeom prst="rect">
            <a:avLst/>
          </a:prstGeom>
        </p:spPr>
      </p:pic>
      <p:sp>
        <p:nvSpPr>
          <p:cNvPr id="2" name="Title 1">
            <a:extLst>
              <a:ext uri="{FF2B5EF4-FFF2-40B4-BE49-F238E27FC236}">
                <a16:creationId xmlns:a16="http://schemas.microsoft.com/office/drawing/2014/main" id="{D4E49466-926D-7F27-1B4A-026BFAA236CC}"/>
              </a:ext>
            </a:extLst>
          </p:cNvPr>
          <p:cNvSpPr>
            <a:spLocks noGrp="1"/>
          </p:cNvSpPr>
          <p:nvPr>
            <p:ph type="title"/>
          </p:nvPr>
        </p:nvSpPr>
        <p:spPr/>
        <p:txBody>
          <a:bodyPr/>
          <a:lstStyle/>
          <a:p>
            <a:r>
              <a:rPr lang="en-US" dirty="0">
                <a:solidFill>
                  <a:srgbClr val="0070C0"/>
                </a:solidFill>
              </a:rPr>
              <a:t>Example</a:t>
            </a:r>
          </a:p>
        </p:txBody>
      </p:sp>
      <p:sp>
        <p:nvSpPr>
          <p:cNvPr id="4" name="Footer Placeholder 3">
            <a:extLst>
              <a:ext uri="{FF2B5EF4-FFF2-40B4-BE49-F238E27FC236}">
                <a16:creationId xmlns:a16="http://schemas.microsoft.com/office/drawing/2014/main" id="{D1161133-DD47-3D9B-CD0D-4090294F2622}"/>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70226ACE-9D8A-4B57-D64A-068BEE7894EA}"/>
              </a:ext>
            </a:extLst>
          </p:cNvPr>
          <p:cNvSpPr>
            <a:spLocks noGrp="1"/>
          </p:cNvSpPr>
          <p:nvPr>
            <p:ph type="sldNum" sz="quarter" idx="12"/>
          </p:nvPr>
        </p:nvSpPr>
        <p:spPr/>
        <p:txBody>
          <a:bodyPr/>
          <a:lstStyle/>
          <a:p>
            <a:fld id="{382B47E1-F59F-47B3-8D16-B2A0740F319A}" type="slidenum">
              <a:rPr lang="en-US" smtClean="0"/>
              <a:pPr/>
              <a:t>31</a:t>
            </a:fld>
            <a:endParaRPr lang="en-US" dirty="0"/>
          </a:p>
        </p:txBody>
      </p:sp>
      <p:pic>
        <p:nvPicPr>
          <p:cNvPr id="3" name="Picture 2">
            <a:extLst>
              <a:ext uri="{FF2B5EF4-FFF2-40B4-BE49-F238E27FC236}">
                <a16:creationId xmlns:a16="http://schemas.microsoft.com/office/drawing/2014/main" id="{6D30E761-95C9-A421-E7B6-26DF9F20CD6A}"/>
              </a:ext>
            </a:extLst>
          </p:cNvPr>
          <p:cNvPicPr>
            <a:picLocks noChangeAspect="1"/>
          </p:cNvPicPr>
          <p:nvPr/>
        </p:nvPicPr>
        <p:blipFill>
          <a:blip r:embed="rId3"/>
          <a:stretch>
            <a:fillRect/>
          </a:stretch>
        </p:blipFill>
        <p:spPr>
          <a:xfrm>
            <a:off x="1024127" y="1854504"/>
            <a:ext cx="1497742" cy="1723207"/>
          </a:xfrm>
          <a:prstGeom prst="rect">
            <a:avLst/>
          </a:prstGeom>
        </p:spPr>
      </p:pic>
      <p:pic>
        <p:nvPicPr>
          <p:cNvPr id="6" name="Picture 5">
            <a:extLst>
              <a:ext uri="{FF2B5EF4-FFF2-40B4-BE49-F238E27FC236}">
                <a16:creationId xmlns:a16="http://schemas.microsoft.com/office/drawing/2014/main" id="{1032A7A9-0A7C-96BB-7411-9AEC8F8EF3B6}"/>
              </a:ext>
            </a:extLst>
          </p:cNvPr>
          <p:cNvPicPr>
            <a:picLocks noChangeAspect="1"/>
          </p:cNvPicPr>
          <p:nvPr/>
        </p:nvPicPr>
        <p:blipFill>
          <a:blip r:embed="rId4"/>
          <a:stretch>
            <a:fillRect/>
          </a:stretch>
        </p:blipFill>
        <p:spPr>
          <a:xfrm>
            <a:off x="2743200" y="1821925"/>
            <a:ext cx="4163160" cy="4450859"/>
          </a:xfrm>
          <a:prstGeom prst="rect">
            <a:avLst/>
          </a:prstGeom>
        </p:spPr>
      </p:pic>
      <p:cxnSp>
        <p:nvCxnSpPr>
          <p:cNvPr id="11" name="Straight Connector 10">
            <a:extLst>
              <a:ext uri="{FF2B5EF4-FFF2-40B4-BE49-F238E27FC236}">
                <a16:creationId xmlns:a16="http://schemas.microsoft.com/office/drawing/2014/main" id="{36223A75-6282-4C4D-0A9F-3E51F010FD79}"/>
              </a:ext>
            </a:extLst>
          </p:cNvPr>
          <p:cNvCxnSpPr/>
          <p:nvPr/>
        </p:nvCxnSpPr>
        <p:spPr>
          <a:xfrm>
            <a:off x="2521869" y="1854504"/>
            <a:ext cx="0" cy="4418280"/>
          </a:xfrm>
          <a:prstGeom prst="line">
            <a:avLst/>
          </a:prstGeom>
          <a:ln w="1905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4" name="Straight Connector 13">
            <a:extLst>
              <a:ext uri="{FF2B5EF4-FFF2-40B4-BE49-F238E27FC236}">
                <a16:creationId xmlns:a16="http://schemas.microsoft.com/office/drawing/2014/main" id="{35F59866-AB35-E2AF-0F8B-38A683E15FCA}"/>
              </a:ext>
            </a:extLst>
          </p:cNvPr>
          <p:cNvCxnSpPr>
            <a:cxnSpLocks/>
          </p:cNvCxnSpPr>
          <p:nvPr/>
        </p:nvCxnSpPr>
        <p:spPr>
          <a:xfrm>
            <a:off x="6993606" y="1564105"/>
            <a:ext cx="0" cy="4676100"/>
          </a:xfrm>
          <a:prstGeom prst="line">
            <a:avLst/>
          </a:prstGeom>
          <a:ln w="1905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8" name="TextBox 17">
            <a:extLst>
              <a:ext uri="{FF2B5EF4-FFF2-40B4-BE49-F238E27FC236}">
                <a16:creationId xmlns:a16="http://schemas.microsoft.com/office/drawing/2014/main" id="{F10E756B-D20B-81AB-D7D6-8EBDD9B60791}"/>
              </a:ext>
            </a:extLst>
          </p:cNvPr>
          <p:cNvSpPr txBox="1"/>
          <p:nvPr/>
        </p:nvSpPr>
        <p:spPr>
          <a:xfrm>
            <a:off x="3571642" y="1266104"/>
            <a:ext cx="1672390"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2400" b="1" dirty="0"/>
              <a:t>Embedding</a:t>
            </a:r>
          </a:p>
        </p:txBody>
      </p:sp>
      <p:sp>
        <p:nvSpPr>
          <p:cNvPr id="20" name="TextBox 19">
            <a:extLst>
              <a:ext uri="{FF2B5EF4-FFF2-40B4-BE49-F238E27FC236}">
                <a16:creationId xmlns:a16="http://schemas.microsoft.com/office/drawing/2014/main" id="{90BE4CCE-CC12-C316-C124-02100B20C1B1}"/>
              </a:ext>
            </a:extLst>
          </p:cNvPr>
          <p:cNvSpPr txBox="1"/>
          <p:nvPr/>
        </p:nvSpPr>
        <p:spPr>
          <a:xfrm>
            <a:off x="8373075" y="35804"/>
            <a:ext cx="1672390"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2400" b="1" dirty="0"/>
              <a:t>Extracting</a:t>
            </a:r>
          </a:p>
        </p:txBody>
      </p:sp>
    </p:spTree>
    <p:extLst>
      <p:ext uri="{BB962C8B-B14F-4D97-AF65-F5344CB8AC3E}">
        <p14:creationId xmlns:p14="http://schemas.microsoft.com/office/powerpoint/2010/main" val="14556085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5A6441-8E5F-2496-91F0-D56AC5E98C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77BD95-1D8D-1CB3-0A06-9487D26F7115}"/>
              </a:ext>
            </a:extLst>
          </p:cNvPr>
          <p:cNvSpPr>
            <a:spLocks noGrp="1"/>
          </p:cNvSpPr>
          <p:nvPr>
            <p:ph type="title"/>
          </p:nvPr>
        </p:nvSpPr>
        <p:spPr/>
        <p:txBody>
          <a:bodyPr/>
          <a:lstStyle/>
          <a:p>
            <a:r>
              <a:rPr lang="en-US" dirty="0">
                <a:solidFill>
                  <a:srgbClr val="0070C0"/>
                </a:solidFill>
              </a:rPr>
              <a:t>Some results from the original paper</a:t>
            </a:r>
          </a:p>
        </p:txBody>
      </p:sp>
      <p:sp>
        <p:nvSpPr>
          <p:cNvPr id="4" name="Footer Placeholder 3">
            <a:extLst>
              <a:ext uri="{FF2B5EF4-FFF2-40B4-BE49-F238E27FC236}">
                <a16:creationId xmlns:a16="http://schemas.microsoft.com/office/drawing/2014/main" id="{E05313CF-3BB0-510E-2CBA-7F881A797F44}"/>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75B9079D-D05B-F962-5838-6BCAEA74D739}"/>
              </a:ext>
            </a:extLst>
          </p:cNvPr>
          <p:cNvSpPr>
            <a:spLocks noGrp="1"/>
          </p:cNvSpPr>
          <p:nvPr>
            <p:ph type="sldNum" sz="quarter" idx="12"/>
          </p:nvPr>
        </p:nvSpPr>
        <p:spPr/>
        <p:txBody>
          <a:bodyPr/>
          <a:lstStyle/>
          <a:p>
            <a:fld id="{382B47E1-F59F-47B3-8D16-B2A0740F319A}" type="slidenum">
              <a:rPr lang="en-US" smtClean="0"/>
              <a:pPr/>
              <a:t>32</a:t>
            </a:fld>
            <a:endParaRPr lang="en-US" dirty="0"/>
          </a:p>
        </p:txBody>
      </p:sp>
      <p:pic>
        <p:nvPicPr>
          <p:cNvPr id="7" name="Picture 6">
            <a:extLst>
              <a:ext uri="{FF2B5EF4-FFF2-40B4-BE49-F238E27FC236}">
                <a16:creationId xmlns:a16="http://schemas.microsoft.com/office/drawing/2014/main" id="{63E02792-E91F-6F74-32C5-926DF8AED935}"/>
              </a:ext>
            </a:extLst>
          </p:cNvPr>
          <p:cNvPicPr>
            <a:picLocks noChangeAspect="1"/>
          </p:cNvPicPr>
          <p:nvPr/>
        </p:nvPicPr>
        <p:blipFill>
          <a:blip r:embed="rId2"/>
          <a:stretch>
            <a:fillRect/>
          </a:stretch>
        </p:blipFill>
        <p:spPr>
          <a:xfrm>
            <a:off x="310160" y="1959407"/>
            <a:ext cx="5662863" cy="4345918"/>
          </a:xfrm>
          <a:prstGeom prst="rect">
            <a:avLst/>
          </a:prstGeom>
        </p:spPr>
      </p:pic>
      <p:pic>
        <p:nvPicPr>
          <p:cNvPr id="9" name="Picture 8">
            <a:extLst>
              <a:ext uri="{FF2B5EF4-FFF2-40B4-BE49-F238E27FC236}">
                <a16:creationId xmlns:a16="http://schemas.microsoft.com/office/drawing/2014/main" id="{6842A6C2-EEDD-589B-F284-897A7D78FB19}"/>
              </a:ext>
            </a:extLst>
          </p:cNvPr>
          <p:cNvPicPr>
            <a:picLocks noChangeAspect="1"/>
          </p:cNvPicPr>
          <p:nvPr/>
        </p:nvPicPr>
        <p:blipFill>
          <a:blip r:embed="rId3"/>
          <a:stretch>
            <a:fillRect/>
          </a:stretch>
        </p:blipFill>
        <p:spPr>
          <a:xfrm>
            <a:off x="5973023" y="2056150"/>
            <a:ext cx="5662863" cy="4249175"/>
          </a:xfrm>
          <a:prstGeom prst="rect">
            <a:avLst/>
          </a:prstGeom>
        </p:spPr>
      </p:pic>
    </p:spTree>
    <p:extLst>
      <p:ext uri="{BB962C8B-B14F-4D97-AF65-F5344CB8AC3E}">
        <p14:creationId xmlns:p14="http://schemas.microsoft.com/office/powerpoint/2010/main" val="38959013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F6DB9B-2E9D-AC3C-9032-86D57947D08E}"/>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38DAC5CB-C4E4-DF9F-0B70-4B8B8C06DCDA}"/>
              </a:ext>
            </a:extLst>
          </p:cNvPr>
          <p:cNvPicPr>
            <a:picLocks noChangeAspect="1"/>
          </p:cNvPicPr>
          <p:nvPr/>
        </p:nvPicPr>
        <p:blipFill>
          <a:blip r:embed="rId2"/>
          <a:stretch>
            <a:fillRect/>
          </a:stretch>
        </p:blipFill>
        <p:spPr>
          <a:xfrm>
            <a:off x="5963652" y="1838420"/>
            <a:ext cx="5655332" cy="4514076"/>
          </a:xfrm>
          <a:prstGeom prst="rect">
            <a:avLst/>
          </a:prstGeom>
        </p:spPr>
      </p:pic>
      <p:sp>
        <p:nvSpPr>
          <p:cNvPr id="2" name="Title 1">
            <a:extLst>
              <a:ext uri="{FF2B5EF4-FFF2-40B4-BE49-F238E27FC236}">
                <a16:creationId xmlns:a16="http://schemas.microsoft.com/office/drawing/2014/main" id="{858BC799-F973-0356-F8E5-B693F78FAAF7}"/>
              </a:ext>
            </a:extLst>
          </p:cNvPr>
          <p:cNvSpPr>
            <a:spLocks noGrp="1"/>
          </p:cNvSpPr>
          <p:nvPr>
            <p:ph type="title"/>
          </p:nvPr>
        </p:nvSpPr>
        <p:spPr/>
        <p:txBody>
          <a:bodyPr/>
          <a:lstStyle/>
          <a:p>
            <a:r>
              <a:rPr lang="en-US" dirty="0">
                <a:solidFill>
                  <a:srgbClr val="0070C0"/>
                </a:solidFill>
              </a:rPr>
              <a:t>Some results from the original paper</a:t>
            </a:r>
          </a:p>
        </p:txBody>
      </p:sp>
      <p:sp>
        <p:nvSpPr>
          <p:cNvPr id="4" name="Footer Placeholder 3">
            <a:extLst>
              <a:ext uri="{FF2B5EF4-FFF2-40B4-BE49-F238E27FC236}">
                <a16:creationId xmlns:a16="http://schemas.microsoft.com/office/drawing/2014/main" id="{E4921F1A-BC7C-3E96-00C5-33FF3E47E88C}"/>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32D718C1-4BD3-E0C7-63D5-4828CA8738B9}"/>
              </a:ext>
            </a:extLst>
          </p:cNvPr>
          <p:cNvSpPr>
            <a:spLocks noGrp="1"/>
          </p:cNvSpPr>
          <p:nvPr>
            <p:ph type="sldNum" sz="quarter" idx="12"/>
          </p:nvPr>
        </p:nvSpPr>
        <p:spPr/>
        <p:txBody>
          <a:bodyPr/>
          <a:lstStyle/>
          <a:p>
            <a:fld id="{382B47E1-F59F-47B3-8D16-B2A0740F319A}" type="slidenum">
              <a:rPr lang="en-US" smtClean="0"/>
              <a:pPr/>
              <a:t>33</a:t>
            </a:fld>
            <a:endParaRPr lang="en-US" dirty="0"/>
          </a:p>
        </p:txBody>
      </p:sp>
      <p:pic>
        <p:nvPicPr>
          <p:cNvPr id="3" name="Picture 2">
            <a:extLst>
              <a:ext uri="{FF2B5EF4-FFF2-40B4-BE49-F238E27FC236}">
                <a16:creationId xmlns:a16="http://schemas.microsoft.com/office/drawing/2014/main" id="{5807E652-B2A5-2734-E5D9-A7F03D7A8B06}"/>
              </a:ext>
            </a:extLst>
          </p:cNvPr>
          <p:cNvPicPr>
            <a:picLocks noChangeAspect="1"/>
          </p:cNvPicPr>
          <p:nvPr/>
        </p:nvPicPr>
        <p:blipFill>
          <a:blip r:embed="rId3"/>
          <a:stretch>
            <a:fillRect/>
          </a:stretch>
        </p:blipFill>
        <p:spPr>
          <a:xfrm>
            <a:off x="348915" y="2084832"/>
            <a:ext cx="5614737" cy="4159065"/>
          </a:xfrm>
          <a:prstGeom prst="rect">
            <a:avLst/>
          </a:prstGeom>
        </p:spPr>
      </p:pic>
    </p:spTree>
    <p:extLst>
      <p:ext uri="{BB962C8B-B14F-4D97-AF65-F5344CB8AC3E}">
        <p14:creationId xmlns:p14="http://schemas.microsoft.com/office/powerpoint/2010/main" val="15641738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1E10B1-1AAF-0703-FD17-CE0BEAC3DE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640E8B-4E8D-2B45-703D-4AF9A09514BF}"/>
              </a:ext>
            </a:extLst>
          </p:cNvPr>
          <p:cNvSpPr>
            <a:spLocks noGrp="1"/>
          </p:cNvSpPr>
          <p:nvPr>
            <p:ph type="title"/>
          </p:nvPr>
        </p:nvSpPr>
        <p:spPr/>
        <p:txBody>
          <a:bodyPr/>
          <a:lstStyle/>
          <a:p>
            <a:r>
              <a:rPr lang="en-US" dirty="0">
                <a:solidFill>
                  <a:srgbClr val="0070C0"/>
                </a:solidFill>
              </a:rPr>
              <a:t>Some results from the original paper</a:t>
            </a:r>
          </a:p>
        </p:txBody>
      </p:sp>
      <p:sp>
        <p:nvSpPr>
          <p:cNvPr id="4" name="Footer Placeholder 3">
            <a:extLst>
              <a:ext uri="{FF2B5EF4-FFF2-40B4-BE49-F238E27FC236}">
                <a16:creationId xmlns:a16="http://schemas.microsoft.com/office/drawing/2014/main" id="{73230EE8-8748-903A-1732-13C0D6FCFBEC}"/>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8A402C07-A020-2D16-44CD-BFD57B645F8E}"/>
              </a:ext>
            </a:extLst>
          </p:cNvPr>
          <p:cNvSpPr>
            <a:spLocks noGrp="1"/>
          </p:cNvSpPr>
          <p:nvPr>
            <p:ph type="sldNum" sz="quarter" idx="12"/>
          </p:nvPr>
        </p:nvSpPr>
        <p:spPr/>
        <p:txBody>
          <a:bodyPr/>
          <a:lstStyle/>
          <a:p>
            <a:fld id="{382B47E1-F59F-47B3-8D16-B2A0740F319A}" type="slidenum">
              <a:rPr lang="en-US" smtClean="0"/>
              <a:pPr/>
              <a:t>34</a:t>
            </a:fld>
            <a:endParaRPr lang="en-US" dirty="0"/>
          </a:p>
        </p:txBody>
      </p:sp>
      <p:pic>
        <p:nvPicPr>
          <p:cNvPr id="7" name="Picture 6">
            <a:extLst>
              <a:ext uri="{FF2B5EF4-FFF2-40B4-BE49-F238E27FC236}">
                <a16:creationId xmlns:a16="http://schemas.microsoft.com/office/drawing/2014/main" id="{A0071420-CF90-5F89-2FC7-4FC6AE50220F}"/>
              </a:ext>
            </a:extLst>
          </p:cNvPr>
          <p:cNvPicPr>
            <a:picLocks noChangeAspect="1"/>
          </p:cNvPicPr>
          <p:nvPr/>
        </p:nvPicPr>
        <p:blipFill>
          <a:blip r:embed="rId2"/>
          <a:stretch>
            <a:fillRect/>
          </a:stretch>
        </p:blipFill>
        <p:spPr>
          <a:xfrm>
            <a:off x="1028187" y="2799941"/>
            <a:ext cx="10135625" cy="1629433"/>
          </a:xfrm>
          <a:prstGeom prst="rect">
            <a:avLst/>
          </a:prstGeom>
        </p:spPr>
      </p:pic>
    </p:spTree>
    <p:extLst>
      <p:ext uri="{BB962C8B-B14F-4D97-AF65-F5344CB8AC3E}">
        <p14:creationId xmlns:p14="http://schemas.microsoft.com/office/powerpoint/2010/main" val="23450782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AE3A85-3165-5FE3-A2E0-A9EE47F7275E}"/>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B810E0DB-8CE3-EE4D-1ABF-0AE42B6CCD9E}"/>
              </a:ext>
            </a:extLst>
          </p:cNvPr>
          <p:cNvPicPr>
            <a:picLocks noChangeAspect="1"/>
          </p:cNvPicPr>
          <p:nvPr/>
        </p:nvPicPr>
        <p:blipFill>
          <a:blip r:embed="rId2"/>
          <a:stretch>
            <a:fillRect/>
          </a:stretch>
        </p:blipFill>
        <p:spPr>
          <a:xfrm>
            <a:off x="3540709" y="1727937"/>
            <a:ext cx="4756484" cy="4713342"/>
          </a:xfrm>
          <a:prstGeom prst="rect">
            <a:avLst/>
          </a:prstGeom>
        </p:spPr>
      </p:pic>
      <p:sp>
        <p:nvSpPr>
          <p:cNvPr id="2" name="Title 1">
            <a:extLst>
              <a:ext uri="{FF2B5EF4-FFF2-40B4-BE49-F238E27FC236}">
                <a16:creationId xmlns:a16="http://schemas.microsoft.com/office/drawing/2014/main" id="{B3FD901C-6336-9980-3F4D-16148A7F26AF}"/>
              </a:ext>
            </a:extLst>
          </p:cNvPr>
          <p:cNvSpPr>
            <a:spLocks noGrp="1"/>
          </p:cNvSpPr>
          <p:nvPr>
            <p:ph type="title"/>
          </p:nvPr>
        </p:nvSpPr>
        <p:spPr/>
        <p:txBody>
          <a:bodyPr/>
          <a:lstStyle/>
          <a:p>
            <a:r>
              <a:rPr lang="en-US" dirty="0">
                <a:solidFill>
                  <a:srgbClr val="0070C0"/>
                </a:solidFill>
              </a:rPr>
              <a:t>another paper</a:t>
            </a:r>
          </a:p>
        </p:txBody>
      </p:sp>
      <p:sp>
        <p:nvSpPr>
          <p:cNvPr id="4" name="Footer Placeholder 3">
            <a:extLst>
              <a:ext uri="{FF2B5EF4-FFF2-40B4-BE49-F238E27FC236}">
                <a16:creationId xmlns:a16="http://schemas.microsoft.com/office/drawing/2014/main" id="{93EFB432-2CDB-D58C-103C-DC860EF0D960}"/>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59811884-4A5B-92D3-45DD-2867071F214F}"/>
              </a:ext>
            </a:extLst>
          </p:cNvPr>
          <p:cNvSpPr>
            <a:spLocks noGrp="1"/>
          </p:cNvSpPr>
          <p:nvPr>
            <p:ph type="sldNum" sz="quarter" idx="12"/>
          </p:nvPr>
        </p:nvSpPr>
        <p:spPr/>
        <p:txBody>
          <a:bodyPr/>
          <a:lstStyle/>
          <a:p>
            <a:fld id="{382B47E1-F59F-47B3-8D16-B2A0740F319A}" type="slidenum">
              <a:rPr lang="en-US" smtClean="0"/>
              <a:pPr/>
              <a:t>35</a:t>
            </a:fld>
            <a:endParaRPr lang="en-US" dirty="0"/>
          </a:p>
        </p:txBody>
      </p:sp>
      <p:pic>
        <p:nvPicPr>
          <p:cNvPr id="6" name="Picture 5">
            <a:extLst>
              <a:ext uri="{FF2B5EF4-FFF2-40B4-BE49-F238E27FC236}">
                <a16:creationId xmlns:a16="http://schemas.microsoft.com/office/drawing/2014/main" id="{EB112F19-8AC3-5A58-3D7A-D9867558D09B}"/>
              </a:ext>
            </a:extLst>
          </p:cNvPr>
          <p:cNvPicPr>
            <a:picLocks noChangeAspect="1"/>
          </p:cNvPicPr>
          <p:nvPr/>
        </p:nvPicPr>
        <p:blipFill>
          <a:blip r:embed="rId3"/>
          <a:stretch>
            <a:fillRect/>
          </a:stretch>
        </p:blipFill>
        <p:spPr>
          <a:xfrm>
            <a:off x="4391932" y="396904"/>
            <a:ext cx="6660380" cy="1311217"/>
          </a:xfrm>
          <a:prstGeom prst="rect">
            <a:avLst/>
          </a:prstGeom>
        </p:spPr>
      </p:pic>
      <p:sp>
        <p:nvSpPr>
          <p:cNvPr id="9" name="TextBox 8">
            <a:extLst>
              <a:ext uri="{FF2B5EF4-FFF2-40B4-BE49-F238E27FC236}">
                <a16:creationId xmlns:a16="http://schemas.microsoft.com/office/drawing/2014/main" id="{8CC9C0BA-95F4-2D9C-363F-1C44A2155C27}"/>
              </a:ext>
            </a:extLst>
          </p:cNvPr>
          <p:cNvSpPr txBox="1"/>
          <p:nvPr/>
        </p:nvSpPr>
        <p:spPr>
          <a:xfrm>
            <a:off x="646729" y="2598003"/>
            <a:ext cx="2893980" cy="83099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2400" b="1" dirty="0"/>
              <a:t>Row and Column Difference Expansion</a:t>
            </a:r>
          </a:p>
        </p:txBody>
      </p:sp>
    </p:spTree>
    <p:extLst>
      <p:ext uri="{BB962C8B-B14F-4D97-AF65-F5344CB8AC3E}">
        <p14:creationId xmlns:p14="http://schemas.microsoft.com/office/powerpoint/2010/main" val="107659355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7C0DB1-6071-4F50-813B-DDC305BC8CCC}"/>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43BC84A9-A107-81EF-A0DD-6FC4818AAD2F}"/>
              </a:ext>
            </a:extLst>
          </p:cNvPr>
          <p:cNvPicPr>
            <a:picLocks noChangeAspect="1"/>
          </p:cNvPicPr>
          <p:nvPr/>
        </p:nvPicPr>
        <p:blipFill>
          <a:blip r:embed="rId2"/>
          <a:stretch>
            <a:fillRect/>
          </a:stretch>
        </p:blipFill>
        <p:spPr>
          <a:xfrm>
            <a:off x="1833951" y="-1629"/>
            <a:ext cx="8524097" cy="6859629"/>
          </a:xfrm>
          <a:prstGeom prst="rect">
            <a:avLst/>
          </a:prstGeom>
        </p:spPr>
      </p:pic>
      <mc:AlternateContent xmlns:mc="http://schemas.openxmlformats.org/markup-compatibility/2006">
        <mc:Choice xmlns:p14="http://schemas.microsoft.com/office/powerpoint/2010/main" Requires="p14">
          <p:contentPart p14:bwMode="auto" r:id="rId3">
            <p14:nvContentPartPr>
              <p14:cNvPr id="10" name="Ink 9">
                <a:extLst>
                  <a:ext uri="{FF2B5EF4-FFF2-40B4-BE49-F238E27FC236}">
                    <a16:creationId xmlns:a16="http://schemas.microsoft.com/office/drawing/2014/main" id="{77810066-1DAB-BD3B-A42B-05B291A39162}"/>
                  </a:ext>
                </a:extLst>
              </p14:cNvPr>
              <p14:cNvContentPartPr/>
              <p14:nvPr/>
            </p14:nvContentPartPr>
            <p14:xfrm>
              <a:off x="627537" y="768562"/>
              <a:ext cx="154800" cy="987480"/>
            </p14:xfrm>
          </p:contentPart>
        </mc:Choice>
        <mc:Fallback>
          <p:pic>
            <p:nvPicPr>
              <p:cNvPr id="10" name="Ink 9">
                <a:extLst>
                  <a:ext uri="{FF2B5EF4-FFF2-40B4-BE49-F238E27FC236}">
                    <a16:creationId xmlns:a16="http://schemas.microsoft.com/office/drawing/2014/main" id="{77810066-1DAB-BD3B-A42B-05B291A39162}"/>
                  </a:ext>
                </a:extLst>
              </p:cNvPr>
              <p:cNvPicPr/>
              <p:nvPr/>
            </p:nvPicPr>
            <p:blipFill>
              <a:blip r:embed="rId4"/>
              <a:stretch>
                <a:fillRect/>
              </a:stretch>
            </p:blipFill>
            <p:spPr>
              <a:xfrm>
                <a:off x="591537" y="732562"/>
                <a:ext cx="226440" cy="1059120"/>
              </a:xfrm>
              <a:prstGeom prst="rect">
                <a:avLst/>
              </a:prstGeom>
            </p:spPr>
          </p:pic>
        </mc:Fallback>
      </mc:AlternateContent>
    </p:spTree>
    <p:extLst>
      <p:ext uri="{BB962C8B-B14F-4D97-AF65-F5344CB8AC3E}">
        <p14:creationId xmlns:p14="http://schemas.microsoft.com/office/powerpoint/2010/main" val="208009210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CAD139-B3A1-34BF-081C-D2B3652A45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5BF9D7-0AE8-E89B-036A-DF8862AC9A92}"/>
              </a:ext>
            </a:extLst>
          </p:cNvPr>
          <p:cNvSpPr>
            <a:spLocks noGrp="1"/>
          </p:cNvSpPr>
          <p:nvPr>
            <p:ph type="title"/>
          </p:nvPr>
        </p:nvSpPr>
        <p:spPr/>
        <p:txBody>
          <a:bodyPr/>
          <a:lstStyle/>
          <a:p>
            <a:r>
              <a:rPr lang="en-US" dirty="0">
                <a:solidFill>
                  <a:srgbClr val="0070C0"/>
                </a:solidFill>
              </a:rPr>
              <a:t>another paper</a:t>
            </a:r>
          </a:p>
        </p:txBody>
      </p:sp>
      <p:sp>
        <p:nvSpPr>
          <p:cNvPr id="4" name="Footer Placeholder 3">
            <a:extLst>
              <a:ext uri="{FF2B5EF4-FFF2-40B4-BE49-F238E27FC236}">
                <a16:creationId xmlns:a16="http://schemas.microsoft.com/office/drawing/2014/main" id="{F5A1B2E9-47DE-E1E5-5B6C-002E7DB47E35}"/>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B32EFE96-3B96-B591-30F4-ACD07519C130}"/>
              </a:ext>
            </a:extLst>
          </p:cNvPr>
          <p:cNvSpPr>
            <a:spLocks noGrp="1"/>
          </p:cNvSpPr>
          <p:nvPr>
            <p:ph type="sldNum" sz="quarter" idx="12"/>
          </p:nvPr>
        </p:nvSpPr>
        <p:spPr/>
        <p:txBody>
          <a:bodyPr/>
          <a:lstStyle/>
          <a:p>
            <a:fld id="{382B47E1-F59F-47B3-8D16-B2A0740F319A}" type="slidenum">
              <a:rPr lang="en-US" smtClean="0"/>
              <a:pPr/>
              <a:t>37</a:t>
            </a:fld>
            <a:endParaRPr lang="en-US" dirty="0"/>
          </a:p>
        </p:txBody>
      </p:sp>
      <p:pic>
        <p:nvPicPr>
          <p:cNvPr id="6" name="Picture 5">
            <a:extLst>
              <a:ext uri="{FF2B5EF4-FFF2-40B4-BE49-F238E27FC236}">
                <a16:creationId xmlns:a16="http://schemas.microsoft.com/office/drawing/2014/main" id="{B01B2E6B-D87A-576F-21CD-378D96F5B0B1}"/>
              </a:ext>
            </a:extLst>
          </p:cNvPr>
          <p:cNvPicPr>
            <a:picLocks noChangeAspect="1"/>
          </p:cNvPicPr>
          <p:nvPr/>
        </p:nvPicPr>
        <p:blipFill>
          <a:blip r:embed="rId2"/>
          <a:stretch>
            <a:fillRect/>
          </a:stretch>
        </p:blipFill>
        <p:spPr>
          <a:xfrm>
            <a:off x="1024127" y="2618208"/>
            <a:ext cx="5393676" cy="2625699"/>
          </a:xfrm>
          <a:prstGeom prst="rect">
            <a:avLst/>
          </a:prstGeom>
        </p:spPr>
      </p:pic>
      <p:pic>
        <p:nvPicPr>
          <p:cNvPr id="10" name="Picture 9">
            <a:extLst>
              <a:ext uri="{FF2B5EF4-FFF2-40B4-BE49-F238E27FC236}">
                <a16:creationId xmlns:a16="http://schemas.microsoft.com/office/drawing/2014/main" id="{FAA73590-C396-82B7-8BF1-E325652DAA36}"/>
              </a:ext>
            </a:extLst>
          </p:cNvPr>
          <p:cNvPicPr>
            <a:picLocks noChangeAspect="1"/>
          </p:cNvPicPr>
          <p:nvPr/>
        </p:nvPicPr>
        <p:blipFill>
          <a:blip r:embed="rId3"/>
          <a:stretch>
            <a:fillRect/>
          </a:stretch>
        </p:blipFill>
        <p:spPr>
          <a:xfrm>
            <a:off x="7384950" y="880882"/>
            <a:ext cx="2619741" cy="5391902"/>
          </a:xfrm>
          <a:prstGeom prst="rect">
            <a:avLst/>
          </a:prstGeom>
        </p:spPr>
      </p:pic>
    </p:spTree>
    <p:extLst>
      <p:ext uri="{BB962C8B-B14F-4D97-AF65-F5344CB8AC3E}">
        <p14:creationId xmlns:p14="http://schemas.microsoft.com/office/powerpoint/2010/main" val="105849411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962FF1-37F0-EAEC-0441-4370489427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4EB440-2356-D5CA-4D3D-5D4AA950ACB6}"/>
              </a:ext>
            </a:extLst>
          </p:cNvPr>
          <p:cNvSpPr>
            <a:spLocks noGrp="1"/>
          </p:cNvSpPr>
          <p:nvPr>
            <p:ph type="title"/>
          </p:nvPr>
        </p:nvSpPr>
        <p:spPr/>
        <p:txBody>
          <a:bodyPr/>
          <a:lstStyle/>
          <a:p>
            <a:r>
              <a:rPr lang="en-US" dirty="0">
                <a:solidFill>
                  <a:srgbClr val="0070C0"/>
                </a:solidFill>
              </a:rPr>
              <a:t>another paper</a:t>
            </a:r>
          </a:p>
        </p:txBody>
      </p:sp>
      <p:sp>
        <p:nvSpPr>
          <p:cNvPr id="4" name="Footer Placeholder 3">
            <a:extLst>
              <a:ext uri="{FF2B5EF4-FFF2-40B4-BE49-F238E27FC236}">
                <a16:creationId xmlns:a16="http://schemas.microsoft.com/office/drawing/2014/main" id="{137999AF-5CC7-A05D-C78B-3740C56A62FD}"/>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4C30447B-D7DA-86B2-8282-45D3FE8E4155}"/>
              </a:ext>
            </a:extLst>
          </p:cNvPr>
          <p:cNvSpPr>
            <a:spLocks noGrp="1"/>
          </p:cNvSpPr>
          <p:nvPr>
            <p:ph type="sldNum" sz="quarter" idx="12"/>
          </p:nvPr>
        </p:nvSpPr>
        <p:spPr/>
        <p:txBody>
          <a:bodyPr/>
          <a:lstStyle/>
          <a:p>
            <a:fld id="{382B47E1-F59F-47B3-8D16-B2A0740F319A}" type="slidenum">
              <a:rPr lang="en-US" smtClean="0"/>
              <a:pPr/>
              <a:t>38</a:t>
            </a:fld>
            <a:endParaRPr lang="en-US" dirty="0"/>
          </a:p>
        </p:txBody>
      </p:sp>
      <p:pic>
        <p:nvPicPr>
          <p:cNvPr id="3" name="Picture 2">
            <a:extLst>
              <a:ext uri="{FF2B5EF4-FFF2-40B4-BE49-F238E27FC236}">
                <a16:creationId xmlns:a16="http://schemas.microsoft.com/office/drawing/2014/main" id="{7270A183-7F0D-9C3C-B5D6-DF3A4A9D0009}"/>
              </a:ext>
            </a:extLst>
          </p:cNvPr>
          <p:cNvPicPr>
            <a:picLocks noChangeAspect="1"/>
          </p:cNvPicPr>
          <p:nvPr/>
        </p:nvPicPr>
        <p:blipFill>
          <a:blip r:embed="rId2"/>
          <a:stretch>
            <a:fillRect/>
          </a:stretch>
        </p:blipFill>
        <p:spPr>
          <a:xfrm>
            <a:off x="635381" y="1816729"/>
            <a:ext cx="5266246" cy="4456055"/>
          </a:xfrm>
          <a:prstGeom prst="rect">
            <a:avLst/>
          </a:prstGeom>
        </p:spPr>
      </p:pic>
      <p:pic>
        <p:nvPicPr>
          <p:cNvPr id="7" name="Picture 6">
            <a:extLst>
              <a:ext uri="{FF2B5EF4-FFF2-40B4-BE49-F238E27FC236}">
                <a16:creationId xmlns:a16="http://schemas.microsoft.com/office/drawing/2014/main" id="{EDF194A4-6C84-7869-183F-3BC4AF3DE555}"/>
              </a:ext>
            </a:extLst>
          </p:cNvPr>
          <p:cNvPicPr>
            <a:picLocks noChangeAspect="1"/>
          </p:cNvPicPr>
          <p:nvPr/>
        </p:nvPicPr>
        <p:blipFill>
          <a:blip r:embed="rId3"/>
          <a:stretch>
            <a:fillRect/>
          </a:stretch>
        </p:blipFill>
        <p:spPr>
          <a:xfrm>
            <a:off x="5973023" y="1816729"/>
            <a:ext cx="5389223" cy="4353854"/>
          </a:xfrm>
          <a:prstGeom prst="rect">
            <a:avLst/>
          </a:prstGeom>
        </p:spPr>
      </p:pic>
    </p:spTree>
    <p:extLst>
      <p:ext uri="{BB962C8B-B14F-4D97-AF65-F5344CB8AC3E}">
        <p14:creationId xmlns:p14="http://schemas.microsoft.com/office/powerpoint/2010/main" val="388742418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5F700-C594-166A-D9CA-D35A1C8E603D}"/>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45EB3BAD-BAC9-C0DA-9C18-F1616E064496}"/>
              </a:ext>
            </a:extLst>
          </p:cNvPr>
          <p:cNvPicPr>
            <a:picLocks noChangeAspect="1"/>
          </p:cNvPicPr>
          <p:nvPr/>
        </p:nvPicPr>
        <p:blipFill>
          <a:blip r:embed="rId2"/>
          <a:stretch>
            <a:fillRect/>
          </a:stretch>
        </p:blipFill>
        <p:spPr>
          <a:xfrm>
            <a:off x="537448" y="1099625"/>
            <a:ext cx="11117104" cy="5173159"/>
          </a:xfrm>
          <a:prstGeom prst="rect">
            <a:avLst/>
          </a:prstGeom>
        </p:spPr>
      </p:pic>
      <p:sp>
        <p:nvSpPr>
          <p:cNvPr id="2" name="Title 1">
            <a:extLst>
              <a:ext uri="{FF2B5EF4-FFF2-40B4-BE49-F238E27FC236}">
                <a16:creationId xmlns:a16="http://schemas.microsoft.com/office/drawing/2014/main" id="{18937D10-3536-9FCA-F933-FDD63E11D973}"/>
              </a:ext>
            </a:extLst>
          </p:cNvPr>
          <p:cNvSpPr>
            <a:spLocks noGrp="1"/>
          </p:cNvSpPr>
          <p:nvPr>
            <p:ph type="title"/>
          </p:nvPr>
        </p:nvSpPr>
        <p:spPr/>
        <p:txBody>
          <a:bodyPr/>
          <a:lstStyle/>
          <a:p>
            <a:r>
              <a:rPr lang="en-US" dirty="0">
                <a:solidFill>
                  <a:srgbClr val="0070C0"/>
                </a:solidFill>
              </a:rPr>
              <a:t>another paper</a:t>
            </a:r>
          </a:p>
        </p:txBody>
      </p:sp>
      <p:sp>
        <p:nvSpPr>
          <p:cNvPr id="4" name="Footer Placeholder 3">
            <a:extLst>
              <a:ext uri="{FF2B5EF4-FFF2-40B4-BE49-F238E27FC236}">
                <a16:creationId xmlns:a16="http://schemas.microsoft.com/office/drawing/2014/main" id="{F0F48ED5-45FB-1EA6-2DCD-05F6BA2EDBD7}"/>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2B8C528B-F325-C335-915D-784AC4B9BE98}"/>
              </a:ext>
            </a:extLst>
          </p:cNvPr>
          <p:cNvSpPr>
            <a:spLocks noGrp="1"/>
          </p:cNvSpPr>
          <p:nvPr>
            <p:ph type="sldNum" sz="quarter" idx="12"/>
          </p:nvPr>
        </p:nvSpPr>
        <p:spPr/>
        <p:txBody>
          <a:bodyPr/>
          <a:lstStyle/>
          <a:p>
            <a:fld id="{382B47E1-F59F-47B3-8D16-B2A0740F319A}" type="slidenum">
              <a:rPr lang="en-US" smtClean="0"/>
              <a:pPr/>
              <a:t>39</a:t>
            </a:fld>
            <a:endParaRPr lang="en-US" dirty="0"/>
          </a:p>
        </p:txBody>
      </p:sp>
    </p:spTree>
    <p:extLst>
      <p:ext uri="{BB962C8B-B14F-4D97-AF65-F5344CB8AC3E}">
        <p14:creationId xmlns:p14="http://schemas.microsoft.com/office/powerpoint/2010/main" val="355502474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CE44DB-6983-CC96-12C3-3BCB507ED2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7F4E19-3081-13D3-3A1A-7B83A7038EB2}"/>
              </a:ext>
            </a:extLst>
          </p:cNvPr>
          <p:cNvSpPr>
            <a:spLocks noGrp="1"/>
          </p:cNvSpPr>
          <p:nvPr>
            <p:ph type="title"/>
          </p:nvPr>
        </p:nvSpPr>
        <p:spPr/>
        <p:txBody>
          <a:bodyPr/>
          <a:lstStyle/>
          <a:p>
            <a:r>
              <a:rPr lang="en-US" dirty="0">
                <a:solidFill>
                  <a:srgbClr val="0070C0"/>
                </a:solidFill>
              </a:rPr>
              <a:t>Results</a:t>
            </a:r>
          </a:p>
        </p:txBody>
      </p:sp>
      <p:sp>
        <p:nvSpPr>
          <p:cNvPr id="4" name="Footer Placeholder 3">
            <a:extLst>
              <a:ext uri="{FF2B5EF4-FFF2-40B4-BE49-F238E27FC236}">
                <a16:creationId xmlns:a16="http://schemas.microsoft.com/office/drawing/2014/main" id="{20FFC911-258E-DBC4-25CF-007A7A6486D0}"/>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1FF7C9D5-B7CC-D6B4-1836-3CD4F5E7BF8F}"/>
              </a:ext>
            </a:extLst>
          </p:cNvPr>
          <p:cNvSpPr>
            <a:spLocks noGrp="1"/>
          </p:cNvSpPr>
          <p:nvPr>
            <p:ph type="sldNum" sz="quarter" idx="12"/>
          </p:nvPr>
        </p:nvSpPr>
        <p:spPr/>
        <p:txBody>
          <a:bodyPr/>
          <a:lstStyle/>
          <a:p>
            <a:fld id="{382B47E1-F59F-47B3-8D16-B2A0740F319A}" type="slidenum">
              <a:rPr lang="en-US" smtClean="0"/>
              <a:pPr/>
              <a:t>40</a:t>
            </a:fld>
            <a:endParaRPr lang="en-US" dirty="0"/>
          </a:p>
        </p:txBody>
      </p:sp>
      <p:pic>
        <p:nvPicPr>
          <p:cNvPr id="6" name="Picture 5">
            <a:extLst>
              <a:ext uri="{FF2B5EF4-FFF2-40B4-BE49-F238E27FC236}">
                <a16:creationId xmlns:a16="http://schemas.microsoft.com/office/drawing/2014/main" id="{0FEB0345-091B-E65B-DEE6-007C62E566A6}"/>
              </a:ext>
            </a:extLst>
          </p:cNvPr>
          <p:cNvPicPr>
            <a:picLocks noChangeAspect="1"/>
          </p:cNvPicPr>
          <p:nvPr/>
        </p:nvPicPr>
        <p:blipFill>
          <a:blip r:embed="rId2"/>
          <a:stretch>
            <a:fillRect/>
          </a:stretch>
        </p:blipFill>
        <p:spPr>
          <a:xfrm>
            <a:off x="397042" y="2234454"/>
            <a:ext cx="11576559" cy="3359864"/>
          </a:xfrm>
          <a:prstGeom prst="rect">
            <a:avLst/>
          </a:prstGeom>
        </p:spPr>
      </p:pic>
    </p:spTree>
    <p:extLst>
      <p:ext uri="{BB962C8B-B14F-4D97-AF65-F5344CB8AC3E}">
        <p14:creationId xmlns:p14="http://schemas.microsoft.com/office/powerpoint/2010/main" val="81702898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7F604B-B139-18E9-80DA-A9B1E9D280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411963-DBBC-B01E-830B-293CDB27B6F7}"/>
              </a:ext>
            </a:extLst>
          </p:cNvPr>
          <p:cNvSpPr>
            <a:spLocks noGrp="1"/>
          </p:cNvSpPr>
          <p:nvPr>
            <p:ph type="title"/>
          </p:nvPr>
        </p:nvSpPr>
        <p:spPr/>
        <p:txBody>
          <a:bodyPr/>
          <a:lstStyle/>
          <a:p>
            <a:r>
              <a:rPr lang="en-US" dirty="0">
                <a:solidFill>
                  <a:srgbClr val="0070C0"/>
                </a:solidFill>
              </a:rPr>
              <a:t>Results</a:t>
            </a:r>
          </a:p>
        </p:txBody>
      </p:sp>
      <p:sp>
        <p:nvSpPr>
          <p:cNvPr id="4" name="Footer Placeholder 3">
            <a:extLst>
              <a:ext uri="{FF2B5EF4-FFF2-40B4-BE49-F238E27FC236}">
                <a16:creationId xmlns:a16="http://schemas.microsoft.com/office/drawing/2014/main" id="{B62ABB3C-8DB5-225E-9BEA-C601C804A7E5}"/>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1E53F662-BE09-482D-F5EB-481300439475}"/>
              </a:ext>
            </a:extLst>
          </p:cNvPr>
          <p:cNvSpPr>
            <a:spLocks noGrp="1"/>
          </p:cNvSpPr>
          <p:nvPr>
            <p:ph type="sldNum" sz="quarter" idx="12"/>
          </p:nvPr>
        </p:nvSpPr>
        <p:spPr/>
        <p:txBody>
          <a:bodyPr/>
          <a:lstStyle/>
          <a:p>
            <a:fld id="{382B47E1-F59F-47B3-8D16-B2A0740F319A}" type="slidenum">
              <a:rPr lang="en-US" smtClean="0"/>
              <a:pPr/>
              <a:t>41</a:t>
            </a:fld>
            <a:endParaRPr lang="en-US" dirty="0"/>
          </a:p>
        </p:txBody>
      </p:sp>
      <p:pic>
        <p:nvPicPr>
          <p:cNvPr id="3" name="Picture 2">
            <a:extLst>
              <a:ext uri="{FF2B5EF4-FFF2-40B4-BE49-F238E27FC236}">
                <a16:creationId xmlns:a16="http://schemas.microsoft.com/office/drawing/2014/main" id="{B21610DD-CBAF-A999-7EE2-18DE77D93A18}"/>
              </a:ext>
            </a:extLst>
          </p:cNvPr>
          <p:cNvPicPr>
            <a:picLocks noChangeAspect="1"/>
          </p:cNvPicPr>
          <p:nvPr/>
        </p:nvPicPr>
        <p:blipFill>
          <a:blip r:embed="rId2"/>
          <a:stretch>
            <a:fillRect/>
          </a:stretch>
        </p:blipFill>
        <p:spPr>
          <a:xfrm>
            <a:off x="574464" y="1564106"/>
            <a:ext cx="10716386" cy="4744773"/>
          </a:xfrm>
          <a:prstGeom prst="rect">
            <a:avLst/>
          </a:prstGeom>
        </p:spPr>
      </p:pic>
    </p:spTree>
    <p:extLst>
      <p:ext uri="{BB962C8B-B14F-4D97-AF65-F5344CB8AC3E}">
        <p14:creationId xmlns:p14="http://schemas.microsoft.com/office/powerpoint/2010/main" val="338684220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D48964-8218-A364-DBF8-482D57B77F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AE3DA5-3449-233E-3372-75CE754CA540}"/>
              </a:ext>
            </a:extLst>
          </p:cNvPr>
          <p:cNvSpPr>
            <a:spLocks noGrp="1"/>
          </p:cNvSpPr>
          <p:nvPr>
            <p:ph type="title"/>
          </p:nvPr>
        </p:nvSpPr>
        <p:spPr/>
        <p:txBody>
          <a:bodyPr/>
          <a:lstStyle/>
          <a:p>
            <a:r>
              <a:rPr lang="en-US" dirty="0">
                <a:solidFill>
                  <a:srgbClr val="0070C0"/>
                </a:solidFill>
              </a:rPr>
              <a:t>Results</a:t>
            </a:r>
          </a:p>
        </p:txBody>
      </p:sp>
      <p:sp>
        <p:nvSpPr>
          <p:cNvPr id="4" name="Footer Placeholder 3">
            <a:extLst>
              <a:ext uri="{FF2B5EF4-FFF2-40B4-BE49-F238E27FC236}">
                <a16:creationId xmlns:a16="http://schemas.microsoft.com/office/drawing/2014/main" id="{EF9A12EC-07B0-7176-2B01-E1BB4DC10368}"/>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E0D1EE2D-EE48-385C-1B28-4551B276FADF}"/>
              </a:ext>
            </a:extLst>
          </p:cNvPr>
          <p:cNvSpPr>
            <a:spLocks noGrp="1"/>
          </p:cNvSpPr>
          <p:nvPr>
            <p:ph type="sldNum" sz="quarter" idx="12"/>
          </p:nvPr>
        </p:nvSpPr>
        <p:spPr/>
        <p:txBody>
          <a:bodyPr/>
          <a:lstStyle/>
          <a:p>
            <a:fld id="{382B47E1-F59F-47B3-8D16-B2A0740F319A}" type="slidenum">
              <a:rPr lang="en-US" smtClean="0"/>
              <a:pPr/>
              <a:t>42</a:t>
            </a:fld>
            <a:endParaRPr lang="en-US" dirty="0"/>
          </a:p>
        </p:txBody>
      </p:sp>
      <p:pic>
        <p:nvPicPr>
          <p:cNvPr id="3" name="Picture 2">
            <a:extLst>
              <a:ext uri="{FF2B5EF4-FFF2-40B4-BE49-F238E27FC236}">
                <a16:creationId xmlns:a16="http://schemas.microsoft.com/office/drawing/2014/main" id="{B49AA57B-619E-2989-4F14-DB4B252A4BD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60649" y="1612233"/>
            <a:ext cx="10593677" cy="4744773"/>
          </a:xfrm>
          <a:prstGeom prst="rect">
            <a:avLst/>
          </a:prstGeom>
        </p:spPr>
      </p:pic>
    </p:spTree>
    <p:extLst>
      <p:ext uri="{BB962C8B-B14F-4D97-AF65-F5344CB8AC3E}">
        <p14:creationId xmlns:p14="http://schemas.microsoft.com/office/powerpoint/2010/main" val="116929120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010FF7-5F53-BDFB-7058-2C00558249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D536A5-B63B-7FB3-619B-F4564A330413}"/>
              </a:ext>
            </a:extLst>
          </p:cNvPr>
          <p:cNvSpPr>
            <a:spLocks noGrp="1"/>
          </p:cNvSpPr>
          <p:nvPr>
            <p:ph type="title"/>
          </p:nvPr>
        </p:nvSpPr>
        <p:spPr/>
        <p:txBody>
          <a:bodyPr/>
          <a:lstStyle/>
          <a:p>
            <a:r>
              <a:rPr lang="en-US" dirty="0">
                <a:solidFill>
                  <a:srgbClr val="0070C0"/>
                </a:solidFill>
              </a:rPr>
              <a:t>Results</a:t>
            </a:r>
          </a:p>
        </p:txBody>
      </p:sp>
      <p:sp>
        <p:nvSpPr>
          <p:cNvPr id="4" name="Footer Placeholder 3">
            <a:extLst>
              <a:ext uri="{FF2B5EF4-FFF2-40B4-BE49-F238E27FC236}">
                <a16:creationId xmlns:a16="http://schemas.microsoft.com/office/drawing/2014/main" id="{16C21F03-597B-05DC-943F-7933E63CDC4D}"/>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08242B2D-DA05-68EF-A81B-D6D2DDEA1988}"/>
              </a:ext>
            </a:extLst>
          </p:cNvPr>
          <p:cNvSpPr>
            <a:spLocks noGrp="1"/>
          </p:cNvSpPr>
          <p:nvPr>
            <p:ph type="sldNum" sz="quarter" idx="12"/>
          </p:nvPr>
        </p:nvSpPr>
        <p:spPr/>
        <p:txBody>
          <a:bodyPr/>
          <a:lstStyle/>
          <a:p>
            <a:fld id="{382B47E1-F59F-47B3-8D16-B2A0740F319A}" type="slidenum">
              <a:rPr lang="en-US" smtClean="0"/>
              <a:pPr/>
              <a:t>43</a:t>
            </a:fld>
            <a:endParaRPr lang="en-US" dirty="0"/>
          </a:p>
        </p:txBody>
      </p:sp>
      <p:pic>
        <p:nvPicPr>
          <p:cNvPr id="6" name="Picture 5">
            <a:extLst>
              <a:ext uri="{FF2B5EF4-FFF2-40B4-BE49-F238E27FC236}">
                <a16:creationId xmlns:a16="http://schemas.microsoft.com/office/drawing/2014/main" id="{77C72DF6-E466-3913-77E3-7F9C65A2A5B5}"/>
              </a:ext>
            </a:extLst>
          </p:cNvPr>
          <p:cNvPicPr>
            <a:picLocks noChangeAspect="1"/>
          </p:cNvPicPr>
          <p:nvPr/>
        </p:nvPicPr>
        <p:blipFill>
          <a:blip r:embed="rId2"/>
          <a:stretch>
            <a:fillRect/>
          </a:stretch>
        </p:blipFill>
        <p:spPr>
          <a:xfrm>
            <a:off x="90520" y="2439758"/>
            <a:ext cx="12010959" cy="2570766"/>
          </a:xfrm>
          <a:prstGeom prst="rect">
            <a:avLst/>
          </a:prstGeom>
        </p:spPr>
      </p:pic>
    </p:spTree>
    <p:extLst>
      <p:ext uri="{BB962C8B-B14F-4D97-AF65-F5344CB8AC3E}">
        <p14:creationId xmlns:p14="http://schemas.microsoft.com/office/powerpoint/2010/main" val="428335722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CA59AF-1B93-9578-595B-2C6D2E5DFB5C}"/>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0954649D-AF02-7894-0279-60613BC8457F}"/>
              </a:ext>
            </a:extLst>
          </p:cNvPr>
          <p:cNvSpPr>
            <a:spLocks noGrp="1"/>
          </p:cNvSpPr>
          <p:nvPr>
            <p:ph type="ftr" sz="quarter" idx="11"/>
          </p:nvPr>
        </p:nvSpPr>
        <p:spPr/>
        <p:txBody>
          <a:bodyPr/>
          <a:lstStyle/>
          <a:p>
            <a:r>
              <a:rPr lang="en-US" sz="1400" dirty="0"/>
              <a:t>Information Hiding, Shiraz university of technology</a:t>
            </a:r>
          </a:p>
        </p:txBody>
      </p:sp>
      <p:sp>
        <p:nvSpPr>
          <p:cNvPr id="3" name="Slide Number Placeholder 2">
            <a:extLst>
              <a:ext uri="{FF2B5EF4-FFF2-40B4-BE49-F238E27FC236}">
                <a16:creationId xmlns:a16="http://schemas.microsoft.com/office/drawing/2014/main" id="{C240C5A3-B2B5-CB30-989F-6CC5E7D92873}"/>
              </a:ext>
            </a:extLst>
          </p:cNvPr>
          <p:cNvSpPr>
            <a:spLocks noGrp="1"/>
          </p:cNvSpPr>
          <p:nvPr>
            <p:ph type="sldNum" sz="quarter" idx="12"/>
          </p:nvPr>
        </p:nvSpPr>
        <p:spPr/>
        <p:txBody>
          <a:bodyPr/>
          <a:lstStyle/>
          <a:p>
            <a:fld id="{382B47E1-F59F-47B3-8D16-B2A0740F319A}" type="slidenum">
              <a:rPr lang="en-US" sz="1400" smtClean="0"/>
              <a:t>44</a:t>
            </a:fld>
            <a:endParaRPr lang="en-US" sz="1400" dirty="0"/>
          </a:p>
        </p:txBody>
      </p:sp>
      <p:sp>
        <p:nvSpPr>
          <p:cNvPr id="4" name="TextBox 3">
            <a:extLst>
              <a:ext uri="{FF2B5EF4-FFF2-40B4-BE49-F238E27FC236}">
                <a16:creationId xmlns:a16="http://schemas.microsoft.com/office/drawing/2014/main" id="{AEBFC2CA-BBE1-32AB-26E0-A78813439388}"/>
              </a:ext>
            </a:extLst>
          </p:cNvPr>
          <p:cNvSpPr txBox="1"/>
          <p:nvPr/>
        </p:nvSpPr>
        <p:spPr>
          <a:xfrm>
            <a:off x="2030895" y="2459504"/>
            <a:ext cx="8130209" cy="1938992"/>
          </a:xfrm>
          <a:prstGeom prst="rect">
            <a:avLst/>
          </a:prstGeom>
          <a:noFill/>
        </p:spPr>
        <p:txBody>
          <a:bodyPr wrap="square" rtlCol="0">
            <a:spAutoFit/>
          </a:bodyPr>
          <a:lstStyle/>
          <a:p>
            <a:pPr algn="ctr"/>
            <a:r>
              <a:rPr lang="en-US" sz="6000" dirty="0">
                <a:solidFill>
                  <a:srgbClr val="0070C0"/>
                </a:solidFill>
              </a:rPr>
              <a:t>Method 3: Histogram Shifting Techniques</a:t>
            </a:r>
            <a:endParaRPr lang="en-US" sz="8800" b="1" dirty="0">
              <a:solidFill>
                <a:srgbClr val="0070C0"/>
              </a:solidFill>
            </a:endParaRPr>
          </a:p>
        </p:txBody>
      </p:sp>
    </p:spTree>
    <p:extLst>
      <p:ext uri="{BB962C8B-B14F-4D97-AF65-F5344CB8AC3E}">
        <p14:creationId xmlns:p14="http://schemas.microsoft.com/office/powerpoint/2010/main" val="390370113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95925F-03E4-8C66-8424-FBC55084A5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F0EC5C-7AC4-4306-74C3-81855EBCAF01}"/>
              </a:ext>
            </a:extLst>
          </p:cNvPr>
          <p:cNvSpPr>
            <a:spLocks noGrp="1"/>
          </p:cNvSpPr>
          <p:nvPr>
            <p:ph type="title"/>
          </p:nvPr>
        </p:nvSpPr>
        <p:spPr/>
        <p:txBody>
          <a:bodyPr/>
          <a:lstStyle/>
          <a:p>
            <a:r>
              <a:rPr lang="en-US" dirty="0">
                <a:solidFill>
                  <a:srgbClr val="0070C0"/>
                </a:solidFill>
              </a:rPr>
              <a:t>Conceptual Innovation</a:t>
            </a:r>
          </a:p>
        </p:txBody>
      </p:sp>
      <p:sp>
        <p:nvSpPr>
          <p:cNvPr id="4" name="Footer Placeholder 3">
            <a:extLst>
              <a:ext uri="{FF2B5EF4-FFF2-40B4-BE49-F238E27FC236}">
                <a16:creationId xmlns:a16="http://schemas.microsoft.com/office/drawing/2014/main" id="{FCB3D5A3-5B38-D913-0B74-F07E9950FF6E}"/>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F5EFC4EB-31C2-4A1E-9874-19C708CD86EC}"/>
              </a:ext>
            </a:extLst>
          </p:cNvPr>
          <p:cNvSpPr>
            <a:spLocks noGrp="1"/>
          </p:cNvSpPr>
          <p:nvPr>
            <p:ph type="sldNum" sz="quarter" idx="12"/>
          </p:nvPr>
        </p:nvSpPr>
        <p:spPr/>
        <p:txBody>
          <a:bodyPr/>
          <a:lstStyle/>
          <a:p>
            <a:fld id="{382B47E1-F59F-47B3-8D16-B2A0740F319A}" type="slidenum">
              <a:rPr lang="en-US" smtClean="0"/>
              <a:pPr/>
              <a:t>45</a:t>
            </a:fld>
            <a:endParaRPr lang="en-US" dirty="0"/>
          </a:p>
        </p:txBody>
      </p:sp>
      <p:sp>
        <p:nvSpPr>
          <p:cNvPr id="7" name="TextBox 6">
            <a:extLst>
              <a:ext uri="{FF2B5EF4-FFF2-40B4-BE49-F238E27FC236}">
                <a16:creationId xmlns:a16="http://schemas.microsoft.com/office/drawing/2014/main" id="{9F84ED92-B25B-7A7C-6BB8-AED586C7F3D3}"/>
              </a:ext>
            </a:extLst>
          </p:cNvPr>
          <p:cNvSpPr txBox="1"/>
          <p:nvPr/>
        </p:nvSpPr>
        <p:spPr>
          <a:xfrm>
            <a:off x="1024128" y="2333971"/>
            <a:ext cx="10266722" cy="3046988"/>
          </a:xfrm>
          <a:prstGeom prst="rect">
            <a:avLst/>
          </a:prstGeom>
          <a:noFill/>
        </p:spPr>
        <p:txBody>
          <a:bodyPr wrap="square">
            <a:spAutoFit/>
          </a:bodyPr>
          <a:lstStyle/>
          <a:p>
            <a:r>
              <a:rPr lang="en-US" sz="2400" b="1" dirty="0">
                <a:solidFill>
                  <a:srgbClr val="C00000"/>
                </a:solidFill>
              </a:rPr>
              <a:t>Developers:</a:t>
            </a:r>
          </a:p>
          <a:p>
            <a:r>
              <a:rPr lang="en-US" sz="2400" dirty="0"/>
              <a:t>	 Zhicheng Ni et al. (2003 preliminary, 2006 complete)</a:t>
            </a:r>
          </a:p>
          <a:p>
            <a:endParaRPr lang="en-US" sz="2400" dirty="0"/>
          </a:p>
          <a:p>
            <a:r>
              <a:rPr lang="en-US" sz="2400" b="1" dirty="0">
                <a:solidFill>
                  <a:srgbClr val="C00000"/>
                </a:solidFill>
              </a:rPr>
              <a:t>Key Insight: </a:t>
            </a:r>
          </a:p>
          <a:p>
            <a:r>
              <a:rPr lang="en-US" sz="2400" dirty="0"/>
              <a:t>	Natural images don't use all grayscale values uniformly</a:t>
            </a:r>
          </a:p>
          <a:p>
            <a:endParaRPr lang="en-US" sz="2400" dirty="0"/>
          </a:p>
          <a:p>
            <a:r>
              <a:rPr lang="en-US" sz="2400" b="1" dirty="0">
                <a:solidFill>
                  <a:srgbClr val="C00000"/>
                </a:solidFill>
              </a:rPr>
              <a:t>Advantage:</a:t>
            </a:r>
          </a:p>
          <a:p>
            <a:r>
              <a:rPr lang="en-US" sz="2400" dirty="0"/>
              <a:t>	 Minimal distortion through statistical manipulation</a:t>
            </a:r>
          </a:p>
        </p:txBody>
      </p:sp>
    </p:spTree>
    <p:extLst>
      <p:ext uri="{BB962C8B-B14F-4D97-AF65-F5344CB8AC3E}">
        <p14:creationId xmlns:p14="http://schemas.microsoft.com/office/powerpoint/2010/main" val="294698059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393F0F-20C2-3EE6-1623-EB40E9737B6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A729CAA7-EE74-1F6D-0A2D-EA40219748DA}"/>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7F52B6F4-7213-75BF-C3B3-DE0694D8E777}"/>
              </a:ext>
            </a:extLst>
          </p:cNvPr>
          <p:cNvSpPr>
            <a:spLocks noGrp="1"/>
          </p:cNvSpPr>
          <p:nvPr>
            <p:ph type="sldNum" sz="quarter" idx="12"/>
          </p:nvPr>
        </p:nvSpPr>
        <p:spPr/>
        <p:txBody>
          <a:bodyPr/>
          <a:lstStyle/>
          <a:p>
            <a:fld id="{382B47E1-F59F-47B3-8D16-B2A0740F319A}" type="slidenum">
              <a:rPr lang="en-US" smtClean="0"/>
              <a:pPr/>
              <a:t>46</a:t>
            </a:fld>
            <a:endParaRPr lang="en-US" dirty="0"/>
          </a:p>
        </p:txBody>
      </p:sp>
      <p:pic>
        <p:nvPicPr>
          <p:cNvPr id="3" name="Picture 2">
            <a:extLst>
              <a:ext uri="{FF2B5EF4-FFF2-40B4-BE49-F238E27FC236}">
                <a16:creationId xmlns:a16="http://schemas.microsoft.com/office/drawing/2014/main" id="{8E850994-427D-26C0-8C20-0BA5FA2CD029}"/>
              </a:ext>
            </a:extLst>
          </p:cNvPr>
          <p:cNvPicPr>
            <a:picLocks noChangeAspect="1"/>
          </p:cNvPicPr>
          <p:nvPr/>
        </p:nvPicPr>
        <p:blipFill>
          <a:blip r:embed="rId2"/>
          <a:stretch>
            <a:fillRect/>
          </a:stretch>
        </p:blipFill>
        <p:spPr>
          <a:xfrm>
            <a:off x="1580056" y="89782"/>
            <a:ext cx="8478433" cy="1505160"/>
          </a:xfrm>
          <a:prstGeom prst="rect">
            <a:avLst/>
          </a:prstGeom>
        </p:spPr>
      </p:pic>
      <mc:AlternateContent xmlns:mc="http://schemas.openxmlformats.org/markup-compatibility/2006">
        <mc:Choice xmlns:p14="http://schemas.microsoft.com/office/powerpoint/2010/main" Requires="p14">
          <p:contentPart p14:bwMode="auto" r:id="rId3">
            <p14:nvContentPartPr>
              <p14:cNvPr id="9" name="Ink 8">
                <a:extLst>
                  <a:ext uri="{FF2B5EF4-FFF2-40B4-BE49-F238E27FC236}">
                    <a16:creationId xmlns:a16="http://schemas.microsoft.com/office/drawing/2014/main" id="{E0E9BDCB-600B-A3C1-58EE-16840EB8E9C6}"/>
                  </a:ext>
                </a:extLst>
              </p14:cNvPr>
              <p14:cNvContentPartPr/>
              <p14:nvPr/>
            </p14:nvContentPartPr>
            <p14:xfrm>
              <a:off x="676137" y="842362"/>
              <a:ext cx="156960" cy="1648440"/>
            </p14:xfrm>
          </p:contentPart>
        </mc:Choice>
        <mc:Fallback>
          <p:pic>
            <p:nvPicPr>
              <p:cNvPr id="9" name="Ink 8">
                <a:extLst>
                  <a:ext uri="{FF2B5EF4-FFF2-40B4-BE49-F238E27FC236}">
                    <a16:creationId xmlns:a16="http://schemas.microsoft.com/office/drawing/2014/main" id="{E0E9BDCB-600B-A3C1-58EE-16840EB8E9C6}"/>
                  </a:ext>
                </a:extLst>
              </p:cNvPr>
              <p:cNvPicPr/>
              <p:nvPr/>
            </p:nvPicPr>
            <p:blipFill>
              <a:blip r:embed="rId4"/>
              <a:stretch>
                <a:fillRect/>
              </a:stretch>
            </p:blipFill>
            <p:spPr>
              <a:xfrm>
                <a:off x="640137" y="806362"/>
                <a:ext cx="228600" cy="1720080"/>
              </a:xfrm>
              <a:prstGeom prst="rect">
                <a:avLst/>
              </a:prstGeom>
            </p:spPr>
          </p:pic>
        </mc:Fallback>
      </mc:AlternateContent>
      <p:pic>
        <p:nvPicPr>
          <p:cNvPr id="10" name="Picture 9">
            <a:extLst>
              <a:ext uri="{FF2B5EF4-FFF2-40B4-BE49-F238E27FC236}">
                <a16:creationId xmlns:a16="http://schemas.microsoft.com/office/drawing/2014/main" id="{14F4705F-A9A2-F9E2-3EE8-0E8E8575058B}"/>
              </a:ext>
            </a:extLst>
          </p:cNvPr>
          <p:cNvPicPr>
            <a:picLocks noChangeAspect="1"/>
          </p:cNvPicPr>
          <p:nvPr/>
        </p:nvPicPr>
        <p:blipFill>
          <a:blip r:embed="rId5"/>
          <a:stretch>
            <a:fillRect/>
          </a:stretch>
        </p:blipFill>
        <p:spPr>
          <a:xfrm>
            <a:off x="579040" y="1479884"/>
            <a:ext cx="5578449" cy="4981211"/>
          </a:xfrm>
          <a:prstGeom prst="rect">
            <a:avLst/>
          </a:prstGeom>
        </p:spPr>
      </p:pic>
      <p:pic>
        <p:nvPicPr>
          <p:cNvPr id="11" name="Picture 10">
            <a:extLst>
              <a:ext uri="{FF2B5EF4-FFF2-40B4-BE49-F238E27FC236}">
                <a16:creationId xmlns:a16="http://schemas.microsoft.com/office/drawing/2014/main" id="{4EA69A26-C723-5B98-8FB1-1696D0C1ED54}"/>
              </a:ext>
            </a:extLst>
          </p:cNvPr>
          <p:cNvPicPr>
            <a:picLocks noChangeAspect="1"/>
          </p:cNvPicPr>
          <p:nvPr/>
        </p:nvPicPr>
        <p:blipFill>
          <a:blip r:embed="rId6"/>
          <a:stretch>
            <a:fillRect/>
          </a:stretch>
        </p:blipFill>
        <p:spPr>
          <a:xfrm>
            <a:off x="6254586" y="1594942"/>
            <a:ext cx="5758552" cy="4252875"/>
          </a:xfrm>
          <a:prstGeom prst="rect">
            <a:avLst/>
          </a:prstGeom>
        </p:spPr>
      </p:pic>
    </p:spTree>
    <p:extLst>
      <p:ext uri="{BB962C8B-B14F-4D97-AF65-F5344CB8AC3E}">
        <p14:creationId xmlns:p14="http://schemas.microsoft.com/office/powerpoint/2010/main" val="186321040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A08A48-73D6-418E-644F-EDE0448E45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408953-C48A-AA8E-1D33-1ADCC078376F}"/>
              </a:ext>
            </a:extLst>
          </p:cNvPr>
          <p:cNvSpPr>
            <a:spLocks noGrp="1"/>
          </p:cNvSpPr>
          <p:nvPr>
            <p:ph type="title"/>
          </p:nvPr>
        </p:nvSpPr>
        <p:spPr/>
        <p:txBody>
          <a:bodyPr/>
          <a:lstStyle/>
          <a:p>
            <a:r>
              <a:rPr lang="en-US" dirty="0">
                <a:solidFill>
                  <a:srgbClr val="0070C0"/>
                </a:solidFill>
              </a:rPr>
              <a:t>Core Principle</a:t>
            </a:r>
          </a:p>
        </p:txBody>
      </p:sp>
      <p:sp>
        <p:nvSpPr>
          <p:cNvPr id="4" name="Footer Placeholder 3">
            <a:extLst>
              <a:ext uri="{FF2B5EF4-FFF2-40B4-BE49-F238E27FC236}">
                <a16:creationId xmlns:a16="http://schemas.microsoft.com/office/drawing/2014/main" id="{121CF373-3C82-4B5C-6741-FCC4C7F7FF98}"/>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FDBD23F6-BAB2-F61C-8905-F7B5A486AAA4}"/>
              </a:ext>
            </a:extLst>
          </p:cNvPr>
          <p:cNvSpPr>
            <a:spLocks noGrp="1"/>
          </p:cNvSpPr>
          <p:nvPr>
            <p:ph type="sldNum" sz="quarter" idx="12"/>
          </p:nvPr>
        </p:nvSpPr>
        <p:spPr/>
        <p:txBody>
          <a:bodyPr/>
          <a:lstStyle/>
          <a:p>
            <a:fld id="{382B47E1-F59F-47B3-8D16-B2A0740F319A}" type="slidenum">
              <a:rPr lang="en-US" smtClean="0"/>
              <a:pPr/>
              <a:t>47</a:t>
            </a:fld>
            <a:endParaRPr lang="en-US" dirty="0"/>
          </a:p>
        </p:txBody>
      </p:sp>
      <p:sp>
        <p:nvSpPr>
          <p:cNvPr id="7" name="TextBox 6">
            <a:extLst>
              <a:ext uri="{FF2B5EF4-FFF2-40B4-BE49-F238E27FC236}">
                <a16:creationId xmlns:a16="http://schemas.microsoft.com/office/drawing/2014/main" id="{0BF9C1E3-C5BD-2CA5-EF9D-A42A389DAD24}"/>
              </a:ext>
            </a:extLst>
          </p:cNvPr>
          <p:cNvSpPr txBox="1"/>
          <p:nvPr/>
        </p:nvSpPr>
        <p:spPr>
          <a:xfrm>
            <a:off x="1024128" y="2112264"/>
            <a:ext cx="10266722" cy="3785652"/>
          </a:xfrm>
          <a:prstGeom prst="rect">
            <a:avLst/>
          </a:prstGeom>
          <a:noFill/>
        </p:spPr>
        <p:txBody>
          <a:bodyPr wrap="square">
            <a:spAutoFit/>
          </a:bodyPr>
          <a:lstStyle/>
          <a:p>
            <a:r>
              <a:rPr lang="en-US" sz="2400" b="1" dirty="0">
                <a:solidFill>
                  <a:srgbClr val="000000"/>
                </a:solidFill>
              </a:rPr>
              <a:t>Histogram Analysis</a:t>
            </a:r>
          </a:p>
          <a:p>
            <a:endParaRPr lang="en-US" sz="2400" b="1" dirty="0">
              <a:solidFill>
                <a:srgbClr val="000000"/>
              </a:solidFill>
            </a:endParaRPr>
          </a:p>
          <a:p>
            <a:r>
              <a:rPr lang="en-US" sz="2400" b="1" dirty="0">
                <a:solidFill>
                  <a:srgbClr val="C00000"/>
                </a:solidFill>
              </a:rPr>
              <a:t>Observation:</a:t>
            </a:r>
          </a:p>
          <a:p>
            <a:r>
              <a:rPr lang="en-US" sz="2400" b="1" dirty="0">
                <a:solidFill>
                  <a:srgbClr val="000000"/>
                </a:solidFill>
              </a:rPr>
              <a:t>	 Natural images have irregular intensity distributions</a:t>
            </a:r>
          </a:p>
          <a:p>
            <a:endParaRPr lang="en-US" sz="2400" b="1" dirty="0">
              <a:solidFill>
                <a:srgbClr val="000000"/>
              </a:solidFill>
            </a:endParaRPr>
          </a:p>
          <a:p>
            <a:r>
              <a:rPr lang="en-US" sz="2400" b="1" dirty="0">
                <a:solidFill>
                  <a:srgbClr val="C00000"/>
                </a:solidFill>
              </a:rPr>
              <a:t>Opportunity:</a:t>
            </a:r>
          </a:p>
          <a:p>
            <a:r>
              <a:rPr lang="en-US" sz="2400" b="1" dirty="0">
                <a:solidFill>
                  <a:srgbClr val="000000"/>
                </a:solidFill>
              </a:rPr>
              <a:t>	 Empty bins and peak frequencies can be exploited</a:t>
            </a:r>
          </a:p>
          <a:p>
            <a:endParaRPr lang="en-US" sz="2400" b="1" dirty="0">
              <a:solidFill>
                <a:srgbClr val="000000"/>
              </a:solidFill>
            </a:endParaRPr>
          </a:p>
          <a:p>
            <a:r>
              <a:rPr lang="en-US" sz="2400" b="1" dirty="0">
                <a:solidFill>
                  <a:srgbClr val="C00000"/>
                </a:solidFill>
              </a:rPr>
              <a:t>Strategy:</a:t>
            </a:r>
          </a:p>
          <a:p>
            <a:r>
              <a:rPr lang="en-US" sz="2400" b="1" dirty="0">
                <a:solidFill>
                  <a:srgbClr val="000000"/>
                </a:solidFill>
              </a:rPr>
              <a:t>	 Shift histogram segments to create embedding space</a:t>
            </a:r>
            <a:endParaRPr lang="en-US" sz="2400" dirty="0">
              <a:solidFill>
                <a:srgbClr val="000000"/>
              </a:solidFill>
            </a:endParaRPr>
          </a:p>
        </p:txBody>
      </p:sp>
    </p:spTree>
    <p:extLst>
      <p:ext uri="{BB962C8B-B14F-4D97-AF65-F5344CB8AC3E}">
        <p14:creationId xmlns:p14="http://schemas.microsoft.com/office/powerpoint/2010/main" val="143132519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9DCC8B-1401-D450-5538-7E098C803A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DE732B-96F5-ECEC-E280-868661C2FEC4}"/>
              </a:ext>
            </a:extLst>
          </p:cNvPr>
          <p:cNvSpPr>
            <a:spLocks noGrp="1"/>
          </p:cNvSpPr>
          <p:nvPr>
            <p:ph type="title"/>
          </p:nvPr>
        </p:nvSpPr>
        <p:spPr/>
        <p:txBody>
          <a:bodyPr/>
          <a:lstStyle/>
          <a:p>
            <a:r>
              <a:rPr lang="en-US" dirty="0">
                <a:solidFill>
                  <a:srgbClr val="0070C0"/>
                </a:solidFill>
              </a:rPr>
              <a:t>Methodology Details</a:t>
            </a:r>
          </a:p>
        </p:txBody>
      </p:sp>
      <p:sp>
        <p:nvSpPr>
          <p:cNvPr id="4" name="Footer Placeholder 3">
            <a:extLst>
              <a:ext uri="{FF2B5EF4-FFF2-40B4-BE49-F238E27FC236}">
                <a16:creationId xmlns:a16="http://schemas.microsoft.com/office/drawing/2014/main" id="{B34AE518-7A6F-3178-191C-8DFDD035E75C}"/>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DBB8AF2A-BA0C-A3D4-06D6-F29D664CC3B8}"/>
              </a:ext>
            </a:extLst>
          </p:cNvPr>
          <p:cNvSpPr>
            <a:spLocks noGrp="1"/>
          </p:cNvSpPr>
          <p:nvPr>
            <p:ph type="sldNum" sz="quarter" idx="12"/>
          </p:nvPr>
        </p:nvSpPr>
        <p:spPr/>
        <p:txBody>
          <a:bodyPr/>
          <a:lstStyle/>
          <a:p>
            <a:fld id="{382B47E1-F59F-47B3-8D16-B2A0740F319A}" type="slidenum">
              <a:rPr lang="en-US" smtClean="0"/>
              <a:pPr/>
              <a:t>48</a:t>
            </a:fld>
            <a:endParaRPr lang="en-US" dirty="0"/>
          </a:p>
        </p:txBody>
      </p:sp>
      <p:sp>
        <p:nvSpPr>
          <p:cNvPr id="7" name="TextBox 6">
            <a:extLst>
              <a:ext uri="{FF2B5EF4-FFF2-40B4-BE49-F238E27FC236}">
                <a16:creationId xmlns:a16="http://schemas.microsoft.com/office/drawing/2014/main" id="{A674786C-AD1B-E3BD-F6D5-49592374F4CD}"/>
              </a:ext>
            </a:extLst>
          </p:cNvPr>
          <p:cNvSpPr txBox="1"/>
          <p:nvPr/>
        </p:nvSpPr>
        <p:spPr>
          <a:xfrm>
            <a:off x="1024128" y="2112264"/>
            <a:ext cx="10266722" cy="3785652"/>
          </a:xfrm>
          <a:prstGeom prst="rect">
            <a:avLst/>
          </a:prstGeom>
          <a:noFill/>
        </p:spPr>
        <p:txBody>
          <a:bodyPr wrap="square">
            <a:spAutoFit/>
          </a:bodyPr>
          <a:lstStyle/>
          <a:p>
            <a:r>
              <a:rPr lang="en-US" sz="2400" b="1" dirty="0">
                <a:solidFill>
                  <a:srgbClr val="000000"/>
                </a:solidFill>
              </a:rPr>
              <a:t>Histogram Analysis</a:t>
            </a:r>
          </a:p>
          <a:p>
            <a:endParaRPr lang="en-US" sz="2400" b="1" dirty="0">
              <a:solidFill>
                <a:srgbClr val="000000"/>
              </a:solidFill>
            </a:endParaRPr>
          </a:p>
          <a:p>
            <a:r>
              <a:rPr lang="en-US" sz="2400" b="1" dirty="0">
                <a:solidFill>
                  <a:srgbClr val="C00000"/>
                </a:solidFill>
              </a:rPr>
              <a:t>Observation:</a:t>
            </a:r>
          </a:p>
          <a:p>
            <a:r>
              <a:rPr lang="en-US" sz="2400" b="1" dirty="0">
                <a:solidFill>
                  <a:srgbClr val="000000"/>
                </a:solidFill>
              </a:rPr>
              <a:t>	 Natural images have irregular intensity distributions</a:t>
            </a:r>
          </a:p>
          <a:p>
            <a:endParaRPr lang="en-US" sz="2400" b="1" dirty="0">
              <a:solidFill>
                <a:srgbClr val="000000"/>
              </a:solidFill>
            </a:endParaRPr>
          </a:p>
          <a:p>
            <a:r>
              <a:rPr lang="en-US" sz="2400" b="1" dirty="0">
                <a:solidFill>
                  <a:srgbClr val="C00000"/>
                </a:solidFill>
              </a:rPr>
              <a:t>Opportunity:</a:t>
            </a:r>
          </a:p>
          <a:p>
            <a:r>
              <a:rPr lang="en-US" sz="2400" b="1" dirty="0">
                <a:solidFill>
                  <a:srgbClr val="000000"/>
                </a:solidFill>
              </a:rPr>
              <a:t>	 Empty bins and peak frequencies can be exploited</a:t>
            </a:r>
          </a:p>
          <a:p>
            <a:endParaRPr lang="en-US" sz="2400" b="1" dirty="0">
              <a:solidFill>
                <a:srgbClr val="000000"/>
              </a:solidFill>
            </a:endParaRPr>
          </a:p>
          <a:p>
            <a:r>
              <a:rPr lang="en-US" sz="2400" b="1" dirty="0">
                <a:solidFill>
                  <a:srgbClr val="C00000"/>
                </a:solidFill>
              </a:rPr>
              <a:t>Strategy:</a:t>
            </a:r>
          </a:p>
          <a:p>
            <a:r>
              <a:rPr lang="en-US" sz="2400" b="1" dirty="0">
                <a:solidFill>
                  <a:srgbClr val="000000"/>
                </a:solidFill>
              </a:rPr>
              <a:t>	 Shift histogram segments to create embedding space</a:t>
            </a:r>
            <a:endParaRPr lang="en-US" sz="2400" dirty="0">
              <a:solidFill>
                <a:srgbClr val="000000"/>
              </a:solidFill>
            </a:endParaRPr>
          </a:p>
        </p:txBody>
      </p:sp>
    </p:spTree>
    <p:extLst>
      <p:ext uri="{BB962C8B-B14F-4D97-AF65-F5344CB8AC3E}">
        <p14:creationId xmlns:p14="http://schemas.microsoft.com/office/powerpoint/2010/main" val="36520711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703D5-B94E-67B8-CE81-93C906B692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E9D655-DEB3-0F2E-CC07-04A3CC1A9777}"/>
              </a:ext>
            </a:extLst>
          </p:cNvPr>
          <p:cNvSpPr>
            <a:spLocks noGrp="1"/>
          </p:cNvSpPr>
          <p:nvPr>
            <p:ph type="title"/>
          </p:nvPr>
        </p:nvSpPr>
        <p:spPr/>
        <p:txBody>
          <a:bodyPr/>
          <a:lstStyle/>
          <a:p>
            <a:r>
              <a:rPr lang="en-US" dirty="0">
                <a:solidFill>
                  <a:srgbClr val="0070C0"/>
                </a:solidFill>
              </a:rPr>
              <a:t>Methodology Details</a:t>
            </a:r>
          </a:p>
        </p:txBody>
      </p:sp>
      <p:sp>
        <p:nvSpPr>
          <p:cNvPr id="4" name="Footer Placeholder 3">
            <a:extLst>
              <a:ext uri="{FF2B5EF4-FFF2-40B4-BE49-F238E27FC236}">
                <a16:creationId xmlns:a16="http://schemas.microsoft.com/office/drawing/2014/main" id="{EC7B0AF0-9D4D-75DE-9C7D-5D5614434981}"/>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F0CDDF2D-4241-4D41-5AD4-EA4CBC53A8C8}"/>
              </a:ext>
            </a:extLst>
          </p:cNvPr>
          <p:cNvSpPr>
            <a:spLocks noGrp="1"/>
          </p:cNvSpPr>
          <p:nvPr>
            <p:ph type="sldNum" sz="quarter" idx="12"/>
          </p:nvPr>
        </p:nvSpPr>
        <p:spPr/>
        <p:txBody>
          <a:bodyPr/>
          <a:lstStyle/>
          <a:p>
            <a:fld id="{382B47E1-F59F-47B3-8D16-B2A0740F319A}" type="slidenum">
              <a:rPr lang="en-US" smtClean="0"/>
              <a:pPr/>
              <a:t>49</a:t>
            </a:fld>
            <a:endParaRPr lang="en-US" dirty="0"/>
          </a:p>
        </p:txBody>
      </p:sp>
      <p:sp>
        <p:nvSpPr>
          <p:cNvPr id="6" name="TextBox 5">
            <a:extLst>
              <a:ext uri="{FF2B5EF4-FFF2-40B4-BE49-F238E27FC236}">
                <a16:creationId xmlns:a16="http://schemas.microsoft.com/office/drawing/2014/main" id="{E0C27582-98F7-7BA2-6F54-FD07144AF6E2}"/>
              </a:ext>
            </a:extLst>
          </p:cNvPr>
          <p:cNvSpPr txBox="1"/>
          <p:nvPr/>
        </p:nvSpPr>
        <p:spPr>
          <a:xfrm>
            <a:off x="814137" y="2425085"/>
            <a:ext cx="5281863" cy="1384995"/>
          </a:xfrm>
          <a:prstGeom prst="rect">
            <a:avLst/>
          </a:prstGeom>
          <a:noFill/>
        </p:spPr>
        <p:txBody>
          <a:bodyPr wrap="square">
            <a:spAutoFit/>
          </a:bodyPr>
          <a:lstStyle/>
          <a:p>
            <a:r>
              <a:rPr lang="en-US" sz="2400" b="1" dirty="0"/>
              <a:t>Step 1: Histogram Construction</a:t>
            </a:r>
          </a:p>
          <a:p>
            <a:r>
              <a:rPr lang="en-US" sz="2000" dirty="0"/>
              <a:t>	Analyze intensity distribution of target image</a:t>
            </a:r>
          </a:p>
          <a:p>
            <a:r>
              <a:rPr lang="en-US" sz="2000" dirty="0"/>
              <a:t>	Identify peak point (maximum frequency)</a:t>
            </a:r>
          </a:p>
          <a:p>
            <a:r>
              <a:rPr lang="en-US" sz="2000" dirty="0"/>
              <a:t>	Locate zero point (unused intensity value)</a:t>
            </a:r>
          </a:p>
        </p:txBody>
      </p:sp>
      <p:pic>
        <p:nvPicPr>
          <p:cNvPr id="8" name="Picture 7">
            <a:extLst>
              <a:ext uri="{FF2B5EF4-FFF2-40B4-BE49-F238E27FC236}">
                <a16:creationId xmlns:a16="http://schemas.microsoft.com/office/drawing/2014/main" id="{9D700301-F927-B008-A601-29EF4964D0FE}"/>
              </a:ext>
            </a:extLst>
          </p:cNvPr>
          <p:cNvPicPr>
            <a:picLocks noChangeAspect="1"/>
          </p:cNvPicPr>
          <p:nvPr/>
        </p:nvPicPr>
        <p:blipFill>
          <a:blip r:embed="rId2"/>
          <a:stretch>
            <a:fillRect/>
          </a:stretch>
        </p:blipFill>
        <p:spPr>
          <a:xfrm>
            <a:off x="6157488" y="1531423"/>
            <a:ext cx="5758552" cy="4252875"/>
          </a:xfrm>
          <a:prstGeom prst="rect">
            <a:avLst/>
          </a:prstGeom>
        </p:spPr>
      </p:pic>
    </p:spTree>
    <p:extLst>
      <p:ext uri="{BB962C8B-B14F-4D97-AF65-F5344CB8AC3E}">
        <p14:creationId xmlns:p14="http://schemas.microsoft.com/office/powerpoint/2010/main" val="222157495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032368-CEF0-348F-1E99-7254FAF18E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383311-C926-25B0-7E0E-3925C529322F}"/>
              </a:ext>
            </a:extLst>
          </p:cNvPr>
          <p:cNvSpPr>
            <a:spLocks noGrp="1"/>
          </p:cNvSpPr>
          <p:nvPr>
            <p:ph type="title"/>
          </p:nvPr>
        </p:nvSpPr>
        <p:spPr/>
        <p:txBody>
          <a:bodyPr/>
          <a:lstStyle/>
          <a:p>
            <a:r>
              <a:rPr lang="en-US" dirty="0">
                <a:solidFill>
                  <a:srgbClr val="0070C0"/>
                </a:solidFill>
              </a:rPr>
              <a:t>Methodology Details</a:t>
            </a:r>
          </a:p>
        </p:txBody>
      </p:sp>
      <p:sp>
        <p:nvSpPr>
          <p:cNvPr id="4" name="Footer Placeholder 3">
            <a:extLst>
              <a:ext uri="{FF2B5EF4-FFF2-40B4-BE49-F238E27FC236}">
                <a16:creationId xmlns:a16="http://schemas.microsoft.com/office/drawing/2014/main" id="{C72BC9E2-9DAD-B200-453E-16190A450224}"/>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EFFD51CD-F112-932C-ACD1-383670601CAD}"/>
              </a:ext>
            </a:extLst>
          </p:cNvPr>
          <p:cNvSpPr>
            <a:spLocks noGrp="1"/>
          </p:cNvSpPr>
          <p:nvPr>
            <p:ph type="sldNum" sz="quarter" idx="12"/>
          </p:nvPr>
        </p:nvSpPr>
        <p:spPr/>
        <p:txBody>
          <a:bodyPr/>
          <a:lstStyle/>
          <a:p>
            <a:fld id="{382B47E1-F59F-47B3-8D16-B2A0740F319A}" type="slidenum">
              <a:rPr lang="en-US" smtClean="0"/>
              <a:pPr/>
              <a:t>50</a:t>
            </a:fld>
            <a:endParaRPr lang="en-US" dirty="0"/>
          </a:p>
        </p:txBody>
      </p:sp>
      <p:sp>
        <p:nvSpPr>
          <p:cNvPr id="7" name="TextBox 6">
            <a:extLst>
              <a:ext uri="{FF2B5EF4-FFF2-40B4-BE49-F238E27FC236}">
                <a16:creationId xmlns:a16="http://schemas.microsoft.com/office/drawing/2014/main" id="{F0DF2C36-F419-B4B0-7CFD-AF58F37E6088}"/>
              </a:ext>
            </a:extLst>
          </p:cNvPr>
          <p:cNvSpPr txBox="1"/>
          <p:nvPr/>
        </p:nvSpPr>
        <p:spPr>
          <a:xfrm>
            <a:off x="1024127" y="2019759"/>
            <a:ext cx="7662673" cy="4154984"/>
          </a:xfrm>
          <a:prstGeom prst="rect">
            <a:avLst/>
          </a:prstGeom>
          <a:noFill/>
        </p:spPr>
        <p:txBody>
          <a:bodyPr wrap="square">
            <a:spAutoFit/>
          </a:bodyPr>
          <a:lstStyle/>
          <a:p>
            <a:r>
              <a:rPr lang="en-US" sz="2400" b="1" dirty="0"/>
              <a:t>Step 2: Histogram Shifting</a:t>
            </a:r>
          </a:p>
          <a:p>
            <a:r>
              <a:rPr lang="en-US" sz="2400" b="1" dirty="0"/>
              <a:t>	</a:t>
            </a:r>
            <a:r>
              <a:rPr lang="en-US" sz="2400" dirty="0">
                <a:solidFill>
                  <a:srgbClr val="C00000"/>
                </a:solidFill>
              </a:rPr>
              <a:t>Shift the Histogram to the Zero Point. </a:t>
            </a:r>
            <a:endParaRPr lang="en-US" sz="2400" b="1" dirty="0">
              <a:solidFill>
                <a:srgbClr val="C00000"/>
              </a:solidFill>
            </a:endParaRPr>
          </a:p>
          <a:p>
            <a:endParaRPr lang="en-US" sz="2400" b="1" dirty="0"/>
          </a:p>
          <a:p>
            <a:endParaRPr lang="en-US" sz="2400" b="1" dirty="0"/>
          </a:p>
          <a:p>
            <a:endParaRPr lang="en-US" sz="2400" b="1" dirty="0"/>
          </a:p>
          <a:p>
            <a:endParaRPr lang="en-US" sz="2400" b="1" dirty="0"/>
          </a:p>
          <a:p>
            <a:r>
              <a:rPr lang="en-US" sz="2400" b="1" dirty="0"/>
              <a:t>Step 3: Data Embedding</a:t>
            </a:r>
          </a:p>
          <a:p>
            <a:r>
              <a:rPr lang="en-US" sz="2400" b="1" dirty="0"/>
              <a:t>	Data bit = 0</a:t>
            </a:r>
            <a:r>
              <a:rPr lang="en-US" sz="2400" dirty="0"/>
              <a:t>: Keep pixel at peak value</a:t>
            </a:r>
          </a:p>
          <a:p>
            <a:r>
              <a:rPr lang="en-US" sz="2400" b="1" dirty="0"/>
              <a:t>	Data bit = 1</a:t>
            </a:r>
            <a:r>
              <a:rPr lang="en-US" sz="2400" dirty="0"/>
              <a:t>: Change pixel to peak+1 value</a:t>
            </a:r>
          </a:p>
          <a:p>
            <a:r>
              <a:rPr lang="en-US" sz="2400" dirty="0"/>
              <a:t>	Result: Peak frequency splits between two values</a:t>
            </a:r>
          </a:p>
          <a:p>
            <a:endParaRPr lang="en-US" sz="2400" b="1" dirty="0"/>
          </a:p>
        </p:txBody>
      </p:sp>
      <p:pic>
        <p:nvPicPr>
          <p:cNvPr id="9" name="Picture 8">
            <a:extLst>
              <a:ext uri="{FF2B5EF4-FFF2-40B4-BE49-F238E27FC236}">
                <a16:creationId xmlns:a16="http://schemas.microsoft.com/office/drawing/2014/main" id="{C9225126-122F-2CE4-ECF2-4E13F05EFF0A}"/>
              </a:ext>
            </a:extLst>
          </p:cNvPr>
          <p:cNvPicPr>
            <a:picLocks noChangeAspect="1"/>
          </p:cNvPicPr>
          <p:nvPr/>
        </p:nvPicPr>
        <p:blipFill>
          <a:blip r:embed="rId2"/>
          <a:stretch>
            <a:fillRect/>
          </a:stretch>
        </p:blipFill>
        <p:spPr>
          <a:xfrm>
            <a:off x="2583890" y="2949116"/>
            <a:ext cx="6102910" cy="1180671"/>
          </a:xfrm>
          <a:prstGeom prst="rect">
            <a:avLst/>
          </a:prstGeom>
        </p:spPr>
      </p:pic>
    </p:spTree>
    <p:extLst>
      <p:ext uri="{BB962C8B-B14F-4D97-AF65-F5344CB8AC3E}">
        <p14:creationId xmlns:p14="http://schemas.microsoft.com/office/powerpoint/2010/main" val="136589242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1BB5AA-0E6E-DC0E-BA55-376ABFF7BB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DCE802-A9B4-4C70-C048-B02F259CB9D4}"/>
              </a:ext>
            </a:extLst>
          </p:cNvPr>
          <p:cNvSpPr>
            <a:spLocks noGrp="1"/>
          </p:cNvSpPr>
          <p:nvPr>
            <p:ph type="title"/>
          </p:nvPr>
        </p:nvSpPr>
        <p:spPr/>
        <p:txBody>
          <a:bodyPr/>
          <a:lstStyle/>
          <a:p>
            <a:r>
              <a:rPr lang="en-US" dirty="0">
                <a:solidFill>
                  <a:srgbClr val="0070C0"/>
                </a:solidFill>
              </a:rPr>
              <a:t>Methodology Details</a:t>
            </a:r>
          </a:p>
        </p:txBody>
      </p:sp>
      <p:sp>
        <p:nvSpPr>
          <p:cNvPr id="4" name="Footer Placeholder 3">
            <a:extLst>
              <a:ext uri="{FF2B5EF4-FFF2-40B4-BE49-F238E27FC236}">
                <a16:creationId xmlns:a16="http://schemas.microsoft.com/office/drawing/2014/main" id="{3560578D-2B57-F6A7-D36D-794C646E04D2}"/>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B237D559-60BE-C861-2085-C3CD333F9619}"/>
              </a:ext>
            </a:extLst>
          </p:cNvPr>
          <p:cNvSpPr>
            <a:spLocks noGrp="1"/>
          </p:cNvSpPr>
          <p:nvPr>
            <p:ph type="sldNum" sz="quarter" idx="12"/>
          </p:nvPr>
        </p:nvSpPr>
        <p:spPr/>
        <p:txBody>
          <a:bodyPr/>
          <a:lstStyle/>
          <a:p>
            <a:fld id="{382B47E1-F59F-47B3-8D16-B2A0740F319A}" type="slidenum">
              <a:rPr lang="en-US" smtClean="0"/>
              <a:pPr/>
              <a:t>51</a:t>
            </a:fld>
            <a:endParaRPr lang="en-US" dirty="0"/>
          </a:p>
        </p:txBody>
      </p:sp>
      <p:sp>
        <p:nvSpPr>
          <p:cNvPr id="7" name="TextBox 6">
            <a:extLst>
              <a:ext uri="{FF2B5EF4-FFF2-40B4-BE49-F238E27FC236}">
                <a16:creationId xmlns:a16="http://schemas.microsoft.com/office/drawing/2014/main" id="{47E1CB98-3216-DCDA-E6EA-0A3D66ACE882}"/>
              </a:ext>
            </a:extLst>
          </p:cNvPr>
          <p:cNvSpPr txBox="1"/>
          <p:nvPr/>
        </p:nvSpPr>
        <p:spPr>
          <a:xfrm>
            <a:off x="1024126" y="2245713"/>
            <a:ext cx="7662673" cy="1200329"/>
          </a:xfrm>
          <a:prstGeom prst="rect">
            <a:avLst/>
          </a:prstGeom>
          <a:noFill/>
        </p:spPr>
        <p:txBody>
          <a:bodyPr wrap="square">
            <a:spAutoFit/>
          </a:bodyPr>
          <a:lstStyle/>
          <a:p>
            <a:r>
              <a:rPr lang="en-US" sz="2400" b="1" dirty="0"/>
              <a:t>Step 4: Recovery Process</a:t>
            </a:r>
          </a:p>
          <a:p>
            <a:endParaRPr lang="en-US" sz="2400" b="1" dirty="0"/>
          </a:p>
          <a:p>
            <a:endParaRPr lang="en-US" sz="2400" b="1" dirty="0"/>
          </a:p>
        </p:txBody>
      </p:sp>
      <p:pic>
        <p:nvPicPr>
          <p:cNvPr id="3" name="Picture 2">
            <a:extLst>
              <a:ext uri="{FF2B5EF4-FFF2-40B4-BE49-F238E27FC236}">
                <a16:creationId xmlns:a16="http://schemas.microsoft.com/office/drawing/2014/main" id="{BCD4D6D4-CA38-45BF-5FAB-A7C5407F7ADF}"/>
              </a:ext>
            </a:extLst>
          </p:cNvPr>
          <p:cNvPicPr>
            <a:picLocks noChangeAspect="1"/>
          </p:cNvPicPr>
          <p:nvPr/>
        </p:nvPicPr>
        <p:blipFill>
          <a:blip r:embed="rId2"/>
          <a:stretch>
            <a:fillRect/>
          </a:stretch>
        </p:blipFill>
        <p:spPr>
          <a:xfrm>
            <a:off x="2275789" y="2845877"/>
            <a:ext cx="7010615" cy="1200329"/>
          </a:xfrm>
          <a:prstGeom prst="rect">
            <a:avLst/>
          </a:prstGeom>
        </p:spPr>
      </p:pic>
      <p:sp>
        <p:nvSpPr>
          <p:cNvPr id="6" name="TextBox 5">
            <a:extLst>
              <a:ext uri="{FF2B5EF4-FFF2-40B4-BE49-F238E27FC236}">
                <a16:creationId xmlns:a16="http://schemas.microsoft.com/office/drawing/2014/main" id="{81E8835A-1784-9C6D-8929-D8ACCDD1FA4A}"/>
              </a:ext>
            </a:extLst>
          </p:cNvPr>
          <p:cNvSpPr txBox="1"/>
          <p:nvPr/>
        </p:nvSpPr>
        <p:spPr>
          <a:xfrm>
            <a:off x="890337" y="4660602"/>
            <a:ext cx="10400513" cy="1200329"/>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2400" b="1" dirty="0"/>
              <a:t>If zero points are unavailable, we must select an intensity with minimum existence, then save those bits and locations as overhead. This overhead must then be embedded as the watermark.</a:t>
            </a:r>
          </a:p>
        </p:txBody>
      </p:sp>
    </p:spTree>
    <p:extLst>
      <p:ext uri="{BB962C8B-B14F-4D97-AF65-F5344CB8AC3E}">
        <p14:creationId xmlns:p14="http://schemas.microsoft.com/office/powerpoint/2010/main" val="44813984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C9CD6E-422D-F6B0-55B5-0EECDE6755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FE31A0-DE69-108C-1351-B6493F072390}"/>
              </a:ext>
            </a:extLst>
          </p:cNvPr>
          <p:cNvSpPr>
            <a:spLocks noGrp="1"/>
          </p:cNvSpPr>
          <p:nvPr>
            <p:ph type="title"/>
          </p:nvPr>
        </p:nvSpPr>
        <p:spPr/>
        <p:txBody>
          <a:bodyPr/>
          <a:lstStyle/>
          <a:p>
            <a:r>
              <a:rPr lang="en-US" dirty="0">
                <a:solidFill>
                  <a:srgbClr val="0070C0"/>
                </a:solidFill>
              </a:rPr>
              <a:t>Some considerations</a:t>
            </a:r>
          </a:p>
        </p:txBody>
      </p:sp>
      <p:sp>
        <p:nvSpPr>
          <p:cNvPr id="4" name="Footer Placeholder 3">
            <a:extLst>
              <a:ext uri="{FF2B5EF4-FFF2-40B4-BE49-F238E27FC236}">
                <a16:creationId xmlns:a16="http://schemas.microsoft.com/office/drawing/2014/main" id="{6DABD64C-C18E-DBD8-7FA6-0E99B8D68F85}"/>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E2BA3911-2E1F-E90F-0D19-723F65606AA1}"/>
              </a:ext>
            </a:extLst>
          </p:cNvPr>
          <p:cNvSpPr>
            <a:spLocks noGrp="1"/>
          </p:cNvSpPr>
          <p:nvPr>
            <p:ph type="sldNum" sz="quarter" idx="12"/>
          </p:nvPr>
        </p:nvSpPr>
        <p:spPr/>
        <p:txBody>
          <a:bodyPr/>
          <a:lstStyle/>
          <a:p>
            <a:fld id="{382B47E1-F59F-47B3-8D16-B2A0740F319A}" type="slidenum">
              <a:rPr lang="en-US" smtClean="0"/>
              <a:pPr/>
              <a:t>52</a:t>
            </a:fld>
            <a:endParaRPr lang="en-US" dirty="0"/>
          </a:p>
        </p:txBody>
      </p:sp>
      <p:pic>
        <p:nvPicPr>
          <p:cNvPr id="6" name="Picture 5">
            <a:extLst>
              <a:ext uri="{FF2B5EF4-FFF2-40B4-BE49-F238E27FC236}">
                <a16:creationId xmlns:a16="http://schemas.microsoft.com/office/drawing/2014/main" id="{A6B67DFB-355E-E150-AC43-2B005D84CBA3}"/>
              </a:ext>
            </a:extLst>
          </p:cNvPr>
          <p:cNvPicPr>
            <a:picLocks noChangeAspect="1"/>
          </p:cNvPicPr>
          <p:nvPr/>
        </p:nvPicPr>
        <p:blipFill>
          <a:blip r:embed="rId2"/>
          <a:stretch>
            <a:fillRect/>
          </a:stretch>
        </p:blipFill>
        <p:spPr>
          <a:xfrm>
            <a:off x="5342020" y="1773190"/>
            <a:ext cx="6069441" cy="4687905"/>
          </a:xfrm>
          <a:prstGeom prst="rect">
            <a:avLst/>
          </a:prstGeom>
        </p:spPr>
      </p:pic>
      <p:sp>
        <p:nvSpPr>
          <p:cNvPr id="8" name="TextBox 7">
            <a:extLst>
              <a:ext uri="{FF2B5EF4-FFF2-40B4-BE49-F238E27FC236}">
                <a16:creationId xmlns:a16="http://schemas.microsoft.com/office/drawing/2014/main" id="{E5DF7E92-2CFE-B416-3D27-A60489F9D8BE}"/>
              </a:ext>
            </a:extLst>
          </p:cNvPr>
          <p:cNvSpPr txBox="1"/>
          <p:nvPr/>
        </p:nvSpPr>
        <p:spPr>
          <a:xfrm>
            <a:off x="673769" y="2274838"/>
            <a:ext cx="4102768" cy="2308324"/>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2400" b="1" dirty="0"/>
              <a:t>We should also consider that the peak in the histogram vanishes after embedding the watermark bits. This may result in the identification of watermarked images.</a:t>
            </a:r>
          </a:p>
        </p:txBody>
      </p:sp>
    </p:spTree>
    <p:extLst>
      <p:ext uri="{BB962C8B-B14F-4D97-AF65-F5344CB8AC3E}">
        <p14:creationId xmlns:p14="http://schemas.microsoft.com/office/powerpoint/2010/main" val="25911848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69FF73-615E-661F-2B01-F0BF4C9E227A}"/>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0E215C1D-4913-0C9B-D782-23560BFAAED4}"/>
              </a:ext>
            </a:extLst>
          </p:cNvPr>
          <p:cNvPicPr>
            <a:picLocks noChangeAspect="1"/>
          </p:cNvPicPr>
          <p:nvPr/>
        </p:nvPicPr>
        <p:blipFill>
          <a:blip r:embed="rId2"/>
          <a:stretch>
            <a:fillRect/>
          </a:stretch>
        </p:blipFill>
        <p:spPr>
          <a:xfrm>
            <a:off x="2278156" y="2258189"/>
            <a:ext cx="7866682" cy="4260382"/>
          </a:xfrm>
          <a:prstGeom prst="rect">
            <a:avLst/>
          </a:prstGeom>
        </p:spPr>
      </p:pic>
      <p:sp>
        <p:nvSpPr>
          <p:cNvPr id="2" name="Title 1">
            <a:extLst>
              <a:ext uri="{FF2B5EF4-FFF2-40B4-BE49-F238E27FC236}">
                <a16:creationId xmlns:a16="http://schemas.microsoft.com/office/drawing/2014/main" id="{2F46E29C-FA54-87CE-D163-D577FA548882}"/>
              </a:ext>
            </a:extLst>
          </p:cNvPr>
          <p:cNvSpPr>
            <a:spLocks noGrp="1"/>
          </p:cNvSpPr>
          <p:nvPr>
            <p:ph type="title"/>
          </p:nvPr>
        </p:nvSpPr>
        <p:spPr/>
        <p:txBody>
          <a:bodyPr/>
          <a:lstStyle/>
          <a:p>
            <a:r>
              <a:rPr lang="en-US" dirty="0">
                <a:solidFill>
                  <a:srgbClr val="0070C0"/>
                </a:solidFill>
              </a:rPr>
              <a:t>Some considerations</a:t>
            </a:r>
          </a:p>
        </p:txBody>
      </p:sp>
      <p:sp>
        <p:nvSpPr>
          <p:cNvPr id="4" name="Footer Placeholder 3">
            <a:extLst>
              <a:ext uri="{FF2B5EF4-FFF2-40B4-BE49-F238E27FC236}">
                <a16:creationId xmlns:a16="http://schemas.microsoft.com/office/drawing/2014/main" id="{5732CDDF-6C5C-1DCE-FA75-752DDF814C43}"/>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78D7D71D-AE07-9179-69FC-90D5B846B4D9}"/>
              </a:ext>
            </a:extLst>
          </p:cNvPr>
          <p:cNvSpPr>
            <a:spLocks noGrp="1"/>
          </p:cNvSpPr>
          <p:nvPr>
            <p:ph type="sldNum" sz="quarter" idx="12"/>
          </p:nvPr>
        </p:nvSpPr>
        <p:spPr/>
        <p:txBody>
          <a:bodyPr/>
          <a:lstStyle/>
          <a:p>
            <a:fld id="{382B47E1-F59F-47B3-8D16-B2A0740F319A}" type="slidenum">
              <a:rPr lang="en-US" smtClean="0"/>
              <a:pPr/>
              <a:t>53</a:t>
            </a:fld>
            <a:endParaRPr lang="en-US" dirty="0"/>
          </a:p>
        </p:txBody>
      </p:sp>
      <p:sp>
        <p:nvSpPr>
          <p:cNvPr id="10" name="TextBox 9">
            <a:extLst>
              <a:ext uri="{FF2B5EF4-FFF2-40B4-BE49-F238E27FC236}">
                <a16:creationId xmlns:a16="http://schemas.microsoft.com/office/drawing/2014/main" id="{3303B11B-C741-0FE9-6426-14B69DF75351}"/>
              </a:ext>
            </a:extLst>
          </p:cNvPr>
          <p:cNvSpPr txBox="1"/>
          <p:nvPr/>
        </p:nvSpPr>
        <p:spPr>
          <a:xfrm>
            <a:off x="1024127" y="1853999"/>
            <a:ext cx="8889717" cy="461665"/>
          </a:xfrm>
          <a:prstGeom prst="rect">
            <a:avLst/>
          </a:prstGeom>
          <a:noFill/>
        </p:spPr>
        <p:txBody>
          <a:bodyPr wrap="square" rtlCol="0">
            <a:spAutoFit/>
          </a:bodyPr>
          <a:lstStyle/>
          <a:p>
            <a:r>
              <a:rPr lang="en-US" sz="2400" b="1" dirty="0"/>
              <a:t>This method does not work with Pixel values distributed Uniformly</a:t>
            </a:r>
          </a:p>
        </p:txBody>
      </p:sp>
    </p:spTree>
    <p:extLst>
      <p:ext uri="{BB962C8B-B14F-4D97-AF65-F5344CB8AC3E}">
        <p14:creationId xmlns:p14="http://schemas.microsoft.com/office/powerpoint/2010/main" val="294172822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24E082-9901-2A68-A3EF-B1F26896D2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C62F85-3BD7-201A-231C-937AE7AC68A8}"/>
              </a:ext>
            </a:extLst>
          </p:cNvPr>
          <p:cNvSpPr>
            <a:spLocks noGrp="1"/>
          </p:cNvSpPr>
          <p:nvPr>
            <p:ph type="title"/>
          </p:nvPr>
        </p:nvSpPr>
        <p:spPr/>
        <p:txBody>
          <a:bodyPr/>
          <a:lstStyle/>
          <a:p>
            <a:r>
              <a:rPr lang="en-US" dirty="0">
                <a:solidFill>
                  <a:srgbClr val="0070C0"/>
                </a:solidFill>
              </a:rPr>
              <a:t>Some considerations</a:t>
            </a:r>
          </a:p>
        </p:txBody>
      </p:sp>
      <p:sp>
        <p:nvSpPr>
          <p:cNvPr id="4" name="Footer Placeholder 3">
            <a:extLst>
              <a:ext uri="{FF2B5EF4-FFF2-40B4-BE49-F238E27FC236}">
                <a16:creationId xmlns:a16="http://schemas.microsoft.com/office/drawing/2014/main" id="{FF216F66-745B-AC82-AC2E-148F2B62D69C}"/>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D1EABE3F-2B46-CDE7-B6F7-2EEA7AB58321}"/>
              </a:ext>
            </a:extLst>
          </p:cNvPr>
          <p:cNvSpPr>
            <a:spLocks noGrp="1"/>
          </p:cNvSpPr>
          <p:nvPr>
            <p:ph type="sldNum" sz="quarter" idx="12"/>
          </p:nvPr>
        </p:nvSpPr>
        <p:spPr/>
        <p:txBody>
          <a:bodyPr/>
          <a:lstStyle/>
          <a:p>
            <a:fld id="{382B47E1-F59F-47B3-8D16-B2A0740F319A}" type="slidenum">
              <a:rPr lang="en-US" smtClean="0"/>
              <a:pPr/>
              <a:t>54</a:t>
            </a:fld>
            <a:endParaRPr lang="en-US" dirty="0"/>
          </a:p>
        </p:txBody>
      </p:sp>
      <p:pic>
        <p:nvPicPr>
          <p:cNvPr id="3" name="Picture 2">
            <a:extLst>
              <a:ext uri="{FF2B5EF4-FFF2-40B4-BE49-F238E27FC236}">
                <a16:creationId xmlns:a16="http://schemas.microsoft.com/office/drawing/2014/main" id="{5E5CA488-BF59-8E11-CE16-D5F88096B6B6}"/>
              </a:ext>
            </a:extLst>
          </p:cNvPr>
          <p:cNvPicPr>
            <a:picLocks noChangeAspect="1"/>
          </p:cNvPicPr>
          <p:nvPr/>
        </p:nvPicPr>
        <p:blipFill>
          <a:blip r:embed="rId2"/>
          <a:stretch>
            <a:fillRect/>
          </a:stretch>
        </p:blipFill>
        <p:spPr>
          <a:xfrm>
            <a:off x="1740275" y="2315556"/>
            <a:ext cx="8834425" cy="4145539"/>
          </a:xfrm>
          <a:prstGeom prst="rect">
            <a:avLst/>
          </a:prstGeom>
        </p:spPr>
      </p:pic>
      <p:sp>
        <p:nvSpPr>
          <p:cNvPr id="6" name="TextBox 5">
            <a:extLst>
              <a:ext uri="{FF2B5EF4-FFF2-40B4-BE49-F238E27FC236}">
                <a16:creationId xmlns:a16="http://schemas.microsoft.com/office/drawing/2014/main" id="{45564061-3CC6-75CF-44C1-3565FDA0FC83}"/>
              </a:ext>
            </a:extLst>
          </p:cNvPr>
          <p:cNvSpPr txBox="1"/>
          <p:nvPr/>
        </p:nvSpPr>
        <p:spPr>
          <a:xfrm>
            <a:off x="1024127" y="1853999"/>
            <a:ext cx="8889717" cy="461665"/>
          </a:xfrm>
          <a:prstGeom prst="rect">
            <a:avLst/>
          </a:prstGeom>
          <a:noFill/>
        </p:spPr>
        <p:txBody>
          <a:bodyPr wrap="square" rtlCol="0">
            <a:spAutoFit/>
          </a:bodyPr>
          <a:lstStyle/>
          <a:p>
            <a:r>
              <a:rPr lang="en-US" sz="2400" b="1" dirty="0"/>
              <a:t>But this method works just fine for these types of images.</a:t>
            </a:r>
          </a:p>
        </p:txBody>
      </p:sp>
    </p:spTree>
    <p:extLst>
      <p:ext uri="{BB962C8B-B14F-4D97-AF65-F5344CB8AC3E}">
        <p14:creationId xmlns:p14="http://schemas.microsoft.com/office/powerpoint/2010/main" val="21417586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1CC0B2-557B-1534-0608-2A6A0BF7B1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C2C830-7222-E9DA-C1D7-9C25B4D70119}"/>
              </a:ext>
            </a:extLst>
          </p:cNvPr>
          <p:cNvSpPr>
            <a:spLocks noGrp="1"/>
          </p:cNvSpPr>
          <p:nvPr>
            <p:ph type="title"/>
          </p:nvPr>
        </p:nvSpPr>
        <p:spPr/>
        <p:txBody>
          <a:bodyPr/>
          <a:lstStyle/>
          <a:p>
            <a:r>
              <a:rPr lang="en-US" dirty="0">
                <a:solidFill>
                  <a:srgbClr val="0070C0"/>
                </a:solidFill>
              </a:rPr>
              <a:t>Results</a:t>
            </a:r>
          </a:p>
        </p:txBody>
      </p:sp>
      <p:sp>
        <p:nvSpPr>
          <p:cNvPr id="4" name="Footer Placeholder 3">
            <a:extLst>
              <a:ext uri="{FF2B5EF4-FFF2-40B4-BE49-F238E27FC236}">
                <a16:creationId xmlns:a16="http://schemas.microsoft.com/office/drawing/2014/main" id="{F5C44209-51E3-C8B3-2A14-90DC6A4FCC1A}"/>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4753228A-B7BB-11F5-3BD8-E2AA5E126E1C}"/>
              </a:ext>
            </a:extLst>
          </p:cNvPr>
          <p:cNvSpPr>
            <a:spLocks noGrp="1"/>
          </p:cNvSpPr>
          <p:nvPr>
            <p:ph type="sldNum" sz="quarter" idx="12"/>
          </p:nvPr>
        </p:nvSpPr>
        <p:spPr/>
        <p:txBody>
          <a:bodyPr/>
          <a:lstStyle/>
          <a:p>
            <a:fld id="{382B47E1-F59F-47B3-8D16-B2A0740F319A}" type="slidenum">
              <a:rPr lang="en-US" smtClean="0"/>
              <a:pPr/>
              <a:t>55</a:t>
            </a:fld>
            <a:endParaRPr lang="en-US" dirty="0"/>
          </a:p>
        </p:txBody>
      </p:sp>
      <p:pic>
        <p:nvPicPr>
          <p:cNvPr id="7" name="Picture 6">
            <a:extLst>
              <a:ext uri="{FF2B5EF4-FFF2-40B4-BE49-F238E27FC236}">
                <a16:creationId xmlns:a16="http://schemas.microsoft.com/office/drawing/2014/main" id="{779CC9E3-C251-FF83-088B-45CF394546DE}"/>
              </a:ext>
            </a:extLst>
          </p:cNvPr>
          <p:cNvPicPr>
            <a:picLocks noChangeAspect="1"/>
          </p:cNvPicPr>
          <p:nvPr/>
        </p:nvPicPr>
        <p:blipFill>
          <a:blip r:embed="rId2"/>
          <a:stretch>
            <a:fillRect/>
          </a:stretch>
        </p:blipFill>
        <p:spPr>
          <a:xfrm>
            <a:off x="677691" y="1816769"/>
            <a:ext cx="5479797" cy="4548074"/>
          </a:xfrm>
          <a:prstGeom prst="rect">
            <a:avLst/>
          </a:prstGeom>
        </p:spPr>
      </p:pic>
      <p:pic>
        <p:nvPicPr>
          <p:cNvPr id="8" name="Picture 7">
            <a:extLst>
              <a:ext uri="{FF2B5EF4-FFF2-40B4-BE49-F238E27FC236}">
                <a16:creationId xmlns:a16="http://schemas.microsoft.com/office/drawing/2014/main" id="{433F24F1-D75F-66B8-9CD2-930C5B818FC9}"/>
              </a:ext>
            </a:extLst>
          </p:cNvPr>
          <p:cNvPicPr>
            <a:picLocks noChangeAspect="1"/>
          </p:cNvPicPr>
          <p:nvPr/>
        </p:nvPicPr>
        <p:blipFill>
          <a:blip r:embed="rId3"/>
          <a:stretch>
            <a:fillRect/>
          </a:stretch>
        </p:blipFill>
        <p:spPr>
          <a:xfrm>
            <a:off x="5925911" y="2370221"/>
            <a:ext cx="5782099" cy="3610286"/>
          </a:xfrm>
          <a:prstGeom prst="rect">
            <a:avLst/>
          </a:prstGeom>
        </p:spPr>
      </p:pic>
    </p:spTree>
    <p:extLst>
      <p:ext uri="{BB962C8B-B14F-4D97-AF65-F5344CB8AC3E}">
        <p14:creationId xmlns:p14="http://schemas.microsoft.com/office/powerpoint/2010/main" val="15422574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7FD605-9357-B064-0D91-892DF28A69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AE1433-4BE8-F6A3-E36A-EC19004FC23B}"/>
              </a:ext>
            </a:extLst>
          </p:cNvPr>
          <p:cNvSpPr>
            <a:spLocks noGrp="1"/>
          </p:cNvSpPr>
          <p:nvPr>
            <p:ph type="title"/>
          </p:nvPr>
        </p:nvSpPr>
        <p:spPr/>
        <p:txBody>
          <a:bodyPr/>
          <a:lstStyle/>
          <a:p>
            <a:r>
              <a:rPr lang="en-US" dirty="0">
                <a:solidFill>
                  <a:srgbClr val="0070C0"/>
                </a:solidFill>
              </a:rPr>
              <a:t>Results</a:t>
            </a:r>
          </a:p>
        </p:txBody>
      </p:sp>
      <p:sp>
        <p:nvSpPr>
          <p:cNvPr id="4" name="Footer Placeholder 3">
            <a:extLst>
              <a:ext uri="{FF2B5EF4-FFF2-40B4-BE49-F238E27FC236}">
                <a16:creationId xmlns:a16="http://schemas.microsoft.com/office/drawing/2014/main" id="{CE85A09E-0E21-BDFB-A0E7-49087E5D3284}"/>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B5475FD9-B0D1-30B2-6BB6-4BFF3EF41D76}"/>
              </a:ext>
            </a:extLst>
          </p:cNvPr>
          <p:cNvSpPr>
            <a:spLocks noGrp="1"/>
          </p:cNvSpPr>
          <p:nvPr>
            <p:ph type="sldNum" sz="quarter" idx="12"/>
          </p:nvPr>
        </p:nvSpPr>
        <p:spPr/>
        <p:txBody>
          <a:bodyPr/>
          <a:lstStyle/>
          <a:p>
            <a:fld id="{382B47E1-F59F-47B3-8D16-B2A0740F319A}" type="slidenum">
              <a:rPr lang="en-US" smtClean="0"/>
              <a:pPr/>
              <a:t>56</a:t>
            </a:fld>
            <a:endParaRPr lang="en-US" dirty="0"/>
          </a:p>
        </p:txBody>
      </p:sp>
      <p:pic>
        <p:nvPicPr>
          <p:cNvPr id="7" name="Picture 6">
            <a:extLst>
              <a:ext uri="{FF2B5EF4-FFF2-40B4-BE49-F238E27FC236}">
                <a16:creationId xmlns:a16="http://schemas.microsoft.com/office/drawing/2014/main" id="{F2859917-0755-9F15-9238-EEC4B5901C6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77691" y="2428071"/>
            <a:ext cx="5479797" cy="3325470"/>
          </a:xfrm>
          <a:prstGeom prst="rect">
            <a:avLst/>
          </a:prstGeom>
        </p:spPr>
      </p:pic>
      <p:pic>
        <p:nvPicPr>
          <p:cNvPr id="8" name="Picture 7">
            <a:extLst>
              <a:ext uri="{FF2B5EF4-FFF2-40B4-BE49-F238E27FC236}">
                <a16:creationId xmlns:a16="http://schemas.microsoft.com/office/drawing/2014/main" id="{63904C30-4B30-24FD-2762-917B00400EEC}"/>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986069" y="2428071"/>
            <a:ext cx="5782099" cy="3409591"/>
          </a:xfrm>
          <a:prstGeom prst="rect">
            <a:avLst/>
          </a:prstGeom>
        </p:spPr>
      </p:pic>
    </p:spTree>
    <p:extLst>
      <p:ext uri="{BB962C8B-B14F-4D97-AF65-F5344CB8AC3E}">
        <p14:creationId xmlns:p14="http://schemas.microsoft.com/office/powerpoint/2010/main" val="398347652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2B3E70-EC0F-C832-E758-387A4CC9B5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05450C-CA07-F429-8AD5-3C2ED7E22ED3}"/>
              </a:ext>
            </a:extLst>
          </p:cNvPr>
          <p:cNvSpPr>
            <a:spLocks noGrp="1"/>
          </p:cNvSpPr>
          <p:nvPr>
            <p:ph type="title"/>
          </p:nvPr>
        </p:nvSpPr>
        <p:spPr/>
        <p:txBody>
          <a:bodyPr/>
          <a:lstStyle/>
          <a:p>
            <a:r>
              <a:rPr lang="en-US" dirty="0">
                <a:solidFill>
                  <a:srgbClr val="0070C0"/>
                </a:solidFill>
              </a:rPr>
              <a:t>Results</a:t>
            </a:r>
          </a:p>
        </p:txBody>
      </p:sp>
      <p:sp>
        <p:nvSpPr>
          <p:cNvPr id="4" name="Footer Placeholder 3">
            <a:extLst>
              <a:ext uri="{FF2B5EF4-FFF2-40B4-BE49-F238E27FC236}">
                <a16:creationId xmlns:a16="http://schemas.microsoft.com/office/drawing/2014/main" id="{09197C91-C5F0-2127-9B56-60BA46DDD7E1}"/>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A2C212B3-B7AE-BC5D-BAF8-CA2CEC057E97}"/>
              </a:ext>
            </a:extLst>
          </p:cNvPr>
          <p:cNvSpPr>
            <a:spLocks noGrp="1"/>
          </p:cNvSpPr>
          <p:nvPr>
            <p:ph type="sldNum" sz="quarter" idx="12"/>
          </p:nvPr>
        </p:nvSpPr>
        <p:spPr/>
        <p:txBody>
          <a:bodyPr/>
          <a:lstStyle/>
          <a:p>
            <a:fld id="{382B47E1-F59F-47B3-8D16-B2A0740F319A}" type="slidenum">
              <a:rPr lang="en-US" smtClean="0"/>
              <a:pPr/>
              <a:t>57</a:t>
            </a:fld>
            <a:endParaRPr lang="en-US" dirty="0"/>
          </a:p>
        </p:txBody>
      </p:sp>
      <p:pic>
        <p:nvPicPr>
          <p:cNvPr id="3" name="Picture 2">
            <a:extLst>
              <a:ext uri="{FF2B5EF4-FFF2-40B4-BE49-F238E27FC236}">
                <a16:creationId xmlns:a16="http://schemas.microsoft.com/office/drawing/2014/main" id="{03CE2E7D-8E75-1340-55CE-21AF84BEA3EF}"/>
              </a:ext>
            </a:extLst>
          </p:cNvPr>
          <p:cNvPicPr>
            <a:picLocks noChangeAspect="1"/>
          </p:cNvPicPr>
          <p:nvPr/>
        </p:nvPicPr>
        <p:blipFill>
          <a:blip r:embed="rId2"/>
          <a:stretch>
            <a:fillRect/>
          </a:stretch>
        </p:blipFill>
        <p:spPr>
          <a:xfrm>
            <a:off x="1871246" y="2356281"/>
            <a:ext cx="8449508" cy="3121738"/>
          </a:xfrm>
          <a:prstGeom prst="rect">
            <a:avLst/>
          </a:prstGeom>
        </p:spPr>
      </p:pic>
    </p:spTree>
    <p:extLst>
      <p:ext uri="{BB962C8B-B14F-4D97-AF65-F5344CB8AC3E}">
        <p14:creationId xmlns:p14="http://schemas.microsoft.com/office/powerpoint/2010/main" val="131189412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CC828-20F7-9DCD-62E2-C8BB5C41BD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2F5BEE-D38F-C70B-279E-6CEBD4998F3C}"/>
              </a:ext>
            </a:extLst>
          </p:cNvPr>
          <p:cNvSpPr>
            <a:spLocks noGrp="1"/>
          </p:cNvSpPr>
          <p:nvPr>
            <p:ph type="title"/>
          </p:nvPr>
        </p:nvSpPr>
        <p:spPr/>
        <p:txBody>
          <a:bodyPr/>
          <a:lstStyle/>
          <a:p>
            <a:r>
              <a:rPr lang="en-US" dirty="0">
                <a:solidFill>
                  <a:srgbClr val="0070C0"/>
                </a:solidFill>
              </a:rPr>
              <a:t>Also good to know</a:t>
            </a:r>
          </a:p>
        </p:txBody>
      </p:sp>
      <p:sp>
        <p:nvSpPr>
          <p:cNvPr id="4" name="Footer Placeholder 3">
            <a:extLst>
              <a:ext uri="{FF2B5EF4-FFF2-40B4-BE49-F238E27FC236}">
                <a16:creationId xmlns:a16="http://schemas.microsoft.com/office/drawing/2014/main" id="{C18F4293-BA1A-B1F9-0AE5-6EB4D30FB47C}"/>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90682A94-FDB0-E9B8-7A5A-94C0C68F8C4C}"/>
              </a:ext>
            </a:extLst>
          </p:cNvPr>
          <p:cNvSpPr>
            <a:spLocks noGrp="1"/>
          </p:cNvSpPr>
          <p:nvPr>
            <p:ph type="sldNum" sz="quarter" idx="12"/>
          </p:nvPr>
        </p:nvSpPr>
        <p:spPr/>
        <p:txBody>
          <a:bodyPr/>
          <a:lstStyle/>
          <a:p>
            <a:fld id="{382B47E1-F59F-47B3-8D16-B2A0740F319A}" type="slidenum">
              <a:rPr lang="en-US" smtClean="0"/>
              <a:pPr/>
              <a:t>58</a:t>
            </a:fld>
            <a:endParaRPr lang="en-US" dirty="0"/>
          </a:p>
        </p:txBody>
      </p:sp>
      <p:pic>
        <p:nvPicPr>
          <p:cNvPr id="6" name="Picture 5">
            <a:extLst>
              <a:ext uri="{FF2B5EF4-FFF2-40B4-BE49-F238E27FC236}">
                <a16:creationId xmlns:a16="http://schemas.microsoft.com/office/drawing/2014/main" id="{E90507BB-659E-DDE9-3CD0-14D4DD707756}"/>
              </a:ext>
            </a:extLst>
          </p:cNvPr>
          <p:cNvPicPr>
            <a:picLocks noChangeAspect="1"/>
          </p:cNvPicPr>
          <p:nvPr/>
        </p:nvPicPr>
        <p:blipFill>
          <a:blip r:embed="rId2"/>
          <a:stretch>
            <a:fillRect/>
          </a:stretch>
        </p:blipFill>
        <p:spPr>
          <a:xfrm>
            <a:off x="2362301" y="2402016"/>
            <a:ext cx="7467397" cy="1026984"/>
          </a:xfrm>
          <a:prstGeom prst="rect">
            <a:avLst/>
          </a:prstGeom>
        </p:spPr>
      </p:pic>
      <p:pic>
        <p:nvPicPr>
          <p:cNvPr id="8" name="Picture 7">
            <a:extLst>
              <a:ext uri="{FF2B5EF4-FFF2-40B4-BE49-F238E27FC236}">
                <a16:creationId xmlns:a16="http://schemas.microsoft.com/office/drawing/2014/main" id="{D3545064-7E06-E712-20A6-5B79FAAE022A}"/>
              </a:ext>
            </a:extLst>
          </p:cNvPr>
          <p:cNvPicPr>
            <a:picLocks noChangeAspect="1"/>
          </p:cNvPicPr>
          <p:nvPr/>
        </p:nvPicPr>
        <p:blipFill>
          <a:blip r:embed="rId3"/>
          <a:stretch>
            <a:fillRect/>
          </a:stretch>
        </p:blipFill>
        <p:spPr>
          <a:xfrm>
            <a:off x="2362301" y="3429000"/>
            <a:ext cx="7655876" cy="1779183"/>
          </a:xfrm>
          <a:prstGeom prst="rect">
            <a:avLst/>
          </a:prstGeom>
        </p:spPr>
      </p:pic>
      <p:cxnSp>
        <p:nvCxnSpPr>
          <p:cNvPr id="10" name="Straight Connector 9">
            <a:extLst>
              <a:ext uri="{FF2B5EF4-FFF2-40B4-BE49-F238E27FC236}">
                <a16:creationId xmlns:a16="http://schemas.microsoft.com/office/drawing/2014/main" id="{769BF624-27DD-0451-481C-64F38D9470E6}"/>
              </a:ext>
            </a:extLst>
          </p:cNvPr>
          <p:cNvCxnSpPr/>
          <p:nvPr/>
        </p:nvCxnSpPr>
        <p:spPr>
          <a:xfrm>
            <a:off x="3010563" y="3429000"/>
            <a:ext cx="6677527"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11" name="Straight Connector 10">
            <a:extLst>
              <a:ext uri="{FF2B5EF4-FFF2-40B4-BE49-F238E27FC236}">
                <a16:creationId xmlns:a16="http://schemas.microsoft.com/office/drawing/2014/main" id="{A18F544A-5658-6914-DD1A-E603180336AC}"/>
              </a:ext>
            </a:extLst>
          </p:cNvPr>
          <p:cNvCxnSpPr>
            <a:cxnSpLocks/>
          </p:cNvCxnSpPr>
          <p:nvPr/>
        </p:nvCxnSpPr>
        <p:spPr>
          <a:xfrm>
            <a:off x="2402071" y="3785937"/>
            <a:ext cx="7576333"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13" name="Straight Connector 12">
            <a:extLst>
              <a:ext uri="{FF2B5EF4-FFF2-40B4-BE49-F238E27FC236}">
                <a16:creationId xmlns:a16="http://schemas.microsoft.com/office/drawing/2014/main" id="{15136C0E-7CE5-79D1-F035-B0938DE3509A}"/>
              </a:ext>
            </a:extLst>
          </p:cNvPr>
          <p:cNvCxnSpPr>
            <a:cxnSpLocks/>
          </p:cNvCxnSpPr>
          <p:nvPr/>
        </p:nvCxnSpPr>
        <p:spPr>
          <a:xfrm>
            <a:off x="2441844" y="4166937"/>
            <a:ext cx="7496789"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16" name="Straight Connector 15">
            <a:extLst>
              <a:ext uri="{FF2B5EF4-FFF2-40B4-BE49-F238E27FC236}">
                <a16:creationId xmlns:a16="http://schemas.microsoft.com/office/drawing/2014/main" id="{8057DA2C-737E-8937-BD78-20657A5A858C}"/>
              </a:ext>
            </a:extLst>
          </p:cNvPr>
          <p:cNvCxnSpPr>
            <a:cxnSpLocks/>
          </p:cNvCxnSpPr>
          <p:nvPr/>
        </p:nvCxnSpPr>
        <p:spPr>
          <a:xfrm>
            <a:off x="2481615" y="4511842"/>
            <a:ext cx="7496789"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17" name="Straight Connector 16">
            <a:extLst>
              <a:ext uri="{FF2B5EF4-FFF2-40B4-BE49-F238E27FC236}">
                <a16:creationId xmlns:a16="http://schemas.microsoft.com/office/drawing/2014/main" id="{8663FA13-4013-21F9-FBFA-3F10240A3249}"/>
              </a:ext>
            </a:extLst>
          </p:cNvPr>
          <p:cNvCxnSpPr>
            <a:cxnSpLocks/>
          </p:cNvCxnSpPr>
          <p:nvPr/>
        </p:nvCxnSpPr>
        <p:spPr>
          <a:xfrm>
            <a:off x="2521386" y="4856747"/>
            <a:ext cx="5470251" cy="0"/>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294345466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8711C-D7D4-D852-B5C3-47AE3297E6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D36C18-BF68-0072-7921-2958C4F54EAA}"/>
              </a:ext>
            </a:extLst>
          </p:cNvPr>
          <p:cNvSpPr>
            <a:spLocks noGrp="1"/>
          </p:cNvSpPr>
          <p:nvPr>
            <p:ph type="title"/>
          </p:nvPr>
        </p:nvSpPr>
        <p:spPr/>
        <p:txBody>
          <a:bodyPr/>
          <a:lstStyle/>
          <a:p>
            <a:r>
              <a:rPr lang="en-US" dirty="0">
                <a:solidFill>
                  <a:srgbClr val="0070C0"/>
                </a:solidFill>
              </a:rPr>
              <a:t>Also good to know</a:t>
            </a:r>
          </a:p>
        </p:txBody>
      </p:sp>
      <p:sp>
        <p:nvSpPr>
          <p:cNvPr id="4" name="Footer Placeholder 3">
            <a:extLst>
              <a:ext uri="{FF2B5EF4-FFF2-40B4-BE49-F238E27FC236}">
                <a16:creationId xmlns:a16="http://schemas.microsoft.com/office/drawing/2014/main" id="{7CE1637D-3DB0-880F-A87C-67E9FF338C9F}"/>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C1C9739D-D93D-89B9-A989-081EC5FA082A}"/>
              </a:ext>
            </a:extLst>
          </p:cNvPr>
          <p:cNvSpPr>
            <a:spLocks noGrp="1"/>
          </p:cNvSpPr>
          <p:nvPr>
            <p:ph type="sldNum" sz="quarter" idx="12"/>
          </p:nvPr>
        </p:nvSpPr>
        <p:spPr/>
        <p:txBody>
          <a:bodyPr/>
          <a:lstStyle/>
          <a:p>
            <a:fld id="{382B47E1-F59F-47B3-8D16-B2A0740F319A}" type="slidenum">
              <a:rPr lang="en-US" smtClean="0"/>
              <a:pPr/>
              <a:t>59</a:t>
            </a:fld>
            <a:endParaRPr lang="en-US" dirty="0"/>
          </a:p>
        </p:txBody>
      </p:sp>
      <p:pic>
        <p:nvPicPr>
          <p:cNvPr id="3" name="Picture 2">
            <a:extLst>
              <a:ext uri="{FF2B5EF4-FFF2-40B4-BE49-F238E27FC236}">
                <a16:creationId xmlns:a16="http://schemas.microsoft.com/office/drawing/2014/main" id="{47D20DD1-4CF4-0775-7134-F27F7A7B0CE4}"/>
              </a:ext>
            </a:extLst>
          </p:cNvPr>
          <p:cNvPicPr>
            <a:picLocks noChangeAspect="1"/>
          </p:cNvPicPr>
          <p:nvPr/>
        </p:nvPicPr>
        <p:blipFill>
          <a:blip r:embed="rId2"/>
          <a:stretch>
            <a:fillRect/>
          </a:stretch>
        </p:blipFill>
        <p:spPr>
          <a:xfrm>
            <a:off x="1506062" y="3461943"/>
            <a:ext cx="8560087" cy="1311226"/>
          </a:xfrm>
          <a:prstGeom prst="rect">
            <a:avLst/>
          </a:prstGeom>
        </p:spPr>
      </p:pic>
      <p:sp>
        <p:nvSpPr>
          <p:cNvPr id="7" name="TextBox 6">
            <a:extLst>
              <a:ext uri="{FF2B5EF4-FFF2-40B4-BE49-F238E27FC236}">
                <a16:creationId xmlns:a16="http://schemas.microsoft.com/office/drawing/2014/main" id="{3755C891-36F8-25A9-F5E5-0EB5B2453124}"/>
              </a:ext>
            </a:extLst>
          </p:cNvPr>
          <p:cNvSpPr txBox="1"/>
          <p:nvPr/>
        </p:nvSpPr>
        <p:spPr>
          <a:xfrm>
            <a:off x="1024127" y="2422046"/>
            <a:ext cx="6206852" cy="523220"/>
          </a:xfrm>
          <a:prstGeom prst="rect">
            <a:avLst/>
          </a:prstGeom>
          <a:noFill/>
        </p:spPr>
        <p:txBody>
          <a:bodyPr wrap="square" rtlCol="0">
            <a:spAutoFit/>
          </a:bodyPr>
          <a:lstStyle/>
          <a:p>
            <a:r>
              <a:rPr lang="en-US" sz="2800" b="1" dirty="0"/>
              <a:t>So, in the worst-case scenario! We have:</a:t>
            </a:r>
          </a:p>
        </p:txBody>
      </p:sp>
    </p:spTree>
    <p:extLst>
      <p:ext uri="{BB962C8B-B14F-4D97-AF65-F5344CB8AC3E}">
        <p14:creationId xmlns:p14="http://schemas.microsoft.com/office/powerpoint/2010/main" val="301447380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7BD900-B2B0-CB25-939C-FEDD6D88F7F7}"/>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77B14995-0522-72BD-A2FA-0C8DAF7DC11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432817" y="3486320"/>
            <a:ext cx="4144899" cy="2724379"/>
          </a:xfrm>
          <a:prstGeom prst="rect">
            <a:avLst/>
          </a:prstGeom>
        </p:spPr>
      </p:pic>
      <p:sp>
        <p:nvSpPr>
          <p:cNvPr id="2" name="Title 1">
            <a:extLst>
              <a:ext uri="{FF2B5EF4-FFF2-40B4-BE49-F238E27FC236}">
                <a16:creationId xmlns:a16="http://schemas.microsoft.com/office/drawing/2014/main" id="{D638A2C3-77FA-2067-6156-7C2230C6A048}"/>
              </a:ext>
            </a:extLst>
          </p:cNvPr>
          <p:cNvSpPr>
            <a:spLocks noGrp="1"/>
          </p:cNvSpPr>
          <p:nvPr>
            <p:ph type="title"/>
          </p:nvPr>
        </p:nvSpPr>
        <p:spPr/>
        <p:txBody>
          <a:bodyPr/>
          <a:lstStyle/>
          <a:p>
            <a:r>
              <a:rPr lang="en-US" dirty="0">
                <a:solidFill>
                  <a:srgbClr val="0070C0"/>
                </a:solidFill>
              </a:rPr>
              <a:t>But …</a:t>
            </a:r>
          </a:p>
        </p:txBody>
      </p:sp>
      <p:sp>
        <p:nvSpPr>
          <p:cNvPr id="4" name="Footer Placeholder 3">
            <a:extLst>
              <a:ext uri="{FF2B5EF4-FFF2-40B4-BE49-F238E27FC236}">
                <a16:creationId xmlns:a16="http://schemas.microsoft.com/office/drawing/2014/main" id="{14C16A20-3D52-B6F3-BAA1-4F5EFF9B7DE2}"/>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6A7AEA07-7A1F-CE64-C9F1-3A8BC0F31AC7}"/>
              </a:ext>
            </a:extLst>
          </p:cNvPr>
          <p:cNvSpPr>
            <a:spLocks noGrp="1"/>
          </p:cNvSpPr>
          <p:nvPr>
            <p:ph type="sldNum" sz="quarter" idx="12"/>
          </p:nvPr>
        </p:nvSpPr>
        <p:spPr/>
        <p:txBody>
          <a:bodyPr/>
          <a:lstStyle/>
          <a:p>
            <a:fld id="{382B47E1-F59F-47B3-8D16-B2A0740F319A}" type="slidenum">
              <a:rPr lang="en-US" smtClean="0"/>
              <a:pPr/>
              <a:t>60</a:t>
            </a:fld>
            <a:endParaRPr lang="en-US" dirty="0"/>
          </a:p>
        </p:txBody>
      </p:sp>
      <p:sp>
        <p:nvSpPr>
          <p:cNvPr id="6" name="Content Placeholder 5">
            <a:extLst>
              <a:ext uri="{FF2B5EF4-FFF2-40B4-BE49-F238E27FC236}">
                <a16:creationId xmlns:a16="http://schemas.microsoft.com/office/drawing/2014/main" id="{7E1BC7A1-4682-6E10-95F4-2C4108E2DFA2}"/>
              </a:ext>
            </a:extLst>
          </p:cNvPr>
          <p:cNvSpPr>
            <a:spLocks noGrp="1"/>
          </p:cNvSpPr>
          <p:nvPr>
            <p:ph idx="1"/>
          </p:nvPr>
        </p:nvSpPr>
        <p:spPr>
          <a:xfrm>
            <a:off x="1024126" y="2084832"/>
            <a:ext cx="10266724" cy="4023360"/>
          </a:xfrm>
        </p:spPr>
        <p:txBody>
          <a:bodyPr>
            <a:normAutofit/>
          </a:bodyPr>
          <a:lstStyle/>
          <a:p>
            <a:r>
              <a:rPr lang="en-US" sz="2400" b="1" dirty="0"/>
              <a:t>But what would happen if we use histogram shifting in the transform domain?</a:t>
            </a:r>
          </a:p>
          <a:p>
            <a:pPr marL="128016" lvl="1" indent="0">
              <a:buNone/>
            </a:pPr>
            <a:endParaRPr lang="en-US" sz="2000" dirty="0"/>
          </a:p>
          <a:p>
            <a:pPr marL="128016" lvl="1" indent="0">
              <a:buNone/>
            </a:pPr>
            <a:r>
              <a:rPr lang="en-US" sz="2000" b="1" dirty="0"/>
              <a:t>We know that transform coefficients are typically dense around zero, which makes their histogram ideal for this technique.</a:t>
            </a:r>
          </a:p>
        </p:txBody>
      </p:sp>
      <p:pic>
        <p:nvPicPr>
          <p:cNvPr id="9" name="Picture 8">
            <a:extLst>
              <a:ext uri="{FF2B5EF4-FFF2-40B4-BE49-F238E27FC236}">
                <a16:creationId xmlns:a16="http://schemas.microsoft.com/office/drawing/2014/main" id="{4F38581D-DEA3-0613-9744-86F86BC24506}"/>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519923" y="3531507"/>
            <a:ext cx="4293851" cy="2679192"/>
          </a:xfrm>
          <a:prstGeom prst="rect">
            <a:avLst/>
          </a:prstGeom>
        </p:spPr>
      </p:pic>
      <p:sp>
        <p:nvSpPr>
          <p:cNvPr id="10" name="Content Placeholder 2">
            <a:extLst>
              <a:ext uri="{FF2B5EF4-FFF2-40B4-BE49-F238E27FC236}">
                <a16:creationId xmlns:a16="http://schemas.microsoft.com/office/drawing/2014/main" id="{1E3EE0EE-A0F5-FA38-7DF6-7ED9796EFA1D}"/>
              </a:ext>
            </a:extLst>
          </p:cNvPr>
          <p:cNvSpPr txBox="1">
            <a:spLocks/>
          </p:cNvSpPr>
          <p:nvPr/>
        </p:nvSpPr>
        <p:spPr>
          <a:xfrm>
            <a:off x="9962867" y="3693755"/>
            <a:ext cx="2046940" cy="515761"/>
          </a:xfrm>
          <a:prstGeom prst="rect">
            <a:avLst/>
          </a:prstGeom>
        </p:spPr>
        <p:style>
          <a:lnRef idx="2">
            <a:schemeClr val="dk1"/>
          </a:lnRef>
          <a:fillRef idx="1">
            <a:schemeClr val="lt1"/>
          </a:fillRef>
          <a:effectRef idx="0">
            <a:schemeClr val="dk1"/>
          </a:effectRef>
          <a:fontRef idx="minor">
            <a:schemeClr val="dk1"/>
          </a:fontRef>
        </p:style>
        <p:txBody>
          <a:bodyPr vert="horz" lIns="45720" tIns="45720" rIns="45720" bIns="45720" rtlCol="0">
            <a:normAutofit lnSpcReduction="1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dk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dk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dk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dk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dk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dk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dk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dk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dk1"/>
                </a:solidFill>
                <a:latin typeface="+mn-lt"/>
                <a:ea typeface="+mn-ea"/>
                <a:cs typeface="+mn-cs"/>
              </a:defRPr>
            </a:lvl9pPr>
          </a:lstStyle>
          <a:p>
            <a:pPr marL="0" indent="0" algn="ctr">
              <a:spcBef>
                <a:spcPts val="0"/>
              </a:spcBef>
              <a:spcAft>
                <a:spcPts val="0"/>
              </a:spcAft>
              <a:buNone/>
            </a:pPr>
            <a:r>
              <a:rPr lang="en-US" sz="1600" b="1" dirty="0"/>
              <a:t>Second Coefficient</a:t>
            </a:r>
          </a:p>
          <a:p>
            <a:pPr marL="0" indent="0" algn="ctr">
              <a:spcBef>
                <a:spcPts val="0"/>
              </a:spcBef>
              <a:spcAft>
                <a:spcPts val="0"/>
              </a:spcAft>
              <a:buNone/>
            </a:pPr>
            <a:r>
              <a:rPr lang="en-US" sz="1600" b="1" dirty="0"/>
              <a:t> DCT Distribution</a:t>
            </a:r>
          </a:p>
        </p:txBody>
      </p:sp>
      <p:sp>
        <p:nvSpPr>
          <p:cNvPr id="12" name="Content Placeholder 2">
            <a:extLst>
              <a:ext uri="{FF2B5EF4-FFF2-40B4-BE49-F238E27FC236}">
                <a16:creationId xmlns:a16="http://schemas.microsoft.com/office/drawing/2014/main" id="{290A905A-6C0A-B84F-BC1E-187FBE3285CF}"/>
              </a:ext>
            </a:extLst>
          </p:cNvPr>
          <p:cNvSpPr txBox="1">
            <a:spLocks/>
          </p:cNvSpPr>
          <p:nvPr/>
        </p:nvSpPr>
        <p:spPr>
          <a:xfrm>
            <a:off x="701615" y="3757444"/>
            <a:ext cx="2046940" cy="515761"/>
          </a:xfrm>
          <a:prstGeom prst="rect">
            <a:avLst/>
          </a:prstGeom>
        </p:spPr>
        <p:style>
          <a:lnRef idx="2">
            <a:schemeClr val="dk1"/>
          </a:lnRef>
          <a:fillRef idx="1">
            <a:schemeClr val="lt1"/>
          </a:fillRef>
          <a:effectRef idx="0">
            <a:schemeClr val="dk1"/>
          </a:effectRef>
          <a:fontRef idx="minor">
            <a:schemeClr val="dk1"/>
          </a:fontRef>
        </p:style>
        <p:txBody>
          <a:bodyPr vert="horz" lIns="45720" tIns="45720" rIns="45720" bIns="45720" rtlCol="0">
            <a:normAutofit lnSpcReduction="1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dk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dk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dk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dk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dk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dk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dk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dk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dk1"/>
                </a:solidFill>
                <a:latin typeface="+mn-lt"/>
                <a:ea typeface="+mn-ea"/>
                <a:cs typeface="+mn-cs"/>
              </a:defRPr>
            </a:lvl9pPr>
          </a:lstStyle>
          <a:p>
            <a:pPr marL="0" indent="0" algn="ctr">
              <a:spcBef>
                <a:spcPts val="0"/>
              </a:spcBef>
              <a:spcAft>
                <a:spcPts val="0"/>
              </a:spcAft>
              <a:buNone/>
            </a:pPr>
            <a:r>
              <a:rPr lang="en-US" sz="1600" b="1" dirty="0"/>
              <a:t>Third Coefficient     DCT Distribution</a:t>
            </a:r>
          </a:p>
        </p:txBody>
      </p:sp>
    </p:spTree>
    <p:extLst>
      <p:ext uri="{BB962C8B-B14F-4D97-AF65-F5344CB8AC3E}">
        <p14:creationId xmlns:p14="http://schemas.microsoft.com/office/powerpoint/2010/main" val="340382655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6E949B-29A4-6A31-AC2A-B2A7C0E500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3E1081-D884-8BF5-9154-556DB930981E}"/>
              </a:ext>
            </a:extLst>
          </p:cNvPr>
          <p:cNvSpPr>
            <a:spLocks noGrp="1"/>
          </p:cNvSpPr>
          <p:nvPr>
            <p:ph type="title"/>
          </p:nvPr>
        </p:nvSpPr>
        <p:spPr/>
        <p:txBody>
          <a:bodyPr/>
          <a:lstStyle/>
          <a:p>
            <a:r>
              <a:rPr lang="en-US" dirty="0">
                <a:solidFill>
                  <a:srgbClr val="0070C0"/>
                </a:solidFill>
              </a:rPr>
              <a:t>But …</a:t>
            </a:r>
          </a:p>
        </p:txBody>
      </p:sp>
      <p:sp>
        <p:nvSpPr>
          <p:cNvPr id="4" name="Footer Placeholder 3">
            <a:extLst>
              <a:ext uri="{FF2B5EF4-FFF2-40B4-BE49-F238E27FC236}">
                <a16:creationId xmlns:a16="http://schemas.microsoft.com/office/drawing/2014/main" id="{1140B5B0-FA5C-5C55-8C42-5711819021A2}"/>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0A97DF7C-54AC-F8A3-E3B0-5C213FD1C765}"/>
              </a:ext>
            </a:extLst>
          </p:cNvPr>
          <p:cNvSpPr>
            <a:spLocks noGrp="1"/>
          </p:cNvSpPr>
          <p:nvPr>
            <p:ph type="sldNum" sz="quarter" idx="12"/>
          </p:nvPr>
        </p:nvSpPr>
        <p:spPr/>
        <p:txBody>
          <a:bodyPr/>
          <a:lstStyle/>
          <a:p>
            <a:fld id="{382B47E1-F59F-47B3-8D16-B2A0740F319A}" type="slidenum">
              <a:rPr lang="en-US" smtClean="0"/>
              <a:pPr/>
              <a:t>61</a:t>
            </a:fld>
            <a:endParaRPr lang="en-US" dirty="0"/>
          </a:p>
        </p:txBody>
      </p:sp>
      <p:pic>
        <p:nvPicPr>
          <p:cNvPr id="3" name="Picture 2">
            <a:extLst>
              <a:ext uri="{FF2B5EF4-FFF2-40B4-BE49-F238E27FC236}">
                <a16:creationId xmlns:a16="http://schemas.microsoft.com/office/drawing/2014/main" id="{8F96DB0B-BAC6-B262-8335-9EF43B25A52F}"/>
              </a:ext>
            </a:extLst>
          </p:cNvPr>
          <p:cNvPicPr>
            <a:picLocks noChangeAspect="1"/>
          </p:cNvPicPr>
          <p:nvPr/>
        </p:nvPicPr>
        <p:blipFill>
          <a:blip r:embed="rId2"/>
          <a:stretch>
            <a:fillRect/>
          </a:stretch>
        </p:blipFill>
        <p:spPr>
          <a:xfrm>
            <a:off x="751198" y="1616139"/>
            <a:ext cx="10689604" cy="3106173"/>
          </a:xfrm>
          <a:prstGeom prst="rect">
            <a:avLst/>
          </a:prstGeom>
        </p:spPr>
      </p:pic>
      <p:sp>
        <p:nvSpPr>
          <p:cNvPr id="11" name="TextBox 10">
            <a:extLst>
              <a:ext uri="{FF2B5EF4-FFF2-40B4-BE49-F238E27FC236}">
                <a16:creationId xmlns:a16="http://schemas.microsoft.com/office/drawing/2014/main" id="{B023B8FA-D9F1-88F0-70D0-E0F3DD677660}"/>
              </a:ext>
            </a:extLst>
          </p:cNvPr>
          <p:cNvSpPr txBox="1"/>
          <p:nvPr/>
        </p:nvSpPr>
        <p:spPr>
          <a:xfrm>
            <a:off x="1508078" y="5042848"/>
            <a:ext cx="2456597" cy="400110"/>
          </a:xfrm>
          <a:prstGeom prst="rect">
            <a:avLst/>
          </a:prstGeom>
          <a:noFill/>
        </p:spPr>
        <p:txBody>
          <a:bodyPr wrap="square" rtlCol="0">
            <a:spAutoFit/>
          </a:bodyPr>
          <a:lstStyle/>
          <a:p>
            <a:r>
              <a:rPr lang="en-US" sz="2000" b="1" dirty="0"/>
              <a:t>Link to paper: [ </a:t>
            </a:r>
            <a:r>
              <a:rPr lang="en-US" sz="2000" b="1" dirty="0">
                <a:solidFill>
                  <a:srgbClr val="FF0000"/>
                </a:solidFill>
                <a:hlinkClick r:id="rId3">
                  <a:extLst>
                    <a:ext uri="{A12FA001-AC4F-418D-AE19-62706E023703}">
                      <ahyp:hlinkClr xmlns:ahyp="http://schemas.microsoft.com/office/drawing/2018/hyperlinkcolor" val="tx"/>
                    </a:ext>
                  </a:extLst>
                </a:hlinkClick>
              </a:rPr>
              <a:t>Link</a:t>
            </a:r>
            <a:r>
              <a:rPr lang="en-US" sz="2000" b="1" dirty="0"/>
              <a:t> ]</a:t>
            </a:r>
          </a:p>
        </p:txBody>
      </p:sp>
    </p:spTree>
    <p:extLst>
      <p:ext uri="{BB962C8B-B14F-4D97-AF65-F5344CB8AC3E}">
        <p14:creationId xmlns:p14="http://schemas.microsoft.com/office/powerpoint/2010/main" val="285687688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A4EAE-102E-03B1-E67D-5C38289E86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A3D1B3-8717-2AB5-BC32-76678FFA50FC}"/>
              </a:ext>
            </a:extLst>
          </p:cNvPr>
          <p:cNvSpPr>
            <a:spLocks noGrp="1"/>
          </p:cNvSpPr>
          <p:nvPr>
            <p:ph type="title"/>
          </p:nvPr>
        </p:nvSpPr>
        <p:spPr/>
        <p:txBody>
          <a:bodyPr/>
          <a:lstStyle/>
          <a:p>
            <a:r>
              <a:rPr lang="en-US" dirty="0">
                <a:solidFill>
                  <a:srgbClr val="0070C0"/>
                </a:solidFill>
              </a:rPr>
              <a:t>But …</a:t>
            </a:r>
          </a:p>
        </p:txBody>
      </p:sp>
      <p:sp>
        <p:nvSpPr>
          <p:cNvPr id="4" name="Footer Placeholder 3">
            <a:extLst>
              <a:ext uri="{FF2B5EF4-FFF2-40B4-BE49-F238E27FC236}">
                <a16:creationId xmlns:a16="http://schemas.microsoft.com/office/drawing/2014/main" id="{B04E80A6-A5F1-BB6B-A90F-3EEE1A24054E}"/>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B9DEB664-B30A-7F5F-AC18-FA24821FB028}"/>
              </a:ext>
            </a:extLst>
          </p:cNvPr>
          <p:cNvSpPr>
            <a:spLocks noGrp="1"/>
          </p:cNvSpPr>
          <p:nvPr>
            <p:ph type="sldNum" sz="quarter" idx="12"/>
          </p:nvPr>
        </p:nvSpPr>
        <p:spPr/>
        <p:txBody>
          <a:bodyPr/>
          <a:lstStyle/>
          <a:p>
            <a:fld id="{382B47E1-F59F-47B3-8D16-B2A0740F319A}" type="slidenum">
              <a:rPr lang="en-US" smtClean="0"/>
              <a:pPr/>
              <a:t>62</a:t>
            </a:fld>
            <a:endParaRPr lang="en-US" dirty="0"/>
          </a:p>
        </p:txBody>
      </p:sp>
      <p:pic>
        <p:nvPicPr>
          <p:cNvPr id="6" name="Picture 5">
            <a:extLst>
              <a:ext uri="{FF2B5EF4-FFF2-40B4-BE49-F238E27FC236}">
                <a16:creationId xmlns:a16="http://schemas.microsoft.com/office/drawing/2014/main" id="{4D7DFF98-78CD-A152-7A2E-A01EA1FB7EED}"/>
              </a:ext>
            </a:extLst>
          </p:cNvPr>
          <p:cNvPicPr>
            <a:picLocks noChangeAspect="1"/>
          </p:cNvPicPr>
          <p:nvPr/>
        </p:nvPicPr>
        <p:blipFill>
          <a:blip r:embed="rId2"/>
          <a:stretch>
            <a:fillRect/>
          </a:stretch>
        </p:blipFill>
        <p:spPr>
          <a:xfrm>
            <a:off x="1180229" y="2012461"/>
            <a:ext cx="9831541" cy="4438953"/>
          </a:xfrm>
          <a:prstGeom prst="rect">
            <a:avLst/>
          </a:prstGeom>
        </p:spPr>
      </p:pic>
      <p:sp>
        <p:nvSpPr>
          <p:cNvPr id="7" name="TextBox 6">
            <a:extLst>
              <a:ext uri="{FF2B5EF4-FFF2-40B4-BE49-F238E27FC236}">
                <a16:creationId xmlns:a16="http://schemas.microsoft.com/office/drawing/2014/main" id="{C33CEE72-0E2B-431C-1E48-2796B4BFAD77}"/>
              </a:ext>
            </a:extLst>
          </p:cNvPr>
          <p:cNvSpPr txBox="1"/>
          <p:nvPr/>
        </p:nvSpPr>
        <p:spPr>
          <a:xfrm>
            <a:off x="1024127" y="1705220"/>
            <a:ext cx="3377276" cy="461665"/>
          </a:xfrm>
          <a:prstGeom prst="rect">
            <a:avLst/>
          </a:prstGeom>
          <a:noFill/>
        </p:spPr>
        <p:txBody>
          <a:bodyPr wrap="square" rtlCol="0">
            <a:spAutoFit/>
          </a:bodyPr>
          <a:lstStyle/>
          <a:p>
            <a:r>
              <a:rPr lang="en-US" sz="2400" b="1" dirty="0"/>
              <a:t>The Capacity is Higher !</a:t>
            </a:r>
          </a:p>
        </p:txBody>
      </p:sp>
      <p:sp>
        <p:nvSpPr>
          <p:cNvPr id="8" name="Oval 7">
            <a:extLst>
              <a:ext uri="{FF2B5EF4-FFF2-40B4-BE49-F238E27FC236}">
                <a16:creationId xmlns:a16="http://schemas.microsoft.com/office/drawing/2014/main" id="{65BA6246-23E9-96A8-91DF-D5736B7962B8}"/>
              </a:ext>
            </a:extLst>
          </p:cNvPr>
          <p:cNvSpPr/>
          <p:nvPr/>
        </p:nvSpPr>
        <p:spPr>
          <a:xfrm>
            <a:off x="1787857" y="2173544"/>
            <a:ext cx="542362" cy="542362"/>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1EA89EC4-5A18-183B-DBB3-B1AE9FAA5FCA}"/>
              </a:ext>
            </a:extLst>
          </p:cNvPr>
          <p:cNvSpPr/>
          <p:nvPr/>
        </p:nvSpPr>
        <p:spPr>
          <a:xfrm>
            <a:off x="6157488" y="2153072"/>
            <a:ext cx="542362" cy="542362"/>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9976265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92C8B0-C05A-489D-2B92-F9602423E222}"/>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A5BB40E7-9ACE-0933-C16B-BDD8C2478388}"/>
              </a:ext>
            </a:extLst>
          </p:cNvPr>
          <p:cNvSpPr>
            <a:spLocks noGrp="1"/>
          </p:cNvSpPr>
          <p:nvPr>
            <p:ph type="ftr" sz="quarter" idx="11"/>
          </p:nvPr>
        </p:nvSpPr>
        <p:spPr/>
        <p:txBody>
          <a:bodyPr/>
          <a:lstStyle/>
          <a:p>
            <a:r>
              <a:rPr lang="en-US" sz="1400" dirty="0"/>
              <a:t>Information Hiding, Shiraz university of technology</a:t>
            </a:r>
          </a:p>
        </p:txBody>
      </p:sp>
      <p:sp>
        <p:nvSpPr>
          <p:cNvPr id="3" name="Slide Number Placeholder 2">
            <a:extLst>
              <a:ext uri="{FF2B5EF4-FFF2-40B4-BE49-F238E27FC236}">
                <a16:creationId xmlns:a16="http://schemas.microsoft.com/office/drawing/2014/main" id="{4320E723-A565-047C-6D20-CD0EE9CF413A}"/>
              </a:ext>
            </a:extLst>
          </p:cNvPr>
          <p:cNvSpPr>
            <a:spLocks noGrp="1"/>
          </p:cNvSpPr>
          <p:nvPr>
            <p:ph type="sldNum" sz="quarter" idx="12"/>
          </p:nvPr>
        </p:nvSpPr>
        <p:spPr/>
        <p:txBody>
          <a:bodyPr/>
          <a:lstStyle/>
          <a:p>
            <a:fld id="{382B47E1-F59F-47B3-8D16-B2A0740F319A}" type="slidenum">
              <a:rPr lang="en-US" sz="1400" smtClean="0"/>
              <a:t>63</a:t>
            </a:fld>
            <a:endParaRPr lang="en-US" sz="1400" dirty="0"/>
          </a:p>
        </p:txBody>
      </p:sp>
      <p:sp>
        <p:nvSpPr>
          <p:cNvPr id="4" name="TextBox 3">
            <a:extLst>
              <a:ext uri="{FF2B5EF4-FFF2-40B4-BE49-F238E27FC236}">
                <a16:creationId xmlns:a16="http://schemas.microsoft.com/office/drawing/2014/main" id="{CEF89834-5250-BE76-EAE6-4B52AEDEE2D9}"/>
              </a:ext>
            </a:extLst>
          </p:cNvPr>
          <p:cNvSpPr txBox="1"/>
          <p:nvPr/>
        </p:nvSpPr>
        <p:spPr>
          <a:xfrm>
            <a:off x="2030895" y="2459504"/>
            <a:ext cx="8130209" cy="1938992"/>
          </a:xfrm>
          <a:prstGeom prst="rect">
            <a:avLst/>
          </a:prstGeom>
          <a:noFill/>
        </p:spPr>
        <p:txBody>
          <a:bodyPr wrap="square" rtlCol="0">
            <a:spAutoFit/>
          </a:bodyPr>
          <a:lstStyle/>
          <a:p>
            <a:pPr algn="ctr">
              <a:buNone/>
            </a:pPr>
            <a:r>
              <a:rPr lang="en-US" sz="6000" b="1" dirty="0">
                <a:solidFill>
                  <a:srgbClr val="0070C0"/>
                </a:solidFill>
              </a:rPr>
              <a:t>A Comparison between Methods</a:t>
            </a:r>
          </a:p>
        </p:txBody>
      </p:sp>
    </p:spTree>
    <p:extLst>
      <p:ext uri="{BB962C8B-B14F-4D97-AF65-F5344CB8AC3E}">
        <p14:creationId xmlns:p14="http://schemas.microsoft.com/office/powerpoint/2010/main" val="421487192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ACD88-3A98-A561-6D92-56C9342F79AC}"/>
              </a:ext>
            </a:extLst>
          </p:cNvPr>
          <p:cNvSpPr>
            <a:spLocks noGrp="1"/>
          </p:cNvSpPr>
          <p:nvPr>
            <p:ph type="title"/>
          </p:nvPr>
        </p:nvSpPr>
        <p:spPr/>
        <p:txBody>
          <a:bodyPr/>
          <a:lstStyle/>
          <a:p>
            <a:r>
              <a:rPr lang="en-US" dirty="0">
                <a:solidFill>
                  <a:srgbClr val="0070C0"/>
                </a:solidFill>
              </a:rPr>
              <a:t>Table of comparison</a:t>
            </a:r>
          </a:p>
        </p:txBody>
      </p:sp>
      <p:sp>
        <p:nvSpPr>
          <p:cNvPr id="4" name="Footer Placeholder 3">
            <a:extLst>
              <a:ext uri="{FF2B5EF4-FFF2-40B4-BE49-F238E27FC236}">
                <a16:creationId xmlns:a16="http://schemas.microsoft.com/office/drawing/2014/main" id="{145693B3-773B-193A-0831-FBAD16A32B84}"/>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AD4C41C2-0D46-7A18-06AE-D6D6824EDABA}"/>
              </a:ext>
            </a:extLst>
          </p:cNvPr>
          <p:cNvSpPr>
            <a:spLocks noGrp="1"/>
          </p:cNvSpPr>
          <p:nvPr>
            <p:ph type="sldNum" sz="quarter" idx="12"/>
          </p:nvPr>
        </p:nvSpPr>
        <p:spPr/>
        <p:txBody>
          <a:bodyPr/>
          <a:lstStyle/>
          <a:p>
            <a:fld id="{382B47E1-F59F-47B3-8D16-B2A0740F319A}" type="slidenum">
              <a:rPr lang="en-US" smtClean="0"/>
              <a:pPr/>
              <a:t>64</a:t>
            </a:fld>
            <a:endParaRPr lang="en-US" dirty="0"/>
          </a:p>
        </p:txBody>
      </p:sp>
      <p:pic>
        <p:nvPicPr>
          <p:cNvPr id="11" name="@holatex&#10;\documentclass{article}&#10;\usepackage{array}&#10;\usepackage{booktabs}&#10;&#10;\begin{document}&#10;&#10;\begin{table}[h!]&#10;\centering&#10;\caption{Comparison of Reversible Data Hiding Methods}&#10;\label{tab:comparison}&#10;\begin{tabular}{|l|c|c|c|}&#10;\hline&#10;\textbf{Method} &amp; \textbf{Quality} &amp; \textbf{Capacity} &amp; \textbf{Computational Complexity} \\&#10;\hline&#10;Based on lossless compression &amp; Medium &amp; Medium &amp; High \\&#10;\hline&#10;Based on difference expansion &amp; Medium &amp; High &amp; Medium \\&#10;\hline&#10;Based on histogram shifting &amp; High &amp; Low &amp; Low \\&#10;\hline&#10;\end{tabular}&#10;\end{table}&#10;&#10;\end{document}">
            <a:extLst>
              <a:ext uri="{FF2B5EF4-FFF2-40B4-BE49-F238E27FC236}">
                <a16:creationId xmlns:a16="http://schemas.microsoft.com/office/drawing/2014/main" id="{78D122C3-F05D-3810-F31E-F51A6D5AB737}"/>
              </a:ext>
            </a:extLst>
          </p:cNvPr>
          <p:cNvPicPr>
            <a:picLocks noGrp="1"/>
          </p:cNvPicPr>
          <p:nvPr>
            <p:ph idx="1"/>
          </p:nvPr>
        </p:nvPicPr>
        <p:blipFill>
          <a:blip r:embed="rId2"/>
          <a:stretch>
            <a:fillRect/>
          </a:stretch>
        </p:blipFill>
        <p:spPr>
          <a:xfrm>
            <a:off x="429311" y="2857841"/>
            <a:ext cx="11509258" cy="2103268"/>
          </a:xfrm>
          <a:prstGeom prst="rect">
            <a:avLst/>
          </a:prstGeom>
        </p:spPr>
      </p:pic>
    </p:spTree>
    <p:extLst>
      <p:ext uri="{BB962C8B-B14F-4D97-AF65-F5344CB8AC3E}">
        <p14:creationId xmlns:p14="http://schemas.microsoft.com/office/powerpoint/2010/main" val="99225646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564B3C"/>
      </a:dk2>
      <a:lt2>
        <a:srgbClr val="ECEDD1"/>
      </a:lt2>
      <a:accent1>
        <a:srgbClr val="93A299"/>
      </a:accent1>
      <a:accent2>
        <a:srgbClr val="CF543F"/>
      </a:accent2>
      <a:accent3>
        <a:srgbClr val="B5AE53"/>
      </a:accent3>
      <a:accent4>
        <a:srgbClr val="848058"/>
      </a:accent4>
      <a:accent5>
        <a:srgbClr val="E8B54D"/>
      </a:accent5>
      <a:accent6>
        <a:srgbClr val="786C71"/>
      </a:accent6>
      <a:hlink>
        <a:srgbClr val="CCCC00"/>
      </a:hlink>
      <a:folHlink>
        <a:srgbClr val="B2B2B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A41AC481-B287-49C8-90EF-C669597D2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97C186DD-5304-4F68-864E-B96D4F4886F9}">
  <we:reference id="wa200004052" version="1.0.0.2" store="en-US" storeType="OMEX"/>
  <we:alternateReferences>
    <we:reference id="wa200004052" version="1.0.0.2" store="wa200004052" storeType="OMEX"/>
  </we:alternateReferences>
  <we:properties>
    <we:property name="holatex.main" value="{&quot;pictures&quot;:[{&quot;name&quot;:&quot;Latex&quot;,&quot;code&quot;:&quot;\\documentclass{article}\n\\usepackage{amsmath} % Required for mathematical environments\n\\usepackage{xcolor}  % Required for colored text\n\\usepackage{tikz}    % Required for drawing arrows\n\n\\begin{document}\n\n\\begin{itemize}\n    \\item \\textbf{Non-Stationary Signal} $\\Rightarrow$ \n          \\textcolor{red}{{Frequency changes in time.}}\n          \n\n\\end{itemize}\n\n\\end{document}&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Integral</Template>
  <TotalTime>4098</TotalTime>
  <Words>1802</Words>
  <Application>Microsoft Office PowerPoint</Application>
  <PresentationFormat>Widescreen</PresentationFormat>
  <Paragraphs>390</Paragraphs>
  <Slides>64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64</vt:i4>
      </vt:variant>
    </vt:vector>
  </HeadingPairs>
  <TitlesOfParts>
    <vt:vector size="71" baseType="lpstr">
      <vt:lpstr>Arial</vt:lpstr>
      <vt:lpstr>Calibri</vt:lpstr>
      <vt:lpstr>Cambria Math</vt:lpstr>
      <vt:lpstr>Tw Cen MT</vt:lpstr>
      <vt:lpstr>Tw Cen MT Condensed</vt:lpstr>
      <vt:lpstr>Wingdings 3</vt:lpstr>
      <vt:lpstr>Integral</vt:lpstr>
      <vt:lpstr>INFORMATION HIDING</vt:lpstr>
      <vt:lpstr>Lecture Overview Reversible data hiding</vt:lpstr>
      <vt:lpstr>PowerPoint Presentation</vt:lpstr>
      <vt:lpstr>What is Reversible Data Hiding?</vt:lpstr>
      <vt:lpstr>Why Reversibility Matters?</vt:lpstr>
      <vt:lpstr>Critical Applications</vt:lpstr>
      <vt:lpstr>Critical Applications</vt:lpstr>
      <vt:lpstr>PowerPoint Presentation</vt:lpstr>
      <vt:lpstr>Critical Applications</vt:lpstr>
      <vt:lpstr>Method Classification Overview</vt:lpstr>
      <vt:lpstr>Method Classification Overview</vt:lpstr>
      <vt:lpstr>Method Classification Overview</vt:lpstr>
      <vt:lpstr>PowerPoint Presentation</vt:lpstr>
      <vt:lpstr>Historical Context</vt:lpstr>
      <vt:lpstr>Core Methodology</vt:lpstr>
      <vt:lpstr>Core Methodology</vt:lpstr>
      <vt:lpstr>Advantages and Limitations</vt:lpstr>
      <vt:lpstr>PowerPoint Presentation</vt:lpstr>
      <vt:lpstr>PowerPoint Presentation</vt:lpstr>
      <vt:lpstr>PowerPoint Presentation</vt:lpstr>
      <vt:lpstr>PowerPoint Presentation</vt:lpstr>
      <vt:lpstr>Historical Development</vt:lpstr>
      <vt:lpstr>Fundamental Concept</vt:lpstr>
      <vt:lpstr>Fundamental Concept</vt:lpstr>
      <vt:lpstr>Mathematical Foundation</vt:lpstr>
      <vt:lpstr>Mathematical Foundation</vt:lpstr>
      <vt:lpstr>Mathematical Foundation</vt:lpstr>
      <vt:lpstr>Mathematical Foundation</vt:lpstr>
      <vt:lpstr>Mathematical Foundation</vt:lpstr>
      <vt:lpstr>Mathematical Foundation</vt:lpstr>
      <vt:lpstr>Example</vt:lpstr>
      <vt:lpstr>Some results from the original paper</vt:lpstr>
      <vt:lpstr>Some results from the original paper</vt:lpstr>
      <vt:lpstr>Some results from the original paper</vt:lpstr>
      <vt:lpstr>another paper</vt:lpstr>
      <vt:lpstr>PowerPoint Presentation</vt:lpstr>
      <vt:lpstr>another paper</vt:lpstr>
      <vt:lpstr>another paper</vt:lpstr>
      <vt:lpstr>another paper</vt:lpstr>
      <vt:lpstr>Results</vt:lpstr>
      <vt:lpstr>Results</vt:lpstr>
      <vt:lpstr>Results</vt:lpstr>
      <vt:lpstr>Results</vt:lpstr>
      <vt:lpstr>PowerPoint Presentation</vt:lpstr>
      <vt:lpstr>Conceptual Innovation</vt:lpstr>
      <vt:lpstr>PowerPoint Presentation</vt:lpstr>
      <vt:lpstr>Core Principle</vt:lpstr>
      <vt:lpstr>Methodology Details</vt:lpstr>
      <vt:lpstr>Methodology Details</vt:lpstr>
      <vt:lpstr>Methodology Details</vt:lpstr>
      <vt:lpstr>Methodology Details</vt:lpstr>
      <vt:lpstr>Some considerations</vt:lpstr>
      <vt:lpstr>Some considerations</vt:lpstr>
      <vt:lpstr>Some considerations</vt:lpstr>
      <vt:lpstr>Results</vt:lpstr>
      <vt:lpstr>Results</vt:lpstr>
      <vt:lpstr>Results</vt:lpstr>
      <vt:lpstr>Also good to know</vt:lpstr>
      <vt:lpstr>Also good to know</vt:lpstr>
      <vt:lpstr>But …</vt:lpstr>
      <vt:lpstr>But …</vt:lpstr>
      <vt:lpstr>But …</vt:lpstr>
      <vt:lpstr>PowerPoint Presentation</vt:lpstr>
      <vt:lpstr>Table of comparison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Adib</dc:creator>
  <cp:lastModifiedBy>ADIB</cp:lastModifiedBy>
  <cp:revision>1056</cp:revision>
  <dcterms:created xsi:type="dcterms:W3CDTF">2025-02-14T04:57:05Z</dcterms:created>
  <dcterms:modified xsi:type="dcterms:W3CDTF">2025-06-21T14:59:45Z</dcterms:modified>
</cp:coreProperties>
</file>