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ink/ink3.xml" ContentType="application/inkml+xml"/>
  <Override PartName="/ppt/ink/ink4.xml" ContentType="application/inkml+xml"/>
  <Override PartName="/ppt/notesSlides/notesSlide4.xml" ContentType="application/vnd.openxmlformats-officedocument.presentationml.notesSlide+xml"/>
  <Override PartName="/ppt/ink/ink5.xml" ContentType="application/inkml+xml"/>
  <Override PartName="/ppt/ink/ink6.xml" ContentType="application/inkml+xml"/>
  <Override PartName="/ppt/notesSlides/notesSlide5.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4.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5.xml" ContentType="application/inkml+xml"/>
  <Override PartName="/ppt/notesSlides/notesSlide29.xml" ContentType="application/vnd.openxmlformats-officedocument.presentationml.notesSlide+xml"/>
  <Override PartName="/ppt/ink/ink16.xml" ContentType="application/inkml+xml"/>
  <Override PartName="/ppt/notesSlides/notesSlide30.xml" ContentType="application/vnd.openxmlformats-officedocument.presentationml.notesSlide+xml"/>
  <Override PartName="/ppt/ink/ink17.xml" ContentType="application/inkml+xml"/>
  <Override PartName="/ppt/notesSlides/notesSlide31.xml" ContentType="application/vnd.openxmlformats-officedocument.presentationml.notesSlide+xml"/>
  <Override PartName="/ppt/ink/ink18.xml" ContentType="application/inkml+xml"/>
  <Override PartName="/ppt/notesSlides/notesSlide32.xml" ContentType="application/vnd.openxmlformats-officedocument.presentationml.notesSlide+xml"/>
  <Override PartName="/ppt/ink/ink19.xml" ContentType="application/inkml+xml"/>
  <Override PartName="/ppt/ink/ink20.xml" ContentType="application/inkml+xml"/>
  <Override PartName="/ppt/notesSlides/notesSlide33.xml" ContentType="application/vnd.openxmlformats-officedocument.presentationml.notesSlide+xml"/>
  <Override PartName="/ppt/ink/ink21.xml" ContentType="application/inkml+xml"/>
  <Override PartName="/ppt/ink/ink22.xml" ContentType="application/inkml+xml"/>
  <Override PartName="/ppt/notesSlides/notesSlide34.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notesSlides/notesSlide35.xml" ContentType="application/vnd.openxmlformats-officedocument.presentationml.notesSlide+xml"/>
  <Override PartName="/ppt/ink/ink26.xml" ContentType="application/inkml+xml"/>
  <Override PartName="/ppt/ink/ink27.xml" ContentType="application/inkml+xml"/>
  <Override PartName="/ppt/ink/ink28.xml" ContentType="application/inkml+xml"/>
  <Override PartName="/ppt/notesSlides/notesSlide36.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37.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notesSlides/notesSlide38.xml" ContentType="application/vnd.openxmlformats-officedocument.presentationml.notesSlide+xml"/>
  <Override PartName="/ppt/ink/ink37.xml" ContentType="application/inkml+xml"/>
  <Override PartName="/ppt/ink/ink38.xml" ContentType="application/inkml+xml"/>
  <Override PartName="/ppt/ink/ink39.xml" ContentType="application/inkml+xml"/>
  <Override PartName="/ppt/notesSlides/notesSlide39.xml" ContentType="application/vnd.openxmlformats-officedocument.presentationml.notesSlide+xml"/>
  <Override PartName="/ppt/ink/ink40.xml" ContentType="application/inkml+xml"/>
  <Override PartName="/ppt/notesSlides/notesSlide40.xml" ContentType="application/vnd.openxmlformats-officedocument.presentationml.notesSlide+xml"/>
  <Override PartName="/ppt/ink/ink41.xml" ContentType="application/inkml+xml"/>
  <Override PartName="/ppt/notesSlides/notesSlide41.xml" ContentType="application/vnd.openxmlformats-officedocument.presentationml.notesSlide+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notesSlides/notesSlide42.xml" ContentType="application/vnd.openxmlformats-officedocument.presentationml.notesSlide+xml"/>
  <Override PartName="/ppt/ink/ink47.xml" ContentType="application/inkml+xml"/>
  <Override PartName="/ppt/ink/ink48.xml" ContentType="application/inkml+xml"/>
  <Override PartName="/ppt/notesSlides/notesSlide43.xml" ContentType="application/vnd.openxmlformats-officedocument.presentationml.notesSlide+xml"/>
  <Override PartName="/ppt/ink/ink49.xml" ContentType="application/inkml+xml"/>
  <Override PartName="/ppt/ink/ink50.xml" ContentType="application/inkml+xml"/>
  <Override PartName="/ppt/notesSlides/notesSlide44.xml" ContentType="application/vnd.openxmlformats-officedocument.presentationml.notesSlide+xml"/>
  <Override PartName="/ppt/ink/ink51.xml" ContentType="application/inkml+xml"/>
  <Override PartName="/ppt/ink/ink52.xml" ContentType="application/inkml+xml"/>
  <Override PartName="/ppt/ink/ink53.xml" ContentType="application/inkml+xml"/>
  <Override PartName="/ppt/notesSlides/notesSlide45.xml" ContentType="application/vnd.openxmlformats-officedocument.presentationml.notesSlide+xml"/>
  <Override PartName="/ppt/ink/ink54.xml" ContentType="application/inkml+xml"/>
  <Override PartName="/ppt/ink/ink55.xml" ContentType="application/inkml+xml"/>
  <Override PartName="/ppt/notesSlides/notesSlide46.xml" ContentType="application/vnd.openxmlformats-officedocument.presentationml.notesSlide+xml"/>
  <Override PartName="/ppt/ink/ink56.xml" ContentType="application/inkml+xml"/>
  <Override PartName="/ppt/ink/ink57.xml" ContentType="application/inkml+xml"/>
  <Override PartName="/ppt/notesSlides/notesSlide47.xml" ContentType="application/vnd.openxmlformats-officedocument.presentationml.notesSlide+xml"/>
  <Override PartName="/ppt/ink/ink58.xml" ContentType="application/inkml+xml"/>
  <Override PartName="/ppt/ink/ink59.xml" ContentType="application/inkml+xml"/>
  <Override PartName="/ppt/notesSlides/notesSlide48.xml" ContentType="application/vnd.openxmlformats-officedocument.presentationml.notesSlide+xml"/>
  <Override PartName="/ppt/ink/ink60.xml" ContentType="application/inkml+xml"/>
  <Override PartName="/ppt/ink/ink61.xml" ContentType="application/inkml+xml"/>
  <Override PartName="/ppt/notesSlides/notesSlide49.xml" ContentType="application/vnd.openxmlformats-officedocument.presentationml.notesSlide+xml"/>
  <Override PartName="/ppt/ink/ink62.xml" ContentType="application/inkml+xml"/>
  <Override PartName="/ppt/ink/ink63.xml" ContentType="application/inkml+xml"/>
  <Override PartName="/ppt/notesSlides/notesSlide50.xml" ContentType="application/vnd.openxmlformats-officedocument.presentationml.notesSlide+xml"/>
  <Override PartName="/ppt/ink/ink64.xml" ContentType="application/inkml+xml"/>
  <Override PartName="/ppt/ink/ink65.xml" ContentType="application/inkml+xml"/>
  <Override PartName="/ppt/notesSlides/notesSlide51.xml" ContentType="application/vnd.openxmlformats-officedocument.presentationml.notesSlide+xml"/>
  <Override PartName="/ppt/ink/ink66.xml" ContentType="application/inkml+xml"/>
  <Override PartName="/ppt/ink/ink67.xml" ContentType="application/inkml+xml"/>
  <Override PartName="/ppt/notesSlides/notesSlide52.xml" ContentType="application/vnd.openxmlformats-officedocument.presentationml.notesSlide+xml"/>
  <Override PartName="/ppt/ink/ink68.xml" ContentType="application/inkml+xml"/>
  <Override PartName="/ppt/ink/ink69.xml" ContentType="application/inkml+xml"/>
  <Override PartName="/ppt/notesSlides/notesSlide53.xml" ContentType="application/vnd.openxmlformats-officedocument.presentationml.notesSlide+xml"/>
  <Override PartName="/ppt/ink/ink70.xml" ContentType="application/inkml+xml"/>
  <Override PartName="/ppt/ink/ink71.xml" ContentType="application/inkml+xml"/>
  <Override PartName="/ppt/notesSlides/notesSlide54.xml" ContentType="application/vnd.openxmlformats-officedocument.presentationml.notesSlide+xml"/>
  <Override PartName="/ppt/ink/ink72.xml" ContentType="application/inkml+xml"/>
  <Override PartName="/ppt/ink/ink73.xml" ContentType="application/inkml+xml"/>
  <Override PartName="/ppt/notesSlides/notesSlide55.xml" ContentType="application/vnd.openxmlformats-officedocument.presentationml.notesSlide+xml"/>
  <Override PartName="/ppt/ink/ink74.xml" ContentType="application/inkml+xml"/>
  <Override PartName="/ppt/ink/ink75.xml" ContentType="application/inkml+xml"/>
  <Override PartName="/ppt/notesSlides/notesSlide56.xml" ContentType="application/vnd.openxmlformats-officedocument.presentationml.notesSlide+xml"/>
  <Override PartName="/ppt/ink/ink76.xml" ContentType="application/inkml+xml"/>
  <Override PartName="/ppt/ink/ink77.xml" ContentType="application/inkml+xml"/>
  <Override PartName="/ppt/ink/ink78.xml" ContentType="application/inkml+xml"/>
  <Override PartName="/ppt/ink/ink79.xml" ContentType="application/inkml+xml"/>
  <Override PartName="/ppt/notesSlides/notesSlide57.xml" ContentType="application/vnd.openxmlformats-officedocument.presentationml.notesSlide+xml"/>
  <Override PartName="/ppt/ink/ink80.xml" ContentType="application/inkml+xml"/>
  <Override PartName="/ppt/ink/ink81.xml" ContentType="application/inkml+xml"/>
  <Override PartName="/ppt/ink/ink82.xml" ContentType="application/inkml+xml"/>
  <Override PartName="/ppt/ink/ink83.xml" ContentType="application/inkml+xml"/>
  <Override PartName="/ppt/notesSlides/notesSlide58.xml" ContentType="application/vnd.openxmlformats-officedocument.presentationml.notesSlide+xml"/>
  <Override PartName="/ppt/ink/ink84.xml" ContentType="application/inkml+xml"/>
  <Override PartName="/ppt/ink/ink85.xml" ContentType="application/inkml+xml"/>
  <Override PartName="/ppt/notesSlides/notesSlide59.xml" ContentType="application/vnd.openxmlformats-officedocument.presentationml.notesSlide+xml"/>
  <Override PartName="/ppt/ink/ink86.xml" ContentType="application/inkml+xml"/>
  <Override PartName="/ppt/ink/ink87.xml" ContentType="application/inkml+xml"/>
  <Override PartName="/ppt/notesSlides/notesSlide60.xml" ContentType="application/vnd.openxmlformats-officedocument.presentationml.notesSlide+xml"/>
  <Override PartName="/ppt/ink/ink88.xml" ContentType="application/inkml+xml"/>
  <Override PartName="/ppt/ink/ink89.xml" ContentType="application/inkml+xml"/>
  <Override PartName="/ppt/notesSlides/notesSlide61.xml" ContentType="application/vnd.openxmlformats-officedocument.presentationml.notesSlide+xml"/>
  <Override PartName="/ppt/ink/ink90.xml" ContentType="application/inkml+xml"/>
  <Override PartName="/ppt/notesSlides/notesSlide62.xml" ContentType="application/vnd.openxmlformats-officedocument.presentationml.notesSlide+xml"/>
  <Override PartName="/ppt/ink/ink91.xml" ContentType="application/inkml+xml"/>
  <Override PartName="/ppt/notesSlides/notesSlide63.xml" ContentType="application/vnd.openxmlformats-officedocument.presentationml.notesSlide+xml"/>
  <Override PartName="/ppt/ink/ink92.xml" ContentType="application/inkml+xml"/>
  <Override PartName="/ppt/notesSlides/notesSlide64.xml" ContentType="application/vnd.openxmlformats-officedocument.presentationml.notesSlide+xml"/>
  <Override PartName="/ppt/ink/ink93.xml" ContentType="application/inkml+xml"/>
  <Override PartName="/ppt/ink/ink94.xml" ContentType="application/inkml+xml"/>
  <Override PartName="/ppt/ink/ink95.xml" ContentType="application/inkml+xml"/>
  <Override PartName="/ppt/ink/ink96.xml" ContentType="application/inkml+xml"/>
  <Override PartName="/ppt/notesSlides/notesSlide65.xml" ContentType="application/vnd.openxmlformats-officedocument.presentationml.notesSlide+xml"/>
  <Override PartName="/ppt/ink/ink97.xml" ContentType="application/inkml+xml"/>
  <Override PartName="/ppt/ink/ink98.xml" ContentType="application/inkml+xml"/>
  <Override PartName="/ppt/ink/ink99.xml" ContentType="application/inkml+xml"/>
  <Override PartName="/ppt/notesSlides/notesSlide66.xml" ContentType="application/vnd.openxmlformats-officedocument.presentationml.notesSlide+xml"/>
  <Override PartName="/ppt/ink/ink100.xml" ContentType="application/inkml+xml"/>
  <Override PartName="/ppt/ink/ink101.xml" ContentType="application/inkml+xml"/>
  <Override PartName="/ppt/ink/ink102.xml" ContentType="application/inkml+xml"/>
  <Override PartName="/ppt/notesSlides/notesSlide67.xml" ContentType="application/vnd.openxmlformats-officedocument.presentationml.notesSlide+xml"/>
  <Override PartName="/ppt/ink/ink103.xml" ContentType="application/inkml+xml"/>
  <Override PartName="/ppt/ink/ink104.xml" ContentType="application/inkml+xml"/>
  <Override PartName="/ppt/ink/ink10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85"/>
  </p:notesMasterIdLst>
  <p:handoutMasterIdLst>
    <p:handoutMasterId r:id="rId86"/>
  </p:handoutMasterIdLst>
  <p:sldIdLst>
    <p:sldId id="256" r:id="rId2"/>
    <p:sldId id="391" r:id="rId3"/>
    <p:sldId id="558" r:id="rId4"/>
    <p:sldId id="557" r:id="rId5"/>
    <p:sldId id="617" r:id="rId6"/>
    <p:sldId id="618" r:id="rId7"/>
    <p:sldId id="449" r:id="rId8"/>
    <p:sldId id="553" r:id="rId9"/>
    <p:sldId id="554" r:id="rId10"/>
    <p:sldId id="555" r:id="rId11"/>
    <p:sldId id="556" r:id="rId12"/>
    <p:sldId id="450" r:id="rId13"/>
    <p:sldId id="457" r:id="rId14"/>
    <p:sldId id="456" r:id="rId15"/>
    <p:sldId id="451" r:id="rId16"/>
    <p:sldId id="455" r:id="rId17"/>
    <p:sldId id="454" r:id="rId18"/>
    <p:sldId id="453" r:id="rId19"/>
    <p:sldId id="544" r:id="rId20"/>
    <p:sldId id="545" r:id="rId21"/>
    <p:sldId id="546" r:id="rId22"/>
    <p:sldId id="530" r:id="rId23"/>
    <p:sldId id="541" r:id="rId24"/>
    <p:sldId id="542" r:id="rId25"/>
    <p:sldId id="531" r:id="rId26"/>
    <p:sldId id="532" r:id="rId27"/>
    <p:sldId id="533" r:id="rId28"/>
    <p:sldId id="534" r:id="rId29"/>
    <p:sldId id="535" r:id="rId30"/>
    <p:sldId id="536" r:id="rId31"/>
    <p:sldId id="537" r:id="rId32"/>
    <p:sldId id="543" r:id="rId33"/>
    <p:sldId id="547" r:id="rId34"/>
    <p:sldId id="548" r:id="rId35"/>
    <p:sldId id="549" r:id="rId36"/>
    <p:sldId id="550" r:id="rId37"/>
    <p:sldId id="551" r:id="rId38"/>
    <p:sldId id="552" r:id="rId39"/>
    <p:sldId id="559" r:id="rId40"/>
    <p:sldId id="561" r:id="rId41"/>
    <p:sldId id="560" r:id="rId42"/>
    <p:sldId id="562" r:id="rId43"/>
    <p:sldId id="563" r:id="rId44"/>
    <p:sldId id="591" r:id="rId45"/>
    <p:sldId id="592" r:id="rId46"/>
    <p:sldId id="593" r:id="rId47"/>
    <p:sldId id="596" r:id="rId48"/>
    <p:sldId id="597" r:id="rId49"/>
    <p:sldId id="598" r:id="rId50"/>
    <p:sldId id="601" r:id="rId51"/>
    <p:sldId id="602" r:id="rId52"/>
    <p:sldId id="603" r:id="rId53"/>
    <p:sldId id="604" r:id="rId54"/>
    <p:sldId id="605" r:id="rId55"/>
    <p:sldId id="606" r:id="rId56"/>
    <p:sldId id="607" r:id="rId57"/>
    <p:sldId id="608" r:id="rId58"/>
    <p:sldId id="609" r:id="rId59"/>
    <p:sldId id="610" r:id="rId60"/>
    <p:sldId id="599" r:id="rId61"/>
    <p:sldId id="611" r:id="rId62"/>
    <p:sldId id="612" r:id="rId63"/>
    <p:sldId id="613" r:id="rId64"/>
    <p:sldId id="614" r:id="rId65"/>
    <p:sldId id="615" r:id="rId66"/>
    <p:sldId id="616" r:id="rId67"/>
    <p:sldId id="619" r:id="rId68"/>
    <p:sldId id="620" r:id="rId69"/>
    <p:sldId id="621" r:id="rId70"/>
    <p:sldId id="622" r:id="rId71"/>
    <p:sldId id="623" r:id="rId72"/>
    <p:sldId id="624" r:id="rId73"/>
    <p:sldId id="625" r:id="rId74"/>
    <p:sldId id="626" r:id="rId75"/>
    <p:sldId id="627" r:id="rId76"/>
    <p:sldId id="629" r:id="rId77"/>
    <p:sldId id="630" r:id="rId78"/>
    <p:sldId id="631" r:id="rId79"/>
    <p:sldId id="632" r:id="rId80"/>
    <p:sldId id="633" r:id="rId81"/>
    <p:sldId id="634" r:id="rId82"/>
    <p:sldId id="635" r:id="rId83"/>
    <p:sldId id="636" r:id="rId8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7D1BF4-5A65-4AEE-9A68-2E66F2371F8D}">
          <p14:sldIdLst>
            <p14:sldId id="256"/>
          </p14:sldIdLst>
        </p14:section>
        <p14:section name="Lecture" id="{D1AEDBE2-3BAB-4481-A334-91B5260DFC5A}">
          <p14:sldIdLst>
            <p14:sldId id="391"/>
            <p14:sldId id="558"/>
            <p14:sldId id="557"/>
            <p14:sldId id="617"/>
            <p14:sldId id="618"/>
            <p14:sldId id="449"/>
            <p14:sldId id="553"/>
            <p14:sldId id="554"/>
            <p14:sldId id="555"/>
            <p14:sldId id="556"/>
            <p14:sldId id="450"/>
            <p14:sldId id="457"/>
            <p14:sldId id="456"/>
            <p14:sldId id="451"/>
            <p14:sldId id="455"/>
            <p14:sldId id="454"/>
            <p14:sldId id="453"/>
            <p14:sldId id="544"/>
            <p14:sldId id="545"/>
            <p14:sldId id="546"/>
            <p14:sldId id="530"/>
            <p14:sldId id="541"/>
            <p14:sldId id="542"/>
            <p14:sldId id="531"/>
            <p14:sldId id="532"/>
            <p14:sldId id="533"/>
            <p14:sldId id="534"/>
            <p14:sldId id="535"/>
            <p14:sldId id="536"/>
            <p14:sldId id="537"/>
            <p14:sldId id="543"/>
            <p14:sldId id="547"/>
            <p14:sldId id="548"/>
            <p14:sldId id="549"/>
            <p14:sldId id="550"/>
            <p14:sldId id="551"/>
            <p14:sldId id="552"/>
            <p14:sldId id="559"/>
            <p14:sldId id="561"/>
            <p14:sldId id="560"/>
            <p14:sldId id="562"/>
            <p14:sldId id="563"/>
            <p14:sldId id="591"/>
            <p14:sldId id="592"/>
            <p14:sldId id="593"/>
            <p14:sldId id="596"/>
            <p14:sldId id="597"/>
            <p14:sldId id="598"/>
            <p14:sldId id="601"/>
            <p14:sldId id="602"/>
            <p14:sldId id="603"/>
            <p14:sldId id="604"/>
            <p14:sldId id="605"/>
            <p14:sldId id="606"/>
            <p14:sldId id="607"/>
            <p14:sldId id="608"/>
            <p14:sldId id="609"/>
            <p14:sldId id="610"/>
            <p14:sldId id="599"/>
            <p14:sldId id="611"/>
            <p14:sldId id="612"/>
            <p14:sldId id="613"/>
            <p14:sldId id="614"/>
            <p14:sldId id="615"/>
            <p14:sldId id="616"/>
            <p14:sldId id="619"/>
            <p14:sldId id="620"/>
            <p14:sldId id="621"/>
            <p14:sldId id="622"/>
            <p14:sldId id="623"/>
            <p14:sldId id="624"/>
            <p14:sldId id="625"/>
            <p14:sldId id="626"/>
            <p14:sldId id="627"/>
            <p14:sldId id="629"/>
            <p14:sldId id="630"/>
            <p14:sldId id="631"/>
            <p14:sldId id="632"/>
            <p14:sldId id="633"/>
            <p14:sldId id="634"/>
            <p14:sldId id="635"/>
            <p14:sldId id="63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33"/>
    <a:srgbClr val="000000"/>
    <a:srgbClr val="CC66FF"/>
    <a:srgbClr val="003300"/>
    <a:srgbClr val="00C072"/>
    <a:srgbClr val="AD7836"/>
    <a:srgbClr val="C79351"/>
    <a:srgbClr val="343434"/>
    <a:srgbClr val="FFFF99"/>
    <a:srgbClr val="CF54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5" autoAdjust="0"/>
    <p:restoredTop sz="90625" autoAdjust="0"/>
  </p:normalViewPr>
  <p:slideViewPr>
    <p:cSldViewPr snapToGrid="0">
      <p:cViewPr varScale="1">
        <p:scale>
          <a:sx n="80" d="100"/>
          <a:sy n="80" d="100"/>
        </p:scale>
        <p:origin x="126" y="151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07B03B-1818-36DE-BC71-1589B71606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EA4BC83-76BB-54B2-47A7-AAFA77B1C2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57C5F-FDF1-4461-8BEB-7B650942ABC1}" type="datetimeFigureOut">
              <a:rPr lang="en-US" smtClean="0"/>
              <a:t>6/25/2025</a:t>
            </a:fld>
            <a:endParaRPr lang="en-US" dirty="0"/>
          </a:p>
        </p:txBody>
      </p:sp>
      <p:sp>
        <p:nvSpPr>
          <p:cNvPr id="4" name="Footer Placeholder 3">
            <a:extLst>
              <a:ext uri="{FF2B5EF4-FFF2-40B4-BE49-F238E27FC236}">
                <a16:creationId xmlns:a16="http://schemas.microsoft.com/office/drawing/2014/main" id="{598D7078-B9EC-077B-AAB1-78843354F1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Information hiding</a:t>
            </a:r>
          </a:p>
        </p:txBody>
      </p:sp>
      <p:sp>
        <p:nvSpPr>
          <p:cNvPr id="5" name="Slide Number Placeholder 4">
            <a:extLst>
              <a:ext uri="{FF2B5EF4-FFF2-40B4-BE49-F238E27FC236}">
                <a16:creationId xmlns:a16="http://schemas.microsoft.com/office/drawing/2014/main" id="{6E9E3C49-2DA4-5229-FC07-AF5C64561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65E7CF-5076-4F3B-B76A-DA09674628C1}" type="slidenum">
              <a:rPr lang="en-US" smtClean="0"/>
              <a:t>‹#›</a:t>
            </a:fld>
            <a:endParaRPr lang="en-US" dirty="0"/>
          </a:p>
        </p:txBody>
      </p:sp>
    </p:spTree>
    <p:extLst>
      <p:ext uri="{BB962C8B-B14F-4D97-AF65-F5344CB8AC3E}">
        <p14:creationId xmlns:p14="http://schemas.microsoft.com/office/powerpoint/2010/main" val="2432438872"/>
      </p:ext>
    </p:extLst>
  </p:cSld>
  <p:clrMap bg1="lt1" tx1="dk1" bg2="lt2" tx2="dk2" accent1="accent1" accent2="accent2" accent3="accent3" accent4="accent4" accent5="accent5" accent6="accent6" hlink="hlink" folHlink="folHlink"/>
  <p:hf sldNum="0"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6:30:25.707"/>
    </inkml:context>
    <inkml:brush xml:id="br0">
      <inkml:brushProperty name="width" value="0.35" units="cm"/>
      <inkml:brushProperty name="height" value="0.35" units="cm"/>
      <inkml:brushProperty name="color" value="#FFFFFF"/>
    </inkml:brush>
  </inkml:definitions>
  <inkml:trace contextRef="#ctx0" brushRef="#br0">143 538 24575,'0'-2'0,"0"1"0,1 0 0,-1 0 0,1 0 0,-1-1 0,1 1 0,0 0 0,-1 0 0,1 0 0,0 0 0,0 0 0,0 0 0,0 0 0,0 1 0,0-1 0,0 0 0,0 0 0,0 1 0,0-1 0,0 0 0,1 1 0,-1 0 0,0-1 0,0 1 0,2-1 0,43-10 0,-25 6 0,122-28 0,-63 16 0,-18 6 0,-43 9 0,-1-1 0,1-1 0,-1-1 0,23-9 0,-101-9 0,58 22 0,-1 0 0,0-1 0,1 0 0,0 0 0,-1 1 0,1-1 0,0-1 0,0 1 0,0 0 0,0 0 0,0-1 0,1 1 0,-1-1 0,1 0 0,-1 1 0,1-1 0,0 0 0,-1-5 0,1 6 0,1-1 0,0 1 0,0 0 0,0 0 0,1 0 0,-1 0 0,0 0 0,1 0 0,-1 0 0,1 0 0,0 0 0,0 0 0,0 0 0,0 0 0,0 1 0,0-1 0,0 0 0,0 1 0,1-1 0,-1 0 0,1 1 0,-1 0 0,1-1 0,0 1 0,-1 0 0,1 0 0,0 0 0,2-1 0,36-15 0,0 1 0,1 3 0,1 1 0,0 2 0,53-6 0,32-8 0,102-9 0,-178 27 0,1 1 0,54 4 0,-84 1 0,-98-1 0,-144-18 0,109 8 0,1 5 0,-116 8 0,64 0 0,-386-2 0,1716 0 0,-1155-1-38,1-1 0,-1 0 0,1-1 0,-1 0 0,0-2-1,0 1 1,15-9 0,-13 7-12,0 0 0,1 0 0,-1 1 0,31-4 0,-11 7 110,-27 3-23,-1-1-1,0 0 1,1 0 0,-1-1-1,0 0 1,0-1-1,0 1 1,1-1 0,-2-1-1,10-3 1,-16 6-36,1 0 1,-1 0-1,0 0 1,0-1-1,0 1 1,0 0-1,0 0 1,0 0-1,0 0 1,0 0-1,0 0 1,0 0-1,0 0 1,0-1-1,1 1 1,-1 0-1,0 0 1,0 0-1,0 0 1,0 0-1,0 0 1,0-1-1,0 1 1,0 0-1,0 0 1,0 0-1,0 0 1,0 0-1,-1-1 1,1 1-1,0 0 1,0 0-1,0 0 1,0 0-1,0 0 1,0 0-1,0 0 1,0 0-1,0-1 1,0 1-1,0 0 1,0 0-1,-1 0 1,1 0-1,0 0 1,0 0-1,0 0 1,0 0-1,0 0 1,0 0-1,0 0 1,-1 0-1,1 0 1,0 0-1,0 0 1,0-1-1,0 1 1,-15-4 11,-15-1-21,-394 0 33,229 7-774,-358-2 1473,965 0-724,-393 2-210,1 0-1,-1 2 0,0 0 0,0 0 1,31 14-1,-27-10-73,0 0 0,1-2 0,26 4-1,229 25 1,15-1-1612,-40-4 1516,1 4-2569,-165-19 1202,39 3 1502,16-1 511,37 2 750,-167-17-531,0 0 1,0 1 0,0 1-1,0 0 1,-1 1 0,22 10-1,-18-7 251,2-1 0,29 8 1,-227-14 2275,16 1-3251,-139-5-376,180-12 615,66 6 0,-71 0 0,83 6 0,-83-16 0,62 8 0,0-3 0,-28-3 0,87 17-1,-5 0 16,0-1 1,0 0 0,0 0 0,0-1 0,0-1 0,0 1 0,1-2 0,-16-11 652,37 11-554,12 1-168,50 2-1311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5:35:46.169"/>
    </inkml:context>
    <inkml:brush xml:id="br0">
      <inkml:brushProperty name="width" value="0.35" units="cm"/>
      <inkml:brushProperty name="height" value="0.35" units="cm"/>
      <inkml:brushProperty name="color" value="#FFFFFF"/>
    </inkml:brush>
  </inkml:definitions>
  <inkml:trace contextRef="#ctx0" brushRef="#br0">0 1 24575,'1011'0'0,"-1576"0"-1365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5:40:28.948"/>
    </inkml:context>
    <inkml:brush xml:id="br0">
      <inkml:brushProperty name="width" value="0.35" units="cm"/>
      <inkml:brushProperty name="height" value="0.35" units="cm"/>
      <inkml:brushProperty name="color" value="#FFFFFF"/>
    </inkml:brush>
  </inkml:definitions>
  <inkml:trace contextRef="#ctx0" brushRef="#br0">0 2 24575,'6'0'0,"30"-2"0,-1 2 0,1 2 0,-1 1 0,0 2 0,0 1 0,49 16 0,-21-1 0,-31-12 0,38 18 0,-26-5 0,-23-10 0,1-2 0,0-1 0,27 8 0,179 43 0,-148-47 0,-481-15 0,536 1 76,158 3-989,-174 14 811,-72-8-425,54 1 0,603-8-16,-339-3 1154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5:35:46.169"/>
    </inkml:context>
    <inkml:brush xml:id="br0">
      <inkml:brushProperty name="width" value="0.35" units="cm"/>
      <inkml:brushProperty name="height" value="0.35" units="cm"/>
      <inkml:brushProperty name="color" value="#FFFFFF"/>
    </inkml:brush>
  </inkml:definitions>
  <inkml:trace contextRef="#ctx0" brushRef="#br0">0 1 24575,'1011'0'0,"-1576"0"-1365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5:40:28.948"/>
    </inkml:context>
    <inkml:brush xml:id="br0">
      <inkml:brushProperty name="width" value="0.35" units="cm"/>
      <inkml:brushProperty name="height" value="0.35" units="cm"/>
      <inkml:brushProperty name="color" value="#FFFFFF"/>
    </inkml:brush>
  </inkml:definitions>
  <inkml:trace contextRef="#ctx0" brushRef="#br0">0 2 24575,'6'0'0,"30"-2"0,-1 2 0,1 2 0,-1 1 0,0 2 0,0 1 0,49 16 0,-21-1 0,-31-12 0,38 18 0,-26-5 0,-23-10 0,1-2 0,0-1 0,27 8 0,179 43 0,-148-47 0,-481-15 0,536 1 76,158 3-989,-174 14 811,-72-8-425,54 1 0,603-8-16,-339-3 1154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6:13:59.929"/>
    </inkml:context>
    <inkml:brush xml:id="br0">
      <inkml:brushProperty name="width" value="0.35" units="cm"/>
      <inkml:brushProperty name="height" value="0.35" units="cm"/>
      <inkml:brushProperty name="color" value="#FFFFFF"/>
    </inkml:brush>
  </inkml:definitions>
  <inkml:trace contextRef="#ctx0" brushRef="#br0">3042 3 24575,'-56'-1'0,"24"0"0,0 1 0,0 1 0,0 2 0,-39 8 0,15 0 0,-90 6 0,19-3 0,54-7 0,-136-4 0,-3 0 0,108 13 0,72-9 0,-60 3 0,-612-8 0,340-4 0,-303 2 0,721 0 0,1 3 0,76 14 0,-87-11 0,0-2 0,48-2 0,-48-1 0,-1 1 0,53 9 0,239 44 0,-260-43 0,-26-4 0,95 5 0,-131-14 0,1 1 0,0 1 0,-1 0 0,1 1 0,-1 0 0,1 1 0,-1 1 0,25 9 0,-17-4 0,1-1 0,0-1 0,0-1 0,0-1 0,1-1 0,33 2 0,143-7 0,-83-3 0,1064 4-1365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6:04:30.618"/>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6:04:36.144"/>
    </inkml:context>
    <inkml:brush xml:id="br0">
      <inkml:brushProperty name="width" value="0.35" units="cm"/>
      <inkml:brushProperty name="height" value="0.35" units="cm"/>
      <inkml:brushProperty name="color" value="#FFFFFF"/>
    </inkml:brush>
  </inkml:definitions>
  <inkml:trace contextRef="#ctx0" brushRef="#br0">7879 130 24575,'28'1'0,"0"1"0,0 2 0,36 8 0,-18 5 0,-38-13 0,1-1 0,0 1 0,1-2 0,14 4 0,-39-6 0,-35 0 0,-90-11 0,117 8 0,-45-3 0,46 6 0,0-2 0,-29-5 0,12 1 0,1 2 0,-1 1 0,-77 6 0,23-1 0,20-1 0,4 0 0,-127-14 0,137 7 0,-1 3 0,-82 5 0,-57-2 0,129-9 0,43 4 0,-45 0 0,-617 6 0,479-20 0,156 19 0,-40 1 0,-136-16 0,193 11 0,-55 3 0,62 1 0,0 0 0,-1-2 0,-31-6 0,31 3 0,0 2 0,-1 1 0,1 2 0,-36 4 0,32-2 0,-1-1 0,-65-6 0,34-13 0,52 13 0,0 1 0,0 1 0,0 0 0,-26-2 0,-57 7 0,-57-3 0,89-8 0,40 5 0,-47-2 0,-894 7 0,956 0 0,-1 0 0,0 1 0,1 1 0,-1 0 0,-15 6 0,15-5 0,0 0 0,-1-1 0,0 0 0,-17 2 0,-86 3 0,-62 2 0,125-10 0,-92 14 0,85-9 0,1-1 0,-77-7 0,25 1 0,46 2 0,-111 14 0,118-8 0,0-3 0,-82-5 0,29-1 0,-540 3 0,460-19 0,86 17 0,-162 5 0,241 0 0,-1 0 0,-43 13 0,70-16 0,-1 0 0,1 0 0,0 0 0,0 0 0,0 0 0,0 0 0,-1 0 0,1 0 0,0 0 0,0 0 0,0 0 0,0 0 0,0 0 0,-1 0 0,1 0 0,0 0 0,0 0 0,0 0 0,0 0 0,0 0 0,-1 1 0,1-1 0,0 0 0,0 0 0,0 0 0,0 0 0,0 0 0,0 0 0,0 0 0,0 1 0,-1-1 0,1 0 0,0 0 0,0 0 0,0 0 0,0 0 0,0 0 0,0 1 0,0-1 0,0 0 0,0 0 0,0 0 0,0 0 0,0 1 0,0-1 0,0 0 0,0 0 0,0 0 0,0 0 0,0 0 0,0 1 0,0-1 0,0 0 0,0 0 0,0 0 0,1 0 0,-1 0 0,0 1 0,0-1 0,0 0 0,0 0 0,0 0 0,15 6 0,27 4 0,-39-9 0,214 26 0,-176-24 0,-24-3 0,0 1 0,0 1 0,0 1 0,0 0 0,23 9 0,-21-7 0,1 0 0,-1-1 0,1-2 0,0 0 0,0-1 0,23-1 0,-13 0 0,53 6 0,-33 0 0,0-3 0,90-4 0,38 1 0,-115 9 0,21 1 0,2614-8 84,-1292-5-1533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6:04:38.136"/>
    </inkml:context>
    <inkml:brush xml:id="br0">
      <inkml:brushProperty name="width" value="0.35" units="cm"/>
      <inkml:brushProperty name="height" value="0.35" units="cm"/>
      <inkml:brushProperty name="color" value="#FFFFFF"/>
    </inkml:brush>
  </inkml:definitions>
  <inkml:trace contextRef="#ctx0" brushRef="#br0">628 2 24575,'48'0'0,"-16"-1"0,1 1 0,0 2 0,50 9 0,-75-9 0,17 3 0,-1 1 0,25 11 0,-24-9 0,-1-1 0,1-1 0,0-2 0,45 3 0,27 5 0,33 1 0,-33-5 0,-43-4 0,96-4 0,19 0 0,-100 9 0,-41-4 0,44 1 0,-18-6 0,90 13 0,-84-7 0,0-3 0,76-6 0,-25 1 0,-29 0 0,90 4 0,-45 16 0,-120-17 0,1 1 0,-1-1 0,0 1 0,0 0 0,0 1 0,0 0 0,-1 0 0,1 0 0,11 9 0,19 8 0,-37-20 0,1 0 0,-1 0 0,0 1 0,0-1 0,0 0 0,0 0 0,0 0 0,0 0 0,0 0 0,0 0 0,0 0 0,0 0 0,1 0 0,-1 1 0,0-1 0,0 0 0,0 0 0,0 0 0,0 0 0,0 0 0,0 0 0,0 1 0,0-1 0,0 0 0,0 0 0,0 0 0,0 0 0,0 0 0,0 0 0,0 1 0,0-1 0,0 0 0,0 0 0,0 0 0,0 0 0,-1 0 0,1 0 0,0 0 0,0 1 0,0-1 0,0 0 0,0 0 0,0 0 0,0 0 0,0 0 0,0 0 0,0 0 0,-1 0 0,1 0 0,0 0 0,0 0 0,0 1 0,0-1 0,0 0 0,0 0 0,-1 0 0,1 0 0,0 0 0,0 0 0,0 0 0,0 0 0,0 0 0,0 0 0,-1 0 0,1 0 0,0 0 0,-18 6 0,-20 3 0,-131 6 0,-66 3 0,192-14 0,-48-3 0,58-2 0,-1 2 0,-66 10 0,55-5 0,0-2 0,0-1 0,-68-6 0,14 0 0,-44 13 0,-7-1 0,-1398-10 0,1481-8 124,23 2-1613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6:04:47.902"/>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01:32.894"/>
    </inkml:context>
    <inkml:brush xml:id="br0">
      <inkml:brushProperty name="width" value="0.35" units="cm"/>
      <inkml:brushProperty name="height" value="0.35" units="cm"/>
      <inkml:brushProperty name="color" value="#FFFFFF"/>
    </inkml:brush>
  </inkml:definitions>
  <inkml:trace contextRef="#ctx0" brushRef="#br0">155 0 24575,'0'1761'0,"-1"-1735"0,-2 0 0,-10 44 0,7-41 0,-4 48 0,8 1 0,3-49 0,-1 0 0,-2-1 0,-9 49 0,5-49 0,3-1 0,-2 32 0,-4 36 0,6-84 0,-1 1 0,0-1 0,0 0 0,-7 12 0,-13 33 0,19-28 0,0 1 0,2 0 0,1 55 0,2-53 0,-1 1 0,-2-1 0,-6 31 0,2-32-1365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08:47:09.495"/>
    </inkml:context>
    <inkml:brush xml:id="br0">
      <inkml:brushProperty name="width" value="0.35" units="cm"/>
      <inkml:brushProperty name="height" value="0.35" units="cm"/>
      <inkml:brushProperty name="color" value="#FFFFFF"/>
    </inkml:brush>
  </inkml:definitions>
  <inkml:trace contextRef="#ctx0" brushRef="#br0">1 0 24575,'0'4'0,"0"6"0,0 0 0,0-1 0,1 1 0,0 0 0,1-1 0,0 1 0,4 9 0,12 20 0,-2 1 0,-1 0 0,-2 1 0,8 53 0,-12-16 0,9 48 0,-12-84 0,-1 1 0,-3 0 0,-3 60 0,-1-61 0,2-1 0,2 1 0,11 66 0,-5-62 0,-3 1 0,-1 0 0,-4 56 0,4 45 0,12-53 0,-10-67 0,4 46 0,-9 97 0,-3-110 0,3 0 0,13 94 0,0-42 0,-6 1 0,-8 177 0,-2-118 0,2-170-25,-1 25-310,2-1 0,1 1 0,9 49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0:39.347"/>
    </inkml:context>
    <inkml:brush xml:id="br0">
      <inkml:brushProperty name="width" value="0.35" units="cm"/>
      <inkml:brushProperty name="height" value="0.35" units="cm"/>
      <inkml:brushProperty name="color" value="#FFFFFF"/>
    </inkml:brush>
  </inkml:definitions>
  <inkml:trace contextRef="#ctx0" brushRef="#br0">351 93 24575,'-44'1'0,"-1"-2"0,0-1 0,1-3 0,-1-2 0,-62-18 0,106 25 0,0 0 0,0 0 0,0-1 0,-1 1 0,1-1 0,0 1 0,0-1 0,0 1 0,0-1 0,0 1 0,0-1 0,0 0 0,0 0 0,0 0 0,0 1 0,0-1 0,1 0 0,-2-2 0,2 2 0,0 1 0,0-1 0,0 1 0,1-1 0,-1 1 0,0-1 0,1 0 0,-1 1 0,0-1 0,1 1 0,-1 0 0,1-1 0,-1 1 0,1-1 0,-1 1 0,1 0 0,-1-1 0,1 1 0,-1 0 0,1-1 0,0 1 0,-1 0 0,1 0 0,-1 0 0,2-1 0,55-11 0,-47 10 0,14-3 0,0 1 0,1 1 0,0 1 0,0 1 0,0 1 0,-1 1 0,47 9 0,-34-4 0,0-2 0,1-1 0,-1-2 0,45-5 0,12 2 0,1017 2 0,-900 19 0,582-20-1365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0:39.347"/>
    </inkml:context>
    <inkml:brush xml:id="br0">
      <inkml:brushProperty name="width" value="0.35" units="cm"/>
      <inkml:brushProperty name="height" value="0.35" units="cm"/>
      <inkml:brushProperty name="color" value="#FFFFFF"/>
    </inkml:brush>
  </inkml:definitions>
  <inkml:trace contextRef="#ctx0" brushRef="#br0">351 93 24575,'-44'1'0,"-1"-2"0,0-1 0,1-3 0,-1-2 0,-62-18 0,106 25 0,0 0 0,0 0 0,0-1 0,-1 1 0,1-1 0,0 1 0,0-1 0,0 1 0,0-1 0,0 1 0,0-1 0,0 0 0,0 0 0,0 0 0,0 1 0,0-1 0,1 0 0,-2-2 0,2 2 0,0 1 0,0-1 0,0 1 0,1-1 0,-1 1 0,0-1 0,1 0 0,-1 1 0,0-1 0,1 1 0,-1 0 0,1-1 0,-1 1 0,1-1 0,-1 1 0,1 0 0,-1-1 0,1 1 0,-1 0 0,1-1 0,0 1 0,-1 0 0,1 0 0,-1 0 0,2-1 0,55-11 0,-47 10 0,14-3 0,0 1 0,1 1 0,0 1 0,0 1 0,0 1 0,-1 1 0,47 9 0,-34-4 0,0-2 0,1-1 0,-1-2 0,45-5 0,12 2 0,1017 2 0,-900 19 0,582-20-1365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40:40.424"/>
    </inkml:context>
    <inkml:brush xml:id="br0">
      <inkml:brushProperty name="width" value="0.35" units="cm"/>
      <inkml:brushProperty name="height" value="0.35" units="cm"/>
      <inkml:brushProperty name="color" value="#FFFFFF"/>
    </inkml:brush>
  </inkml:definitions>
  <inkml:trace contextRef="#ctx0" brushRef="#br0">1 303 24575,'944'0'0,"-972"-2"0,1-1 0,-49-13 0,32 6 0,-12-2 0,22 4 0,0 1 0,-42-2 0,70 9 0,-45-6 0,49 6 0,1-1 0,-1 1 0,1 0 0,-1-1 0,1 1 0,-1-1 0,1 1 0,-1-1 0,1 0 0,0 0 0,-1 1 0,1-1 0,0 0 0,0 0 0,0 0 0,0 0 0,0-1 0,0 1 0,0 0 0,0 0 0,0-1 0,0 1 0,0 0 0,1-1 0,-1 1 0,1-1 0,-1-2 0,1 3 0,1-1 0,-1 0 0,1 1 0,0-1 0,0 1 0,0-1 0,0 1 0,0-1 0,0 1 0,0-1 0,0 1 0,1 0 0,-1 0 0,0 0 0,1 0 0,-1 0 0,1 0 0,0 0 0,-1 0 0,3 0 0,36-17 0,-16 12 0,0 0 0,0 2 0,1 1 0,-1 1 0,26 1 0,-538 3 0,477-2 0,0-1 0,0 0 0,-1-1 0,1 0 0,0-1 0,1 0 0,-1-1 0,0 0 0,1-1 0,0 0 0,0 0 0,-15-12 0,25 17 0,0 0 0,0 0 0,0 0 0,0 0 0,-1 0 0,1 0 0,0 0 0,0 0 0,0-1 0,0 1 0,0 0 0,0 0 0,0 0 0,0 0 0,0 0 0,0 0 0,0 0 0,0 0 0,0-1 0,0 1 0,0 0 0,0 0 0,0 0 0,0 0 0,0 0 0,0 0 0,0 0 0,0-1 0,0 1 0,0 0 0,0 0 0,0 0 0,0 0 0,0 0 0,0 0 0,0 0 0,0 0 0,0-1 0,0 1 0,0 0 0,0 0 0,0 0 0,0 0 0,0 0 0,0 0 0,1 0 0,-1 0 0,0 0 0,0 0 0,0 0 0,0-1 0,0 1 0,0 0 0,0 0 0,0 0 0,1 0 0,-1 0 0,0 0 0,0 0 0,0 0 0,0 0 0,0 0 0,0 0 0,0 0 0,1 0 0,-1 0 0,0 0 0,0 0 0,16 1 0,20 5 0,-35-6 0,79 19 0,-41-9 0,1-2 0,60 6 0,129 6 0,-136-12 0,100-4 0,-153-4 0,-453 0 0,549 2 0,162-5 0,-247-3 0,77-18 0,-105 17-246,-1-1 0,25-12-1,24-9 166,69-14 765,-139 43-680,0 0 1,0 0-1,0 0 1,0 0-1,0-1 1,0 1 0,0 0-1,0-1 1,0 1-1,-1 0 1,1-1 0,0 1-1,0-1 1,0 1-1,-1-1 1,1 0 0,0 1-1,0-1 1,-1 0-1,1 1 1,-1-1 0,1 0-1,-1 0 1,1 0-1,-1 0 1,1 1 0,0-3-1,-2 2-3,-1 0 1,1 1-1,0-1 0,0 0 1,0 0-1,-1 1 1,1-1-1,0 0 0,-1 1 1,1-1-1,-1 1 0,1 0 1,-1 0-1,-2-1 0,-61-4-13,45 5 12,0 1 0,1 1 0,-1 1 0,1 1 0,-1 0 0,1 2 0,0 0 0,1 1 0,0 1 0,-21 12 0,19-8 0,-1-1 0,0-1 0,0-1 0,-1 0 0,0-2 0,-1-1 0,-25 5 0,-176 22 0,215-32 0,3-1 0,0 1 0,-1-1 0,1 1 0,0 1 0,0-1 0,0 1 0,0 0 0,1 0 0,-1 0 0,-7 5 0,13-6 0,1-1 0,-1 1 0,0-1 0,1 1 0,-1-1 0,0 1 0,1-1 0,-1 1 0,1-1 0,-1 1 0,1-1 0,-1 0 0,1 1 0,-1-1 0,1 0 0,0 1 0,-1-1 0,1 0 0,-1 0 0,1 0 0,0 1 0,-1-1 0,1 0 0,-1 0 0,1 0 0,0 0 0,-1 0 0,1 0 0,0 0 0,0-1 0,25 5 0,-1-3-273,0 0 0,0-2 0,0-1 0,45-9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40:40.424"/>
    </inkml:context>
    <inkml:brush xml:id="br0">
      <inkml:brushProperty name="width" value="0.35" units="cm"/>
      <inkml:brushProperty name="height" value="0.35" units="cm"/>
      <inkml:brushProperty name="color" value="#FFFFFF"/>
    </inkml:brush>
  </inkml:definitions>
  <inkml:trace contextRef="#ctx0" brushRef="#br0">1 303 24575,'944'0'0,"-972"-2"0,1-1 0,-49-13 0,32 6 0,-12-2 0,22 4 0,0 1 0,-42-2 0,70 9 0,-45-6 0,49 6 0,1-1 0,-1 1 0,1 0 0,-1-1 0,1 1 0,-1-1 0,1 1 0,-1-1 0,1 0 0,0 0 0,-1 1 0,1-1 0,0 0 0,0 0 0,0 0 0,0 0 0,0-1 0,0 1 0,0 0 0,0 0 0,0-1 0,0 1 0,0 0 0,1-1 0,-1 1 0,1-1 0,-1-2 0,1 3 0,1-1 0,-1 0 0,1 1 0,0-1 0,0 1 0,0-1 0,0 1 0,0-1 0,0 1 0,0-1 0,0 1 0,1 0 0,-1 0 0,0 0 0,1 0 0,-1 0 0,1 0 0,0 0 0,-1 0 0,3 0 0,36-17 0,-16 12 0,0 0 0,0 2 0,1 1 0,-1 1 0,26 1 0,-538 3 0,477-2 0,0-1 0,0 0 0,-1-1 0,1 0 0,0-1 0,1 0 0,-1-1 0,0 0 0,1-1 0,0 0 0,0 0 0,-15-12 0,25 17 0,0 0 0,0 0 0,0 0 0,0 0 0,-1 0 0,1 0 0,0 0 0,0 0 0,0-1 0,0 1 0,0 0 0,0 0 0,0 0 0,0 0 0,0 0 0,0 0 0,0 0 0,0 0 0,0-1 0,0 1 0,0 0 0,0 0 0,0 0 0,0 0 0,0 0 0,0 0 0,0 0 0,0-1 0,0 1 0,0 0 0,0 0 0,0 0 0,0 0 0,0 0 0,0 0 0,0 0 0,0 0 0,0-1 0,0 1 0,0 0 0,0 0 0,0 0 0,0 0 0,0 0 0,0 0 0,1 0 0,-1 0 0,0 0 0,0 0 0,0 0 0,0-1 0,0 1 0,0 0 0,0 0 0,0 0 0,1 0 0,-1 0 0,0 0 0,0 0 0,0 0 0,0 0 0,0 0 0,0 0 0,0 0 0,1 0 0,-1 0 0,0 0 0,0 0 0,16 1 0,20 5 0,-35-6 0,79 19 0,-41-9 0,1-2 0,60 6 0,129 6 0,-136-12 0,100-4 0,-153-4 0,-453 0 0,549 2 0,162-5 0,-247-3 0,77-18 0,-105 17-246,-1-1 0,25-12-1,24-9 166,69-14 765,-139 43-680,0 0 1,0 0-1,0 0 1,0 0-1,0-1 1,0 1 0,0 0-1,0-1 1,0 1-1,-1 0 1,1-1 0,0 1-1,0-1 1,0 1-1,-1-1 1,1 0 0,0 1-1,0-1 1,-1 0-1,1 1 1,-1-1 0,1 0-1,-1 0 1,1 0-1,-1 0 1,1 1 0,0-3-1,-2 2-3,-1 0 1,1 1-1,0-1 0,0 0 1,0 0-1,-1 1 1,1-1-1,0 0 0,-1 1 1,1-1-1,-1 1 0,1 0 1,-1 0-1,-2-1 0,-61-4-13,45 5 12,0 1 0,1 1 0,-1 1 0,1 1 0,-1 0 0,1 2 0,0 0 0,1 1 0,0 1 0,-21 12 0,19-8 0,-1-1 0,0-1 0,0-1 0,-1 0 0,0-2 0,-1-1 0,-25 5 0,-176 22 0,215-32 0,3-1 0,0 1 0,-1-1 0,1 1 0,0 1 0,0-1 0,0 1 0,0 0 0,1 0 0,-1 0 0,-7 5 0,13-6 0,1-1 0,-1 1 0,0-1 0,1 1 0,-1-1 0,0 1 0,1-1 0,-1 1 0,1-1 0,-1 1 0,1-1 0,-1 0 0,1 1 0,-1-1 0,1 0 0,0 1 0,-1-1 0,1 0 0,-1 0 0,1 0 0,0 1 0,-1-1 0,1 0 0,-1 0 0,1 0 0,0 0 0,-1 0 0,1 0 0,0 0 0,0-1 0,25 5 0,-1-3-273,0 0 0,0-2 0,0-1 0,45-9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40:40.424"/>
    </inkml:context>
    <inkml:brush xml:id="br0">
      <inkml:brushProperty name="width" value="0.35" units="cm"/>
      <inkml:brushProperty name="height" value="0.35" units="cm"/>
      <inkml:brushProperty name="color" value="#FFFFFF"/>
    </inkml:brush>
  </inkml:definitions>
  <inkml:trace contextRef="#ctx0" brushRef="#br0">1 303 24575,'944'0'0,"-972"-2"0,1-1 0,-49-13 0,32 6 0,-12-2 0,22 4 0,0 1 0,-42-2 0,70 9 0,-45-6 0,49 6 0,1-1 0,-1 1 0,1 0 0,-1-1 0,1 1 0,-1-1 0,1 1 0,-1-1 0,1 0 0,0 0 0,-1 1 0,1-1 0,0 0 0,0 0 0,0 0 0,0 0 0,0-1 0,0 1 0,0 0 0,0 0 0,0-1 0,0 1 0,0 0 0,1-1 0,-1 1 0,1-1 0,-1-2 0,1 3 0,1-1 0,-1 0 0,1 1 0,0-1 0,0 1 0,0-1 0,0 1 0,0-1 0,0 1 0,0-1 0,0 1 0,1 0 0,-1 0 0,0 0 0,1 0 0,-1 0 0,1 0 0,0 0 0,-1 0 0,3 0 0,36-17 0,-16 12 0,0 0 0,0 2 0,1 1 0,-1 1 0,26 1 0,-538 3 0,477-2 0,0-1 0,0 0 0,-1-1 0,1 0 0,0-1 0,1 0 0,-1-1 0,0 0 0,1-1 0,0 0 0,0 0 0,-15-12 0,25 17 0,0 0 0,0 0 0,0 0 0,0 0 0,-1 0 0,1 0 0,0 0 0,0 0 0,0-1 0,0 1 0,0 0 0,0 0 0,0 0 0,0 0 0,0 0 0,0 0 0,0 0 0,0 0 0,0-1 0,0 1 0,0 0 0,0 0 0,0 0 0,0 0 0,0 0 0,0 0 0,0 0 0,0-1 0,0 1 0,0 0 0,0 0 0,0 0 0,0 0 0,0 0 0,0 0 0,0 0 0,0 0 0,0-1 0,0 1 0,0 0 0,0 0 0,0 0 0,0 0 0,0 0 0,0 0 0,1 0 0,-1 0 0,0 0 0,0 0 0,0 0 0,0-1 0,0 1 0,0 0 0,0 0 0,0 0 0,1 0 0,-1 0 0,0 0 0,0 0 0,0 0 0,0 0 0,0 0 0,0 0 0,0 0 0,1 0 0,-1 0 0,0 0 0,0 0 0,16 1 0,20 5 0,-35-6 0,79 19 0,-41-9 0,1-2 0,60 6 0,129 6 0,-136-12 0,100-4 0,-153-4 0,-453 0 0,549 2 0,162-5 0,-247-3 0,77-18 0,-105 17-246,-1-1 0,25-12-1,24-9 166,69-14 765,-139 43-680,0 0 1,0 0-1,0 0 1,0 0-1,0-1 1,0 1 0,0 0-1,0-1 1,0 1-1,-1 0 1,1-1 0,0 1-1,0-1 1,0 1-1,-1-1 1,1 0 0,0 1-1,0-1 1,-1 0-1,1 1 1,-1-1 0,1 0-1,-1 0 1,1 0-1,-1 0 1,1 1 0,0-3-1,-2 2-3,-1 0 1,1 1-1,0-1 0,0 0 1,0 0-1,-1 1 1,1-1-1,0 0 0,-1 1 1,1-1-1,-1 1 0,1 0 1,-1 0-1,-2-1 0,-61-4-13,45 5 12,0 1 0,1 1 0,-1 1 0,1 1 0,-1 0 0,1 2 0,0 0 0,1 1 0,0 1 0,-21 12 0,19-8 0,-1-1 0,0-1 0,0-1 0,-1 0 0,0-2 0,-1-1 0,-25 5 0,-176 22 0,215-32 0,3-1 0,0 1 0,-1-1 0,1 1 0,0 1 0,0-1 0,0 1 0,0 0 0,1 0 0,-1 0 0,-7 5 0,13-6 0,1-1 0,-1 1 0,0-1 0,1 1 0,-1-1 0,0 1 0,1-1 0,-1 1 0,1-1 0,-1 1 0,1-1 0,-1 0 0,1 1 0,-1-1 0,1 0 0,0 1 0,-1-1 0,1 0 0,-1 0 0,1 0 0,0 1 0,-1-1 0,1 0 0,-1 0 0,1 0 0,0 0 0,-1 0 0,1 0 0,0 0 0,0-1 0,25 5 0,-1-3-273,0 0 0,0-2 0,0-1 0,45-9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44:33.554"/>
    </inkml:context>
    <inkml:brush xml:id="br0">
      <inkml:brushProperty name="width" value="0.35" units="cm"/>
      <inkml:brushProperty name="height" value="0.35" units="cm"/>
      <inkml:brushProperty name="color" value="#FFFFFF"/>
    </inkml:brush>
  </inkml:definitions>
  <inkml:trace contextRef="#ctx0" brushRef="#br0">271 599 24575,'0'757'0,"0"-1652"0,0 1599 0,9-891 0,-6 161 0,2 0 0,1 0 0,1 1 0,1 0 0,12-28 0,-15 42 0,-2 4 0,-1 1 0,1 0 0,1 1 0,-1-1 0,6-7 0,-9 13 0,1-1 0,-1 1 0,0 0 0,1-1 0,-1 1 0,0 0 0,1-1 0,-1 1 0,1 0 0,-1 0 0,1-1 0,-1 1 0,1 0 0,-1 0 0,1 0 0,-1 0 0,1 0 0,-1-1 0,1 1 0,-1 0 0,1 0 0,-1 0 0,1 0 0,-1 1 0,1-1 0,-1 0 0,1 0 0,0 0 0,0 1 0,1 0 0,-1 1 0,0-1 0,0 0 0,0 0 0,0 1 0,0-1 0,0 1 0,0-1 0,0 1 0,0-1 0,-1 1 0,1 2 0,6 21 0,-1-1 0,-1 2 0,-2-1 0,-1 0 0,0 1 0,-2-1 0,-5 39 0,3-30 0,1 0 0,1 0 0,8 47 0,4-7 0,-4 1 0,-1 124 0,-5-159 0,2 1 0,12 52 0,-7-42 0,-8-47 0,-1 0 0,1 0 0,0 0 0,0-1 0,1 1 0,-1 0 0,1 0 0,0-1 0,0 1 0,0-1 0,4 5 0,-6-8 0,0 1 0,1-1 0,-1 0 0,1 1 0,-1-1 0,1 0 0,-1 1 0,1-1 0,-1 0 0,1 0 0,-1 0 0,1 1 0,-1-1 0,1 0 0,-1 0 0,1 0 0,0 0 0,-1 0 0,1 0 0,-1 0 0,1 0 0,-1 0 0,1 0 0,-1-1 0,1 1 0,-1 0 0,1 0 0,-1 0 0,2-1 0,-1-1 0,1 1 0,0-1 0,0 0 0,-1 1 0,1-1 0,-1 0 0,1 0 0,-1 0 0,0-1 0,0 1 0,1-2 0,35-86 0,17-34 0,-27 64 0,-1-2 0,23-91 0,40-157-1734,-75 266 2144,3 1-1,1 1 1,26-43-1,-26 51-395,-2 0 0,19-55 0,-23 53 4,3 0 0,21-40 0,-35 75-18,-1-1 0,1 1 0,-1-1 0,1 1 0,0-1 0,0 1 0,0 0 0,0-1 0,0 1 0,0 0 0,0 0 0,0 0 0,0 0 0,1 0 0,-1 0 0,0 0 0,1 0 0,-1 0 0,1 0 0,-1 1 0,1-1 0,1 0 0,-1 2 0,-1 0 0,0-1 0,-1 1 0,1 0 0,0 0 0,0 0 0,0 0 0,0 0 0,-1 0 0,1 0 0,0 0 0,-1 0 0,1 1 0,-1-1 0,1 0 0,-1 0 0,0 0 0,0 1 0,1-1 0,-1 0 0,0 2 0,2 19 0,0 0 0,-2 24 0,0-39 0,0 46 96,1-18-249,-1-1 1,-2 1-1,-2 0 1,-8 36-1,3-22 153,1 1 0,-2 67 0,-4 32 0,-20 119 0,27-215 334,0 94-1,11-186-333,1 1 0,2-1 0,2 1 0,15-41 0,18-87 0,33-140-950,-66 279 1157,2 1 0,17-34 0,-17 41-152,-2 0 0,0-1 0,-1 0-1,-1 0 1,5-27 0,-14 215-55,4-72 0,-2 320 0,5-380 0,1-30 0,3-21 0,9-49 0,11-76 0,-7 28 0,-15 76 0,1-44 0,3-17 0,29-106 0,-32 155 0,-5 27 0,1 0 0,0 1 0,2-1 0,8-20 0,-1 9 0,9-44 0,-14 48 0,0 0 0,16-32 0,-24 59 0,0 0 0,0 0 0,0 0 0,0 1 0,1-1 0,-1 0 0,0 0 0,1 1 0,-1-1 0,1 0 0,-1 0 0,1 1 0,-1-1 0,1 0 0,-1 1 0,1-1 0,0 1 0,-1-1 0,1 1 0,0-1 0,0 1 0,-1-1 0,1 1 0,0 0 0,0-1 0,-1 1 0,1 0 0,0 0 0,1-1 0,-1 2 0,0 0 0,-1 0 0,1 0 0,0 0 0,0 0 0,0 1 0,-1-1 0,1 0 0,-1 0 0,1 0 0,-1 0 0,1 1 0,-1-1 0,0 0 0,1 3 0,5 58 0,-6-61 0,1 55 0,-3-1 0,-1 0 0,-14 68 0,8-60-3,7-47-19,1 0 0,-2-1 0,0 1 0,-1-1 0,-1 1 0,-9 21 0,-4 3-384,-20 68-1,5-10 434,32-96 1,1 0 0,0-1-1,-1 1 1,0 0 0,0 0 0,1-1-1,-1 1 1,0 0 0,0-1-1,-1 1 1,1-1 0,0 1 0,0-1-1,-1 0 1,1 1 0,-1-1 0,1 0-1,-1 0 1,1 0 0,-1 0 0,0 0-1,1-1 1,-1 1 0,0 0-1,0-1 1,-3 1 0,3-1-20,0-1 0,0 0 0,0 0 0,0 0 0,0 0 0,0 0 1,1-1-1,-1 1 0,0 0 0,1-1 0,-1 1 0,1-1 0,-1 0 0,1 1 0,0-1 0,-1 0 1,1 0-1,0 0 0,0 0 0,1 0 0,-1 0 0,0 0 0,0-4 0,-5-18-8,2 1 0,0 0 0,2-1 0,0 0 0,2 0 0,2-30 0,0 20 0,-2 0 0,-5-42 0,-21-116 0,25 189 0,1 0 0,0 0 0,-1 0 0,1 1 0,-1-1 0,0 0 0,0 1 0,0-1 0,0 0 0,0 1 0,-1-1 0,1 1 0,-1 0 0,1-1 0,-1 1 0,0 0 0,0 0 0,0 0 0,0 0 0,-1 1 0,1-1 0,0 1 0,-1-1 0,1 1 0,-1 0 0,1-1 0,-1 1 0,0 1 0,1-1 0,-1 0 0,0 1 0,0-1 0,0 1 0,1 0 0,-1 0 0,0 0 0,0 0 0,0 1 0,1-1 0,-5 2 0,-3 0 0,0 1 0,0 0 0,0 1 0,1 0 0,-1 1 0,1 0 0,0 0 0,1 1 0,-14 11 0,4 2 0,1 0 0,1 1 0,1 0 0,-22 42 0,18-31 0,-30 39 0,-53 67-662,60-76 390,-55 58-1,9-13 273,-34 35 0,115-135-5,0 0 0,0-1 1,-1 1-1,0-2 0,0 1 0,0-1 0,0 0 0,-1-1 0,-15 5 0,22-7 41,-1-1 0,0 1 0,0 0-1,0-1 1,0 0 0,0 1 0,1-1 0,-1 0 0,0 0-1,0-1 1,0 1 0,0-1 0,0 1 0,0-1 0,1 0 0,-1 0-1,0 0 1,1-1 0,-1 1 0,1 0 0,-1-1 0,1 0 0,0 1-1,-1-1 1,1 0 0,0 0 0,0-1 0,1 1 0,-1 0 0,0-1-1,1 1 1,-1-1 0,0-2 0,-3-9-27,1 0 0,0 0 0,1-1 1,1 1-1,-1-29 0,7-81-141,0 48-521,-2-635 630,-3 394 813,-1 330-790,0 0 0,-1 0 0,-1 0 0,-7 18 0,0 0 0,-55 145 0,18-54 0,44-111 0,0-1 0,-1 0 0,0 0 0,-10 12 0,13-19 0,0 0 0,0 0 0,0 0 0,-1 0 0,1-1 0,-1 0 0,1 1 0,-1-1 0,0 0 0,0 0 0,0 0 0,0-1 0,-1 1 0,1-1 0,0 0 0,0 1 0,-6 0 0,8-3 0,-1 1 0,1 0 0,0 0 0,-1-1 0,1 1 0,0-1 0,-1 1 0,1-1 0,0 1 0,0-1 0,-1 0 0,1 0 0,0 1 0,0-1 0,0 0 0,0 0 0,0 0 0,0 0 0,1 0 0,-1-1 0,0 1 0,0 0 0,1 0 0,-1 0 0,1-1 0,-1 1 0,1 0 0,-1-1 0,1 1 0,0-3 0,-7-48 0,7 45 0,1-180 65,1 96-1495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40:40.424"/>
    </inkml:context>
    <inkml:brush xml:id="br0">
      <inkml:brushProperty name="width" value="0.35" units="cm"/>
      <inkml:brushProperty name="height" value="0.35" units="cm"/>
      <inkml:brushProperty name="color" value="#FFFFFF"/>
    </inkml:brush>
  </inkml:definitions>
  <inkml:trace contextRef="#ctx0" brushRef="#br0">1 303 24575,'944'0'0,"-972"-2"0,1-1 0,-49-13 0,32 6 0,-12-2 0,22 4 0,0 1 0,-42-2 0,70 9 0,-45-6 0,49 6 0,1-1 0,-1 1 0,1 0 0,-1-1 0,1 1 0,-1-1 0,1 1 0,-1-1 0,1 0 0,0 0 0,-1 1 0,1-1 0,0 0 0,0 0 0,0 0 0,0 0 0,0-1 0,0 1 0,0 0 0,0 0 0,0-1 0,0 1 0,0 0 0,1-1 0,-1 1 0,1-1 0,-1-2 0,1 3 0,1-1 0,-1 0 0,1 1 0,0-1 0,0 1 0,0-1 0,0 1 0,0-1 0,0 1 0,0-1 0,0 1 0,1 0 0,-1 0 0,0 0 0,1 0 0,-1 0 0,1 0 0,0 0 0,-1 0 0,3 0 0,36-17 0,-16 12 0,0 0 0,0 2 0,1 1 0,-1 1 0,26 1 0,-538 3 0,477-2 0,0-1 0,0 0 0,-1-1 0,1 0 0,0-1 0,1 0 0,-1-1 0,0 0 0,1-1 0,0 0 0,0 0 0,-15-12 0,25 17 0,0 0 0,0 0 0,0 0 0,0 0 0,-1 0 0,1 0 0,0 0 0,0 0 0,0-1 0,0 1 0,0 0 0,0 0 0,0 0 0,0 0 0,0 0 0,0 0 0,0 0 0,0 0 0,0-1 0,0 1 0,0 0 0,0 0 0,0 0 0,0 0 0,0 0 0,0 0 0,0 0 0,0-1 0,0 1 0,0 0 0,0 0 0,0 0 0,0 0 0,0 0 0,0 0 0,0 0 0,0 0 0,0-1 0,0 1 0,0 0 0,0 0 0,0 0 0,0 0 0,0 0 0,0 0 0,1 0 0,-1 0 0,0 0 0,0 0 0,0 0 0,0-1 0,0 1 0,0 0 0,0 0 0,0 0 0,1 0 0,-1 0 0,0 0 0,0 0 0,0 0 0,0 0 0,0 0 0,0 0 0,0 0 0,1 0 0,-1 0 0,0 0 0,0 0 0,16 1 0,20 5 0,-35-6 0,79 19 0,-41-9 0,1-2 0,60 6 0,129 6 0,-136-12 0,100-4 0,-153-4 0,-453 0 0,549 2 0,162-5 0,-247-3 0,77-18 0,-105 17-246,-1-1 0,25-12-1,24-9 166,69-14 765,-139 43-680,0 0 1,0 0-1,0 0 1,0 0-1,0-1 1,0 1 0,0 0-1,0-1 1,0 1-1,-1 0 1,1-1 0,0 1-1,0-1 1,0 1-1,-1-1 1,1 0 0,0 1-1,0-1 1,-1 0-1,1 1 1,-1-1 0,1 0-1,-1 0 1,1 0-1,-1 0 1,1 1 0,0-3-1,-2 2-3,-1 0 1,1 1-1,0-1 0,0 0 1,0 0-1,-1 1 1,1-1-1,0 0 0,-1 1 1,1-1-1,-1 1 0,1 0 1,-1 0-1,-2-1 0,-61-4-13,45 5 12,0 1 0,1 1 0,-1 1 0,1 1 0,-1 0 0,1 2 0,0 0 0,1 1 0,0 1 0,-21 12 0,19-8 0,-1-1 0,0-1 0,0-1 0,-1 0 0,0-2 0,-1-1 0,-25 5 0,-176 22 0,215-32 0,3-1 0,0 1 0,-1-1 0,1 1 0,0 1 0,0-1 0,0 1 0,0 0 0,1 0 0,-1 0 0,-7 5 0,13-6 0,1-1 0,-1 1 0,0-1 0,1 1 0,-1-1 0,0 1 0,1-1 0,-1 1 0,1-1 0,-1 1 0,1-1 0,-1 0 0,1 1 0,-1-1 0,1 0 0,0 1 0,-1-1 0,1 0 0,-1 0 0,1 0 0,0 1 0,-1-1 0,1 0 0,-1 0 0,1 0 0,0 0 0,-1 0 0,1 0 0,0 0 0,0-1 0,25 5 0,-1-3-273,0 0 0,0-2 0,0-1 0,45-9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44:33.554"/>
    </inkml:context>
    <inkml:brush xml:id="br0">
      <inkml:brushProperty name="width" value="0.35" units="cm"/>
      <inkml:brushProperty name="height" value="0.35" units="cm"/>
      <inkml:brushProperty name="color" value="#FFFFFF"/>
    </inkml:brush>
  </inkml:definitions>
  <inkml:trace contextRef="#ctx0" brushRef="#br0">271 599 24575,'0'757'0,"0"-1652"0,0 1599 0,9-891 0,-6 161 0,2 0 0,1 0 0,1 1 0,1 0 0,12-28 0,-15 42 0,-2 4 0,-1 1 0,1 0 0,1 1 0,-1-1 0,6-7 0,-9 13 0,1-1 0,-1 1 0,0 0 0,1-1 0,-1 1 0,0 0 0,1-1 0,-1 1 0,1 0 0,-1 0 0,1-1 0,-1 1 0,1 0 0,-1 0 0,1 0 0,-1 0 0,1 0 0,-1-1 0,1 1 0,-1 0 0,1 0 0,-1 0 0,1 0 0,-1 1 0,1-1 0,-1 0 0,1 0 0,0 0 0,0 1 0,1 0 0,-1 1 0,0-1 0,0 0 0,0 0 0,0 1 0,0-1 0,0 1 0,0-1 0,0 1 0,0-1 0,-1 1 0,1 2 0,6 21 0,-1-1 0,-1 2 0,-2-1 0,-1 0 0,0 1 0,-2-1 0,-5 39 0,3-30 0,1 0 0,1 0 0,8 47 0,4-7 0,-4 1 0,-1 124 0,-5-159 0,2 1 0,12 52 0,-7-42 0,-8-47 0,-1 0 0,1 0 0,0 0 0,0-1 0,1 1 0,-1 0 0,1 0 0,0-1 0,0 1 0,0-1 0,4 5 0,-6-8 0,0 1 0,1-1 0,-1 0 0,1 1 0,-1-1 0,1 0 0,-1 1 0,1-1 0,-1 0 0,1 0 0,-1 0 0,1 1 0,-1-1 0,1 0 0,-1 0 0,1 0 0,0 0 0,-1 0 0,1 0 0,-1 0 0,1 0 0,-1 0 0,1 0 0,-1-1 0,1 1 0,-1 0 0,1 0 0,-1 0 0,2-1 0,-1-1 0,1 1 0,0-1 0,0 0 0,-1 1 0,1-1 0,-1 0 0,1 0 0,-1 0 0,0-1 0,0 1 0,1-2 0,35-86 0,17-34 0,-27 64 0,-1-2 0,23-91 0,40-157-1734,-75 266 2144,3 1-1,1 1 1,26-43-1,-26 51-395,-2 0 0,19-55 0,-23 53 4,3 0 0,21-40 0,-35 75-18,-1-1 0,1 1 0,-1-1 0,1 1 0,0-1 0,0 1 0,0 0 0,0-1 0,0 1 0,0 0 0,0 0 0,0 0 0,0 0 0,1 0 0,-1 0 0,0 0 0,1 0 0,-1 0 0,1 0 0,-1 1 0,1-1 0,1 0 0,-1 2 0,-1 0 0,0-1 0,-1 1 0,1 0 0,0 0 0,0 0 0,0 0 0,0 0 0,-1 0 0,1 0 0,0 0 0,-1 0 0,1 1 0,-1-1 0,1 0 0,-1 0 0,0 0 0,0 1 0,1-1 0,-1 0 0,0 2 0,2 19 0,0 0 0,-2 24 0,0-39 0,0 46 96,1-18-249,-1-1 1,-2 1-1,-2 0 1,-8 36-1,3-22 153,1 1 0,-2 67 0,-4 32 0,-20 119 0,27-215 334,0 94-1,11-186-333,1 1 0,2-1 0,2 1 0,15-41 0,18-87 0,33-140-950,-66 279 1157,2 1 0,17-34 0,-17 41-152,-2 0 0,0-1 0,-1 0-1,-1 0 1,5-27 0,-14 215-55,4-72 0,-2 320 0,5-380 0,1-30 0,3-21 0,9-49 0,11-76 0,-7 28 0,-15 76 0,1-44 0,3-17 0,29-106 0,-32 155 0,-5 27 0,1 0 0,0 1 0,2-1 0,8-20 0,-1 9 0,9-44 0,-14 48 0,0 0 0,16-32 0,-24 59 0,0 0 0,0 0 0,0 0 0,0 1 0,1-1 0,-1 0 0,0 0 0,1 1 0,-1-1 0,1 0 0,-1 0 0,1 1 0,-1-1 0,1 0 0,-1 1 0,1-1 0,0 1 0,-1-1 0,1 1 0,0-1 0,0 1 0,-1-1 0,1 1 0,0 0 0,0-1 0,-1 1 0,1 0 0,0 0 0,1-1 0,-1 2 0,0 0 0,-1 0 0,1 0 0,0 0 0,0 0 0,0 1 0,-1-1 0,1 0 0,-1 0 0,1 0 0,-1 0 0,1 1 0,-1-1 0,0 0 0,1 3 0,5 58 0,-6-61 0,1 55 0,-3-1 0,-1 0 0,-14 68 0,8-60-3,7-47-19,1 0 0,-2-1 0,0 1 0,-1-1 0,-1 1 0,-9 21 0,-4 3-384,-20 68-1,5-10 434,32-96 1,1 0 0,0-1-1,-1 1 1,0 0 0,0 0 0,1-1-1,-1 1 1,0 0 0,0-1-1,-1 1 1,1-1 0,0 1 0,0-1-1,-1 0 1,1 1 0,-1-1 0,1 0-1,-1 0 1,1 0 0,-1 0 0,0 0-1,1-1 1,-1 1 0,0 0-1,0-1 1,-3 1 0,3-1-20,0-1 0,0 0 0,0 0 0,0 0 0,0 0 0,0 0 1,1-1-1,-1 1 0,0 0 0,1-1 0,-1 1 0,1-1 0,-1 0 0,1 1 0,0-1 0,-1 0 1,1 0-1,0 0 0,0 0 0,1 0 0,-1 0 0,0 0 0,0-4 0,-5-18-8,2 1 0,0 0 0,2-1 0,0 0 0,2 0 0,2-30 0,0 20 0,-2 0 0,-5-42 0,-21-116 0,25 189 0,1 0 0,0 0 0,-1 0 0,1 1 0,-1-1 0,0 0 0,0 1 0,0-1 0,0 0 0,0 1 0,-1-1 0,1 1 0,-1 0 0,1-1 0,-1 1 0,0 0 0,0 0 0,0 0 0,0 0 0,-1 1 0,1-1 0,0 1 0,-1-1 0,1 1 0,-1 0 0,1-1 0,-1 1 0,0 1 0,1-1 0,-1 0 0,0 1 0,0-1 0,0 1 0,1 0 0,-1 0 0,0 0 0,0 0 0,0 1 0,1-1 0,-5 2 0,-3 0 0,0 1 0,0 0 0,0 1 0,1 0 0,-1 1 0,1 0 0,0 0 0,1 1 0,-14 11 0,4 2 0,1 0 0,1 1 0,1 0 0,-22 42 0,18-31 0,-30 39 0,-53 67-662,60-76 390,-55 58-1,9-13 273,-34 35 0,115-135-5,0 0 0,0-1 1,-1 1-1,0-2 0,0 1 0,0-1 0,0 0 0,-1-1 0,-15 5 0,22-7 41,-1-1 0,0 1 0,0 0-1,0-1 1,0 0 0,0 1 0,1-1 0,-1 0 0,0 0-1,0-1 1,0 1 0,0-1 0,0 1 0,0-1 0,1 0 0,-1 0-1,0 0 1,1-1 0,-1 1 0,1 0 0,-1-1 0,1 0 0,0 1-1,-1-1 1,1 0 0,0 0 0,0-1 0,1 1 0,-1 0 0,0-1-1,1 1 1,-1-1 0,0-2 0,-3-9-27,1 0 0,0 0 0,1-1 1,1 1-1,-1-29 0,7-81-141,0 48-521,-2-635 630,-3 394 813,-1 330-790,0 0 0,-1 0 0,-1 0 0,-7 18 0,0 0 0,-55 145 0,18-54 0,44-111 0,0-1 0,-1 0 0,0 0 0,-10 12 0,13-19 0,0 0 0,0 0 0,0 0 0,-1 0 0,1-1 0,-1 0 0,1 1 0,-1-1 0,0 0 0,0 0 0,0 0 0,0-1 0,-1 1 0,1-1 0,0 0 0,0 1 0,-6 0 0,8-3 0,-1 1 0,1 0 0,0 0 0,-1-1 0,1 1 0,0-1 0,-1 1 0,1-1 0,0 1 0,0-1 0,-1 0 0,1 0 0,0 1 0,0-1 0,0 0 0,0 0 0,0 0 0,0 0 0,1 0 0,-1-1 0,0 1 0,0 0 0,1 0 0,-1 0 0,1-1 0,-1 1 0,1 0 0,-1-1 0,1 1 0,0-3 0,-7-48 0,7 45 0,1-180 65,1 96-1495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40:40.424"/>
    </inkml:context>
    <inkml:brush xml:id="br0">
      <inkml:brushProperty name="width" value="0.35" units="cm"/>
      <inkml:brushProperty name="height" value="0.35" units="cm"/>
      <inkml:brushProperty name="color" value="#FFFFFF"/>
    </inkml:brush>
  </inkml:definitions>
  <inkml:trace contextRef="#ctx0" brushRef="#br0">1 303 24575,'944'0'0,"-972"-2"0,1-1 0,-49-13 0,32 6 0,-12-2 0,22 4 0,0 1 0,-42-2 0,70 9 0,-45-6 0,49 6 0,1-1 0,-1 1 0,1 0 0,-1-1 0,1 1 0,-1-1 0,1 1 0,-1-1 0,1 0 0,0 0 0,-1 1 0,1-1 0,0 0 0,0 0 0,0 0 0,0 0 0,0-1 0,0 1 0,0 0 0,0 0 0,0-1 0,0 1 0,0 0 0,1-1 0,-1 1 0,1-1 0,-1-2 0,1 3 0,1-1 0,-1 0 0,1 1 0,0-1 0,0 1 0,0-1 0,0 1 0,0-1 0,0 1 0,0-1 0,0 1 0,1 0 0,-1 0 0,0 0 0,1 0 0,-1 0 0,1 0 0,0 0 0,-1 0 0,3 0 0,36-17 0,-16 12 0,0 0 0,0 2 0,1 1 0,-1 1 0,26 1 0,-538 3 0,477-2 0,0-1 0,0 0 0,-1-1 0,1 0 0,0-1 0,1 0 0,-1-1 0,0 0 0,1-1 0,0 0 0,0 0 0,-15-12 0,25 17 0,0 0 0,0 0 0,0 0 0,0 0 0,-1 0 0,1 0 0,0 0 0,0 0 0,0-1 0,0 1 0,0 0 0,0 0 0,0 0 0,0 0 0,0 0 0,0 0 0,0 0 0,0 0 0,0-1 0,0 1 0,0 0 0,0 0 0,0 0 0,0 0 0,0 0 0,0 0 0,0 0 0,0-1 0,0 1 0,0 0 0,0 0 0,0 0 0,0 0 0,0 0 0,0 0 0,0 0 0,0 0 0,0-1 0,0 1 0,0 0 0,0 0 0,0 0 0,0 0 0,0 0 0,0 0 0,1 0 0,-1 0 0,0 0 0,0 0 0,0 0 0,0-1 0,0 1 0,0 0 0,0 0 0,0 0 0,1 0 0,-1 0 0,0 0 0,0 0 0,0 0 0,0 0 0,0 0 0,0 0 0,0 0 0,1 0 0,-1 0 0,0 0 0,0 0 0,16 1 0,20 5 0,-35-6 0,79 19 0,-41-9 0,1-2 0,60 6 0,129 6 0,-136-12 0,100-4 0,-153-4 0,-453 0 0,549 2 0,162-5 0,-247-3 0,77-18 0,-105 17-246,-1-1 0,25-12-1,24-9 166,69-14 765,-139 43-680,0 0 1,0 0-1,0 0 1,0 0-1,0-1 1,0 1 0,0 0-1,0-1 1,0 1-1,-1 0 1,1-1 0,0 1-1,0-1 1,0 1-1,-1-1 1,1 0 0,0 1-1,0-1 1,-1 0-1,1 1 1,-1-1 0,1 0-1,-1 0 1,1 0-1,-1 0 1,1 1 0,0-3-1,-2 2-3,-1 0 1,1 1-1,0-1 0,0 0 1,0 0-1,-1 1 1,1-1-1,0 0 0,-1 1 1,1-1-1,-1 1 0,1 0 1,-1 0-1,-2-1 0,-61-4-13,45 5 12,0 1 0,1 1 0,-1 1 0,1 1 0,-1 0 0,1 2 0,0 0 0,1 1 0,0 1 0,-21 12 0,19-8 0,-1-1 0,0-1 0,0-1 0,-1 0 0,0-2 0,-1-1 0,-25 5 0,-176 22 0,215-32 0,3-1 0,0 1 0,-1-1 0,1 1 0,0 1 0,0-1 0,0 1 0,0 0 0,1 0 0,-1 0 0,-7 5 0,13-6 0,1-1 0,-1 1 0,0-1 0,1 1 0,-1-1 0,0 1 0,1-1 0,-1 1 0,1-1 0,-1 1 0,1-1 0,-1 0 0,1 1 0,-1-1 0,1 0 0,0 1 0,-1-1 0,1 0 0,-1 0 0,1 0 0,0 1 0,-1-1 0,1 0 0,-1 0 0,1 0 0,0 0 0,-1 0 0,1 0 0,0 0 0,0-1 0,25 5 0,-1-3-273,0 0 0,0-2 0,0-1 0,45-9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44:33.554"/>
    </inkml:context>
    <inkml:brush xml:id="br0">
      <inkml:brushProperty name="width" value="0.35" units="cm"/>
      <inkml:brushProperty name="height" value="0.35" units="cm"/>
      <inkml:brushProperty name="color" value="#FFFFFF"/>
    </inkml:brush>
  </inkml:definitions>
  <inkml:trace contextRef="#ctx0" brushRef="#br0">271 599 24575,'0'757'0,"0"-1652"0,0 1599 0,9-891 0,-6 161 0,2 0 0,1 0 0,1 1 0,1 0 0,12-28 0,-15 42 0,-2 4 0,-1 1 0,1 0 0,1 1 0,-1-1 0,6-7 0,-9 13 0,1-1 0,-1 1 0,0 0 0,1-1 0,-1 1 0,0 0 0,1-1 0,-1 1 0,1 0 0,-1 0 0,1-1 0,-1 1 0,1 0 0,-1 0 0,1 0 0,-1 0 0,1 0 0,-1-1 0,1 1 0,-1 0 0,1 0 0,-1 0 0,1 0 0,-1 1 0,1-1 0,-1 0 0,1 0 0,0 0 0,0 1 0,1 0 0,-1 1 0,0-1 0,0 0 0,0 0 0,0 1 0,0-1 0,0 1 0,0-1 0,0 1 0,0-1 0,-1 1 0,1 2 0,6 21 0,-1-1 0,-1 2 0,-2-1 0,-1 0 0,0 1 0,-2-1 0,-5 39 0,3-30 0,1 0 0,1 0 0,8 47 0,4-7 0,-4 1 0,-1 124 0,-5-159 0,2 1 0,12 52 0,-7-42 0,-8-47 0,-1 0 0,1 0 0,0 0 0,0-1 0,1 1 0,-1 0 0,1 0 0,0-1 0,0 1 0,0-1 0,4 5 0,-6-8 0,0 1 0,1-1 0,-1 0 0,1 1 0,-1-1 0,1 0 0,-1 1 0,1-1 0,-1 0 0,1 0 0,-1 0 0,1 1 0,-1-1 0,1 0 0,-1 0 0,1 0 0,0 0 0,-1 0 0,1 0 0,-1 0 0,1 0 0,-1 0 0,1 0 0,-1-1 0,1 1 0,-1 0 0,1 0 0,-1 0 0,2-1 0,-1-1 0,1 1 0,0-1 0,0 0 0,-1 1 0,1-1 0,-1 0 0,1 0 0,-1 0 0,0-1 0,0 1 0,1-2 0,35-86 0,17-34 0,-27 64 0,-1-2 0,23-91 0,40-157-1734,-75 266 2144,3 1-1,1 1 1,26-43-1,-26 51-395,-2 0 0,19-55 0,-23 53 4,3 0 0,21-40 0,-35 75-18,-1-1 0,1 1 0,-1-1 0,1 1 0,0-1 0,0 1 0,0 0 0,0-1 0,0 1 0,0 0 0,0 0 0,0 0 0,0 0 0,1 0 0,-1 0 0,0 0 0,1 0 0,-1 0 0,1 0 0,-1 1 0,1-1 0,1 0 0,-1 2 0,-1 0 0,0-1 0,-1 1 0,1 0 0,0 0 0,0 0 0,0 0 0,0 0 0,-1 0 0,1 0 0,0 0 0,-1 0 0,1 1 0,-1-1 0,1 0 0,-1 0 0,0 0 0,0 1 0,1-1 0,-1 0 0,0 2 0,2 19 0,0 0 0,-2 24 0,0-39 0,0 46 96,1-18-249,-1-1 1,-2 1-1,-2 0 1,-8 36-1,3-22 153,1 1 0,-2 67 0,-4 32 0,-20 119 0,27-215 334,0 94-1,11-186-333,1 1 0,2-1 0,2 1 0,15-41 0,18-87 0,33-140-950,-66 279 1157,2 1 0,17-34 0,-17 41-152,-2 0 0,0-1 0,-1 0-1,-1 0 1,5-27 0,-14 215-55,4-72 0,-2 320 0,5-380 0,1-30 0,3-21 0,9-49 0,11-76 0,-7 28 0,-15 76 0,1-44 0,3-17 0,29-106 0,-32 155 0,-5 27 0,1 0 0,0 1 0,2-1 0,8-20 0,-1 9 0,9-44 0,-14 48 0,0 0 0,16-32 0,-24 59 0,0 0 0,0 0 0,0 0 0,0 1 0,1-1 0,-1 0 0,0 0 0,1 1 0,-1-1 0,1 0 0,-1 0 0,1 1 0,-1-1 0,1 0 0,-1 1 0,1-1 0,0 1 0,-1-1 0,1 1 0,0-1 0,0 1 0,-1-1 0,1 1 0,0 0 0,0-1 0,-1 1 0,1 0 0,0 0 0,1-1 0,-1 2 0,0 0 0,-1 0 0,1 0 0,0 0 0,0 0 0,0 1 0,-1-1 0,1 0 0,-1 0 0,1 0 0,-1 0 0,1 1 0,-1-1 0,0 0 0,1 3 0,5 58 0,-6-61 0,1 55 0,-3-1 0,-1 0 0,-14 68 0,8-60-3,7-47-19,1 0 0,-2-1 0,0 1 0,-1-1 0,-1 1 0,-9 21 0,-4 3-384,-20 68-1,5-10 434,32-96 1,1 0 0,0-1-1,-1 1 1,0 0 0,0 0 0,1-1-1,-1 1 1,0 0 0,0-1-1,-1 1 1,1-1 0,0 1 0,0-1-1,-1 0 1,1 1 0,-1-1 0,1 0-1,-1 0 1,1 0 0,-1 0 0,0 0-1,1-1 1,-1 1 0,0 0-1,0-1 1,-3 1 0,3-1-20,0-1 0,0 0 0,0 0 0,0 0 0,0 0 0,0 0 1,1-1-1,-1 1 0,0 0 0,1-1 0,-1 1 0,1-1 0,-1 0 0,1 1 0,0-1 0,-1 0 1,1 0-1,0 0 0,0 0 0,1 0 0,-1 0 0,0 0 0,0-4 0,-5-18-8,2 1 0,0 0 0,2-1 0,0 0 0,2 0 0,2-30 0,0 20 0,-2 0 0,-5-42 0,-21-116 0,25 189 0,1 0 0,0 0 0,-1 0 0,1 1 0,-1-1 0,0 0 0,0 1 0,0-1 0,0 0 0,0 1 0,-1-1 0,1 1 0,-1 0 0,1-1 0,-1 1 0,0 0 0,0 0 0,0 0 0,0 0 0,-1 1 0,1-1 0,0 1 0,-1-1 0,1 1 0,-1 0 0,1-1 0,-1 1 0,0 1 0,1-1 0,-1 0 0,0 1 0,0-1 0,0 1 0,1 0 0,-1 0 0,0 0 0,0 0 0,0 1 0,1-1 0,-5 2 0,-3 0 0,0 1 0,0 0 0,0 1 0,1 0 0,-1 1 0,1 0 0,0 0 0,1 1 0,-14 11 0,4 2 0,1 0 0,1 1 0,1 0 0,-22 42 0,18-31 0,-30 39 0,-53 67-662,60-76 390,-55 58-1,9-13 273,-34 35 0,115-135-5,0 0 0,0-1 1,-1 1-1,0-2 0,0 1 0,0-1 0,0 0 0,-1-1 0,-15 5 0,22-7 41,-1-1 0,0 1 0,0 0-1,0-1 1,0 0 0,0 1 0,1-1 0,-1 0 0,0 0-1,0-1 1,0 1 0,0-1 0,0 1 0,0-1 0,1 0 0,-1 0-1,0 0 1,1-1 0,-1 1 0,1 0 0,-1-1 0,1 0 0,0 1-1,-1-1 1,1 0 0,0 0 0,0-1 0,1 1 0,-1 0 0,0-1-1,1 1 1,-1-1 0,0-2 0,-3-9-27,1 0 0,0 0 0,1-1 1,1 1-1,-1-29 0,7-81-141,0 48-521,-2-635 630,-3 394 813,-1 330-790,0 0 0,-1 0 0,-1 0 0,-7 18 0,0 0 0,-55 145 0,18-54 0,44-111 0,0-1 0,-1 0 0,0 0 0,-10 12 0,13-19 0,0 0 0,0 0 0,0 0 0,-1 0 0,1-1 0,-1 0 0,1 1 0,-1-1 0,0 0 0,0 0 0,0 0 0,0-1 0,-1 1 0,1-1 0,0 0 0,0 1 0,-6 0 0,8-3 0,-1 1 0,1 0 0,0 0 0,-1-1 0,1 1 0,0-1 0,-1 1 0,1-1 0,0 1 0,0-1 0,-1 0 0,1 0 0,0 1 0,0-1 0,0 0 0,0 0 0,0 0 0,0 0 0,1 0 0,-1-1 0,0 1 0,0 0 0,1 0 0,-1 0 0,1-1 0,-1 1 0,1 0 0,-1-1 0,1 1 0,0-3 0,-7-48 0,7 45 0,1-180 65,1 96-1495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8:17:41.21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8:17:55.785"/>
    </inkml:context>
    <inkml:brush xml:id="br0">
      <inkml:brushProperty name="width" value="0.1" units="cm"/>
      <inkml:brushProperty name="height" value="0.1" units="cm"/>
      <inkml:brushProperty name="color" value="#FFFFFF"/>
    </inkml:brush>
  </inkml:definitions>
  <inkml:trace contextRef="#ctx0" brushRef="#br0">1968 1 24575,'1'91'0,"-3"104"0,-7-153 0,1-34 0,0-27 0,4-16 0,0 0 0,3-51 0,1 65 0,1 20 0,-1-1 0,0 1 0,1-1 0,-1 0 0,0 1 0,0-1 0,-1 1 0,1-1 0,0 0 0,0 1 0,-1-1 0,1 1 0,-1-1 0,1 1 0,-1-1 0,0 1 0,0-1 0,1 1 0,-1 0 0,0-1 0,0 1 0,0 0 0,-1 0 0,1 0 0,-2-2 0,2 3 0,-1 0 0,0 0 0,1 0 0,-1 0 0,0 1 0,1-1 0,-1 0 0,1 1 0,-1-1 0,0 1 0,1-1 0,-1 1 0,1 0 0,0 0 0,-1-1 0,1 1 0,-1 0 0,1 0 0,-2 3 0,-3 1 0,1 0 0,0 0 0,0 1 0,0 0 0,1 0 0,0 0 0,0 1 0,0-1 0,1 1 0,-4 12 0,2 44 0,5-52 0,0 0 0,-1 0 0,0 0 0,-1-1 0,0 1 0,0 0 0,-1-1 0,-1 0 0,-4 11 0,-36 58 0,63-123 0,-2-1 0,16-63 0,-33 108 0,-1 0 0,0 0 0,0 0 0,1 0 0,-1 0 0,0 0 0,1 0 0,-1 1 0,0-1 0,1 0 0,-1 0 0,1 1 0,-1-1 0,0 0 0,1 1 0,-1-1 0,1 1 0,-1-1 0,1 1 0,-1-1 0,0 1 0,6 21 0,0 0 0,-2 0 0,-1 0 0,-1 0 0,-2 41 0,0-31 0,5 58 0,0-74 0,1 1 0,0-1 0,1 0 0,1 0 0,1 0 0,0-1 0,13 19 0,-20-34 0,-1 1 0,0 0 0,1 0 0,-1-1 0,1 1 0,-1 0 0,1-1 0,0 1 0,-1 0 0,1-1 0,0 1 0,-1-1 0,1 1 0,0-1 0,-1 1 0,1-1 0,0 0 0,0 1 0,0-1 0,-1 0 0,1 0 0,0 0 0,0 1 0,1-1 0,-1-1 0,0 1 0,-1-1 0,1 1 0,0-1 0,-1 1 0,1-1 0,-1 1 0,1-1 0,-1 0 0,1 1 0,-1-1 0,1 0 0,-1 0 0,0 1 0,1-1 0,-1 0 0,0 0 0,0 1 0,0-1 0,1-1 0,-1-1 0,1-1 0,-1 1 0,1-1 0,-1 1 0,0-1 0,-1 1 0,1-1 0,0 1 0,-1-1 0,0 1 0,-1-5 0,1 6 0,0 1 0,0-1 0,0 1 0,1-1 0,-1 1 0,-1-1 0,1 1 0,0 0 0,0 0 0,0-1 0,-1 1 0,1 0 0,0 0 0,-1 0 0,1 0 0,-1 1 0,0-1 0,1 0 0,-1 1 0,0-1 0,1 1 0,-1-1 0,0 1 0,-3-1 0,3 2 0,0 0 0,-1 0 0,1-1 0,0 1 0,0 1 0,0-1 0,-1 0 0,1 0 0,0 1 0,1-1 0,-1 1 0,0 0 0,0-1 0,1 1 0,-3 3 0,-3 5 0,0 1 0,0 1 0,1-1 0,1 1 0,-6 15 0,9-21 0,-10 30 0,11-35 0,1 1 0,-1-1 0,1 0 0,-1 1 0,1-1 0,-1 0 0,0 0 0,0 1 0,1-1 0,-1 0 0,0 0 0,0 0 0,0 0 0,0 0 0,-1 0 0,1 0 0,0-1 0,0 1 0,-2 1 0,2-3 0,0 1 0,0-1 0,1 1 0,-1-1 0,1 1 0,-1-1 0,0 1 0,1-1 0,-1 0 0,1 1 0,-1-1 0,1 0 0,-1 1 0,1-1 0,0 0 0,-1 0 0,1 0 0,0 1 0,0-1 0,0 0 0,0 0 0,-1 0 0,1 0 0,0 1 0,0-2 0,-2-28 0,2 26 0,3-271 0,-2 267 0,0 0 0,1 0 0,0 1 0,0-1 0,1 1 0,0-1 0,1 1 0,-1 0 0,1 0 0,1 0 0,-1 1 0,1-1 0,0 1 0,1 0 0,-1 1 0,10-8 0,0-2 0,-10 9 0,0 1 0,-1 0 0,0-1 0,0 0 0,5-10 0,-9 15 0,1 0 0,0 0 0,-1 0 0,1 0 0,-1 0 0,0 0 0,1 0 0,-1 0 0,0 0 0,0 0 0,1 0 0,-1-1 0,0 1 0,0 0 0,0 0 0,0 0 0,-1 0 0,1 0 0,0 0 0,0-1 0,-1 1 0,1 0 0,0 0 0,-1 0 0,1 0 0,-1 0 0,0 0 0,1 0 0,-1 0 0,0 1 0,0-1 0,1 0 0,-1 0 0,0 0 0,0 1 0,0-1 0,0 0 0,0 1 0,0-1 0,0 1 0,0-1 0,0 1 0,-1-1 0,-1 1 0,1 0 0,-1-1 0,1 1 0,-1 0 0,0 1 0,1-1 0,-1 0 0,1 1 0,-1-1 0,1 1 0,0 0 0,-1-1 0,1 1 0,-1 1 0,1-1 0,0 0 0,0 0 0,0 1 0,0-1 0,0 1 0,0 0 0,0 0 0,1 0 0,-4 3 0,1 1 0,-1 0 0,0 0 0,1 1 0,1-1 0,-1 1 0,1 0 0,-3 8 0,-46 152 0,51-165 0,0 0 0,1 0 0,-1 1 0,1-1 0,-1 0 0,1 0 0,0 1 0,0-1 0,0 0 0,0 0 0,0 0 0,1 1 0,-1-1 0,1 0 0,-1 0 0,1 0 0,0 0 0,0 0 0,0 0 0,0 0 0,2 3 0,-1-4 0,0 1 0,-1-1 0,1 0 0,0 0 0,1 0 0,-1 0 0,0 0 0,0 0 0,0 0 0,1-1 0,-1 1 0,0-1 0,0 0 0,1 0 0,-1 0 0,5 0 0,8-2 0,0 0 0,0-2 0,-1 1 0,26-11 0,3-7 0,-33 16 0,0 0 0,0 0 0,0 1 0,14-3 0,-24 7 0,0 0 0,0 0 0,1 0 0,-1 0 0,0-1 0,1 1 0,-1 0 0,0 0 0,1 0 0,-1 0 0,0 0 0,1 0 0,-1 0 0,0 0 0,0 1 0,1-1 0,-1 0 0,0 0 0,1 0 0,-1 0 0,0 0 0,0 0 0,1 1 0,-1-1 0,0 0 0,0 0 0,1 0 0,-1 1 0,0-1 0,0 0 0,1 0 0,-1 0 0,0 1 0,0-1 0,0 0 0,0 1 0,0-1 0,1 0 0,-1 0 0,0 1 0,-3 16 0,-14 15 0,7-20 0,-1-2 0,0 0 0,0 0 0,-17 11 0,15-12 0,1 1 0,0 0 0,-17 19 0,28-29 0,1 1 0,-1-1 0,1 1 0,-1-1 0,1 1 0,-1 0 0,1-1 0,-1 1 0,1-1 0,0 1 0,0 0 0,-1 0 0,1-1 0,0 1 0,0 0 0,0-1 0,-1 1 0,1 0 0,0-1 0,0 1 0,0 0 0,0 0 0,1-1 0,-1 1 0,0 0 0,0 0 0,0-1 0,0 1 0,1 0 0,-1-1 0,0 1 0,1 0 0,-1-1 0,1 1 0,1 1 0,0-1 0,0 1 0,0-1 0,0 0 0,0 0 0,0 0 0,0 0 0,1 0 0,-1 0 0,5 0 0,58 5 0,-36-10 0,0-1 0,0-1 0,0-1 0,53-22 0,-70 24 0,-9 4 0,1 0 0,-1-1 0,0 1 0,0-1 0,0 0 0,-1 0 0,1 0 0,0 0 0,3-4 0,-6 5 0,1 1 0,-1 0 0,0-1 0,0 1 0,0 0 0,1-1 0,-1 1 0,0 0 0,0-1 0,0 1 0,0 0 0,1-1 0,-1 1 0,0-1 0,0 1 0,0 0 0,0-1 0,0 1 0,0-1 0,0 1 0,0-1 0,0 1 0,-1 0 0,1-1 0,0 1 0,0-1 0,0 1 0,-1-1 0,-18-7 0,4 8 0,1 1 0,0 0 0,-1 1 0,1 1 0,0 0 0,0 1 0,1 0 0,-22 10 0,-12 3 0,24-10 0,-61 19 0,-102 20 0,41-15 0,289-29 0,-43-1 143,-43 1-525,1-2 1,107-16 0,67-20 18,-188 31 86,100-7-493,219 9 0,-173 6 561,825-3-841,-1005 0 1189,0 0 1,1 1 0,-1 1-1,0 0 1,22 7-1,-31-9-82,0 0-1,0 1 1,-1 0-1,1 0 0,0-1 1,0 1-1,-1 0 1,1 0-1,0 1 1,-1-1-1,1 0 0,-1 0 1,0 1-1,1-1 1,-1 1-1,0-1 1,0 1-1,0 0 0,0-1 1,0 1-1,0 0 1,0 0-1,-1-1 1,1 1-1,-1 0 0,1 0 1,-1 0-1,0 0 1,0 0-1,0 0 1,0 0-1,0 0 0,0 0 1,0 0-1,-1 0 1,1-1-1,-1 1 1,1 0-1,-1 0 0,0 0 1,1 0-1,-3 2 1,1 0 41,-1 0 0,0 0 0,1 0 0,-2-1 0,1 1 0,0-1 0,-1 1 0,0-1 0,1 0 0,-1 0 0,-1-1 0,-6 4 0,-61 22-301,38-16 178,-54 16-773,-1-4 0,-1-4 0,-129 13 0,31-6 720,69-10 78,-1-6 0,-124-5 0,190-3 0,0 2 0,-89 20 0,-56 6 0,-256-27-1208,233-7 1398,225 3-158,17 1 727,0-2 1,-1-1-1,1 0 0,20-6 0,361-99-305,-245 81-1128,-78 15 670,4-2 4,-7 0 0,143-7 0,-37 4 0,-12 0 0,-31 18-5,66-4 145,-165-8 460,-31 2-492,-25 0-137,-16 3-44,0 1-1,0 1 1,-1 2-1,-38 4 1,-136 22-465,127-13 466,-40 5-230,-303 34-1819,278-37 1867,-91 5-677,183-19 478,-1 2-1,1 3 0,-65 13 1,48-3 258,0-3-1,-104 3 1,-146-14 471,141-4 2468,233 4 426,14 0-2977,0-3-1,73-10 1,143-30-1280,-74 25 1087,-5 1 0,-93 5 0,0 5 0,121 8 0,-62 1 0,350-3 0,-512 3 141,-18 5 194,-34 12 379,30-14-600,-65 27-787,0-3 1,-2-4-1,-104 20 0,-259 25-1228,358-59 1688,8-3 213,22-3 0,-74 18 0,65-10 0,0-3 0,-1-4 0,-95 0 0,65-4 0,-54 13-177,-29 1-54,-26-19 2100,326 3 1344,86-1-3078,-29-1-312,-157 0 71,0-2 0,-1 0 0,1-1 0,-1-2 1,25-8-1,-18 5-9,54-11 1,485-24-1683,3 44-1003,-240 3 2247,6-3 2722,-302 6-1183,-27 0 156,-20 3-208,-100 35-850,69-24-209,-1-3 0,-48 11 0,-761 99-3689,711-116 3257,-122 17-1465,132-8 574,-181 3 0,-135-24-1008,177-2 2494,94 5 1086,-187-5 2207,327-1-2490,-43-11 0,7 2 518,30-1 636,44 14-1967,1-1 0,0 1 0,-1 0 0,1 0 0,0 0 1,0 0-1,-1 0 0,1 0 0,0-1 0,-1 1 0,1 0 0,0 0 0,0 0 0,-1-1 0,1 1 0,0 0 0,0 0 0,0-1 0,-1 1 0,1 0 0,0-1 0,0 1 0,0 0 1,0 0-1,0-1 0,0 1 0,-1 0 0,1-1 0,0 1 0,0 0 0,0-1 0,0 1 0,0 0 0,0-1 0,0 1 0,0 0 0,1-1 0,23-7 1672,56 2-2091,129 7 0,-76 2-37,202-20-844,-5 0 47,-10 1-597,-29 0 300,369 10-3247,331 8 3501,-186 1 782,-735-3 1388,0 3 0,91 15-1,-74-6 5099,-118-10-1598,-37 10-3114,-6 1-2264,-206 16-3257,202-19 2109,25-3 1572,-62 15-1,30-2 39,-155 14-1,-90-16-845,-46-2 987,-214 3-2162,-1232-20 14137,2052 3-12366,258-5-1645,-301-13 2239,69-1 185,616 18-1289,-823 2 958,0 2 0,-1 3 0,57 15 0,25 4 810,-72-17-278,182 37 2090,-237-46-1984,34 10 361,-36-11-549,0 0 0,1 1 0,-1-1 0,0 1 0,1-1 0,-1 1 0,0-1 0,0 1 0,1 0 0,-1 0 0,0 0 0,0 0 0,0 0 0,0 0 0,0 0 0,0 0 0,0 0 0,-1 0 0,1 0 0,1 3 0,-5-2-55,0 0 0,0 0 1,0 0-1,-1 0 0,1-1 0,0 0 1,-1 1-1,1-1 0,-1 0 1,0 0-1,1-1 0,-8 1 0,3 1-69,-89 19-918,0-4 0,-114 5 0,182-19 564,1 1 1,0 1-1,-46 15 1,44-10 206,-1-3 0,1 0-1,-37 2 1,-106 4-1038,-292 10 32,-389-25-348,498 2 5573,225 0 66,2706 0-13085,-2515 3 9138,68 12 0,45 2 1547,-145-16-1563,-8-2 469,0 1 1,0 1-1,0 1 0,0 1 1,37 11-1,-57-14-633,0 0 0,0 0 0,0 0 0,0 0-1,0 0 1,0 0 0,0 0 0,0 1 0,-1-1 0,1 0-1,0 0 1,0 0 0,0 0 0,0 0 0,0 0 0,0 0 0,0 0-1,0 0 1,0 1 0,0-1 0,0 0 0,0 0 0,0 0 0,0 0-1,0 0 1,0 0 0,0 1 0,0-1 0,0 0 0,0 0 0,0 0-1,0 0 1,0 0 0,0 0 0,0 0 0,0 1 0,0-1 0,0 0-1,0 0 1,0 0 0,0 0 0,0 0 0,0 0 0,1 0-1,-1 0 1,0 1 0,0-1 0,0 0 0,0 0 0,0 0 0,0 0-1,0 0 1,0 0 0,0 0 0,1 0 0,-1 0 0,0 0 0,0 0-1,0 0 1,0 0 0,0 0 0,0 0 0,1 0 0,-1 0 0,0 0-1,-16 4 390,-22 0-378,-29-2-793,-106 16 0,-61 10 761,16-9-2068,151-17 1356,-124 22 0,101-7 700,0-4 0,-104 1 0,-183-14-284,149-4-984,-136 4 1363,125 0 6115,252-2-6035,0-2 1,0 1-1,0-2 1,-1 0-1,0 0 1,1-1-1,13-10 1,-4 4-43,11-3-279,1 1 0,42-11 0,23-9-110,37-9 913,-95 32-1067,-1-1-1,43-21 0,-63 24-6403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8:18:03.935"/>
    </inkml:context>
    <inkml:brush xml:id="br0">
      <inkml:brushProperty name="width" value="0.1" units="cm"/>
      <inkml:brushProperty name="height" value="0.1" units="cm"/>
      <inkml:brushProperty name="color" value="#FFFFFF"/>
    </inkml:brush>
  </inkml:definitions>
  <inkml:trace contextRef="#ctx0" brushRef="#br0">1246 435 24575,'-4'70'0,"-18"107"0,15-126 0,0-21 0,-1 0 0,-1 0 0,-2-1 0,-1 0 0,-21 36 0,-26 57 0,53-110 0,-1-1 0,-1 0 0,1 0 0,-15 14 0,-16 23 0,13-10 0,4-8 0,2 1 0,0 1 0,-17 44 0,36-75 0,-1 0 0,0 0 0,1 0 0,0 0 0,-1 0 0,1 0 0,-1 0 0,1 0 0,0 0 0,0 1 0,0-1 0,0 0 0,0 0 0,0 0 0,0 0 0,0 0 0,0 0 0,0 1 0,1-1 0,-1 0 0,0 0 0,1 0 0,-1 0 0,1 0 0,0 1 0,1-1 0,-1-1 0,0 1 0,0-1 0,1 1 0,-1-1 0,0 0 0,0 0 0,1 0 0,-1 0 0,0 0 0,1 0 0,-1 0 0,0 0 0,1 0 0,-1-1 0,0 1 0,0 0 0,2-1 0,12-5 0,-1 0 0,25-15 0,-30 16 0,9-4 0,-1 0 0,0-2 0,0 1 0,-1-2 0,-1 0 0,0-1 0,-1-1 0,0 0 0,-1-1 0,20-28 0,-13 13 0,2 2 0,1 0 0,45-40 0,-23 24 0,33-51 0,-53 62 0,36-37 0,96-101 0,-156 170 0,-1 1 0,0-1 0,0 0 0,1 1 0,-1-1 0,0 1 0,1-1 0,-1 1 0,0-1 0,1 1 0,-1-1 0,1 1 0,-1 0 0,1-1 0,-1 1 0,1 0 0,-1-1 0,1 1 0,-1 0 0,1 0 0,0-1 0,-1 1 0,1 0 0,-1 0 0,1 0 0,0 0 0,-1 0 0,1 0 0,0 0 0,-1 0 0,1 0 0,3 18 0,-10 29 0,-2-24 0,-2 0 0,-1 0 0,0-1 0,-1 0 0,-19 23 0,11-15 0,-23 46 0,21-31 0,-44 68 0,29-54 0,22-33 0,-1-1 0,-34 41 0,-86 87 0,135-152 0,0 1 0,0-1 0,0 1 0,0-1 0,0 0 0,0 0 0,-1 1 0,1-1 0,-1 0 0,1 0 0,-1 0 0,1 0 0,-1-1 0,1 1 0,-1 0 0,0-1 0,1 1 0,-1-1 0,0 1 0,0-1 0,1 0 0,-1 0 0,0 0 0,0 0 0,0 0 0,1 0 0,-1 0 0,0 0 0,0-1 0,1 1 0,-1-1 0,-3-1 0,4 0 0,-1 0 0,0 0 0,1 0 0,-1 0 0,1 0 0,0 0 0,0-1 0,0 1 0,0-1 0,0 1 0,0-1 0,1 1 0,-1-1 0,1 1 0,-1-1 0,1 1 0,0-1 0,0 0 0,1 1 0,-1-1 0,0 1 0,2-5 0,8-32 0,1 0 0,2 1 0,22-43 0,0-2 0,-22 54 0,32-53 0,-30 59 0,-2-1 0,0 0 0,12-35 0,-23 50 0,0 2 0,0 1 0,0-1 0,1 1 0,-1 0 0,2 0 0,6-10 0,-6 16 0,-2 12 0,-3 13 0,-3-9 0,0 0 0,-2 1 0,1-2 0,-2 1 0,0-1 0,-11 18 0,-64 85 0,42-63 0,38-52 0,0 0 0,0 0 0,-1 0 0,0 0 0,1-1 0,-1 1 0,0-1 0,0 1 0,0-1 0,-5 2 0,7-4 0,1 1 0,-1-1 0,1 0 0,-1 0 0,1 0 0,-1 0 0,1 0 0,-1 0 0,1 0 0,-1 0 0,0 0 0,1 0 0,-1 0 0,1 0 0,-1 0 0,1 0 0,-1 0 0,1-1 0,-1 1 0,1 0 0,-1 0 0,1-1 0,-1 1 0,1 0 0,-1-1 0,1 1 0,-1-1 0,0 0 0,0-1 0,0 0 0,1 1 0,-1-1 0,0 0 0,1 1 0,-1-1 0,1 0 0,0 0 0,-1 0 0,1 0 0,0 1 0,0-3 0,2-12 0,0 1 0,1 0 0,1-1 0,0 1 0,1 1 0,1-1 0,0 1 0,11-19 0,12-30 0,-21 44 0,2 1 0,0 0 0,1 0 0,20-23 0,-19 26 0,-1 0 0,-1 0 0,0-1 0,-1 0 0,-1 0 0,7-19 0,-6 12 0,-9 23 0,0 0 0,0 0 0,0 0 0,0 0 0,0 0 0,0 0 0,0 1 0,0-1 0,0 0 0,0 0 0,0 0 0,0 0 0,0 0 0,0 0 0,0 0 0,0 1 0,0-1 0,0 0 0,0 0 0,0 0 0,0 0 0,0 0 0,0 0 0,0 1 0,0-1 0,0 0 0,0 0 0,0 0 0,0 0 0,0 0 0,0 0 0,0 0 0,0 0 0,0 0 0,0 1 0,1-1 0,-1 0 0,0 0 0,0 0 0,0 0 0,0 0 0,0 0 0,0 0 0,0 0 0,1 0 0,-1 0 0,0 0 0,0 0 0,0 0 0,0 0 0,0 0 0,0 0 0,0 0 0,1 0 0,-1 0 0,0 0 0,0 0 0,0 0 0,0 0 0,0 0 0,0 0 0,1 0 0,-1 0 0,0 0 0,0 0 0,0 0 0,0 0 0,0 0 0,0-1 0,0 47 0,0-30 0,-1-6 0,2 22 0,-2 0 0,-1-1 0,-2 1 0,-1 0 0,-14 48 0,18-77 0,0 0 0,0-1 0,-1 1 0,1 0 0,-1-1 0,0 1 0,0-1 0,0 0 0,0 1 0,0-1 0,0 0 0,-5 3 0,6-5 0,0 1 0,1-1 0,-1 1 0,0-1 0,0 0 0,0 0 0,0 1 0,0-1 0,0 0 0,0 0 0,0 0 0,0 0 0,1 0 0,-1 0 0,0 0 0,0-1 0,0 1 0,0 0 0,0 0 0,0-1 0,0 1 0,1-1 0,-1 1 0,0 0 0,0-1 0,0 1 0,1-1 0,-1 0 0,0 1 0,1-1 0,-1 0 0,0 1 0,1-1 0,-1 0 0,1 0 0,-1 0 0,1 1 0,0-1 0,-1 0 0,1 0 0,0 0 0,-1 0 0,1-2 0,-5-12 0,1 0 0,0-1 0,1 0 0,1 0 0,0 0 0,1 0 0,2-21 0,2-5 0,13-68 0,-13 90 0,2 0 0,0 0 0,1 1 0,1-1 0,0 1 0,14-23 0,-21 41 0,1 1 0,-1-1 0,0 1 0,0-1 0,0 1 0,1-1 0,-1 1 0,0-1 0,1 1 0,-1-1 0,0 1 0,1-1 0,-1 1 0,1 0 0,-1-1 0,0 1 0,1 0 0,-1-1 0,1 1 0,-1 0 0,1 0 0,-1-1 0,1 1 0,-1 0 0,1 0 0,0 0 0,-1 0 0,1 0 0,-1 0 0,1 0 0,-1 0 0,1 0 0,0 0 0,-1 0 0,1 0 0,-1 0 0,1 0 0,-1 0 0,2 1 0,8 24 0,-3 37 0,-7-61 0,1 31 0,-2-1 0,-2 1 0,0 0 0,-12 47 0,11-61 0,1-3 0,0 1 0,-1-1 0,0 0 0,-2 0 0,1 0 0,-2-1 0,0 0 0,0 0 0,-11 13 0,10-25 0,4-12 0,0-18 0,4 27 0,0-55 0,2 1 0,2-1 0,3 1 0,2 0 0,27-91 0,4 47 0,-13 34 0,-26 62 0,0 0 0,1 1 0,-1-1 0,0 1 0,1-1 0,-1 1 0,1 0 0,0-1 0,0 1 0,3-3 0,6 5 0,-2 19 0,-3 21 0,-2-1 0,-1 1 0,-2 0 0,-6 45 0,2 11 0,2-29 0,-19 129 0,17-182 0,-5 39 0,-3 0 0,-27 80 0,38-133 0,0 1 0,0-1 0,0 1 0,0-1 0,0 1 0,0-1 0,0 1 0,0-1 0,0 1 0,-1-1 0,1 1 0,0-1 0,0 1 0,0-1 0,-1 0 0,1 1 0,0-1 0,-1 1 0,1-1 0,0 0 0,-1 1 0,1-1 0,0 0 0,-1 1 0,1-1 0,-1 0 0,1 1 0,0-1 0,-1 0 0,1 0 0,-1 0 0,1 0 0,-1 1 0,1-1 0,-1 0 0,1 0 0,-1 0 0,0 0 0,-5-21 0,2-35 0,5 34 0,2 0 0,0 1 0,1-1 0,2 1 0,0 0 0,10-24 0,8-27 0,-7 24 0,3 1 0,1 1 0,3 1 0,53-76 0,7-16 0,-45 65 0,-15 24 0,31-43 0,-25 59 0,-19 28 0,-17 24 0,-2 0 0,-2 0 0,0-1 0,-1 0 0,-1-1 0,-1 0 0,0-1 0,-25 25 0,36-41 0,1 0 0,-1 0 0,0 1 0,0-1 0,0 0 0,1-1 0,-1 1 0,0 0 0,0-1 0,0 1 0,0-1 0,0 1 0,0-1 0,-1 0 0,1 0 0,0 0 0,0 0 0,0 0 0,0-1 0,0 1 0,0 0 0,0-1 0,0 0 0,0 1 0,0-1 0,0 0 0,1 0 0,-1 0 0,-2-2 0,-5-4 0,-1 0 0,1-1 0,1-1 0,-10-11 0,-18-16 0,26 29 0,-1-1 0,0 2 0,0 0 0,-1 0 0,1 1 0,-1 0 0,0 1 0,-1 0 0,1 1 0,-1 1 0,0 0 0,1 0 0,-1 1 0,0 1 0,-14 1 0,-85 5 0,101-5 0,1 1 0,-1 0 0,1 1 0,0 0 0,-1 1 0,1 0 0,1 1 0,-14 7 0,-29 19 0,-1-2 0,-86 33 0,7-3 0,132-59 0,0 0 0,-1 0 0,1 0 0,0 0 0,0 0 0,0-1 0,0 1 0,0 0 0,0 0 0,-1 0 0,1 0 0,0 0 0,0 0 0,0 0 0,0 0 0,0 0 0,0 0 0,0 0 0,-1-1 0,1 1 0,0 0 0,0 0 0,0 0 0,0 0 0,0 0 0,0 0 0,0-1 0,0 1 0,0 0 0,0 0 0,0 0 0,0 0 0,0 0 0,0-1 0,0 1 0,0 0 0,0 0 0,0 0 0,0 0 0,0 0 0,0-1 0,0 1 0,0 0 0,0 0 0,0 0 0,0 0 0,0 0 0,0-1 0,0 1 0,1 0 0,-1 0 0,0 0 0,0 0 0,0 0 0,0 0 0,0 0 0,0 0 0,0 0 0,1-1 0,-1 1 0,0 0 0,0 0 0,0 0 0,0 0 0,0 0 0,1 0 0,10-21 0,16-22 0,13-23 0,44-97 0,-83 161 0,1 0 0,-1 0 0,0 0 0,1 0 0,-1 0 0,1 0 0,-1 0 0,1 1 0,0-1 0,0 1 0,0-1 0,4-1 0,2 5 0,-12 17 0,-11 9 0,-1 0 0,-23 31 0,5-9 0,23-35 0,-1 0 0,-1-1 0,-1 0 0,0-1 0,0 0 0,-2-2 0,-30 19 0,26-17 0,1 0 0,0 1 0,1 1 0,-22 24 0,32-30 0,0 0 0,-1 0 0,1-1 0,-2-1 0,1 0 0,-1 0 0,0-1 0,0 0 0,-1 0 0,0-1 0,-17 5 0,26-9 0,0-1 0,0 0 0,0 1 0,1-1 0,-1 0 0,0 0 0,0 0 0,0-1 0,0 1 0,1 0 0,-1-1 0,0 1 0,0-1 0,1 1 0,-1-1 0,0 0 0,1 0 0,-1 0 0,0 0 0,1 0 0,0 0 0,-1 0 0,-1-3 0,1 2 0,0-1 0,1 0 0,0 0 0,-1 0 0,1 0 0,0 0 0,1 0 0,-1 0 0,0 0 0,1 0 0,0 0 0,0-6 0,0 1 0,1 0 0,0 0 0,0 0 0,0 1 0,1-1 0,1 1 0,-1-1 0,1 1 0,0 0 0,7-11 0,31-44 0,-2-2 0,-3-2 0,50-128 0,-86 193 0,16-30 0,-7 27 0,-3 20 0,-2 27 0,-2 0 0,-4 54 0,0-24 0,-1-33 0,-3 0 0,-1 0 0,-1-1 0,-16 41 0,16-50 0,6-26 0,0 5 0,0 0 0,-1 0 0,0 0 0,-1-1 0,0 1 0,-9 12 0,13-21 0,0 0 0,0 1 0,0-1 0,0 0 0,0 0 0,0 0 0,0 0 0,0 0 0,-1 0 0,1 1 0,0-1 0,0 0 0,0 0 0,0 0 0,0 0 0,0 0 0,-1 0 0,1 0 0,0 0 0,0 0 0,0 0 0,0 0 0,0 0 0,-1 0 0,1 0 0,0 0 0,0 0 0,0 0 0,0 0 0,-1 0 0,1 0 0,0 0 0,0 0 0,0 0 0,0 0 0,0 0 0,-1 0 0,1 0 0,0 0 0,0 0 0,0 0 0,0 0 0,0-1 0,0 1 0,-1 0 0,1 0 0,0 0 0,0 0 0,0 0 0,0 0 0,0 0 0,0-1 0,-4-12 0,0-15 0,1-38 0,6-85 0,-1 129 0,1 1 0,1 0 0,0 0 0,2 0 0,0 0 0,2 1 0,0 0 0,12-20 0,4-4 0,-19 32 0,0 0 0,2 1 0,-1 0 0,1 0 0,1 0 0,0 1 0,0 0 0,1 1 0,1 0 0,14-11 0,-23 19 0,0 0 0,0 1 0,0-1 0,0 1 0,1-1 0,-1 1 0,0-1 0,1 1 0,-1 0 0,0 0 0,1 0 0,-1 0 0,0 0 0,1 0 0,-1 0 0,0 0 0,1 0 0,-1 1 0,0-1 0,0 0 0,1 1 0,-1-1 0,0 1 0,0-1 0,0 1 0,1 0 0,-1 0 0,0-1 0,0 1 0,0 0 0,0 0 0,-1 0 0,1 0 0,0 0 0,0 0 0,0 0 0,-1 1 0,1-1 0,-1 0 0,1 0 0,-1 0 0,1 1 0,-1-1 0,0 0 0,1 3 0,2 7 0,-1-1 0,0 1 0,0 0 0,0 12 0,-3-4 0,-1 1 0,0-1 0,-1 0 0,-2 0 0,0 0 0,0 0 0,-2-1 0,-1 1 0,-13 23 0,-3 11 0,7-8 0,-14 59 0,23-70 0,-2 0 0,-1-1 0,-2 0 0,-19 34 0,13-28 0,17-32 0,-1 0 0,1 0 0,-2-1 0,1 0 0,0 1 0,-1-1 0,0-1 0,-1 1 0,1 0 0,-1-1 0,0 0 0,-1 0 0,1-1 0,-9 6 0,13-10 0,0 1 0,-1-1 0,1 0 0,0 1 0,0-1 0,-1 0 0,1 0 0,0 0 0,-1 0 0,1 0 0,0 0 0,-1-1 0,1 1 0,0 0 0,0-1 0,-1 1 0,1-1 0,0 1 0,0-1 0,0 1 0,0-1 0,0 0 0,-1 0 0,1 0 0,1 0 0,-1 1 0,0-1 0,0 0 0,0 0 0,0-1 0,1 1 0,-1 0 0,0 0 0,1 0 0,-1 0 0,1-1 0,0 1 0,-1 0 0,1 0 0,0-1 0,-1-1 0,-7-59 0,8 60 0,-1-26 0,2-1 0,0 1 0,2-1 0,1 1 0,2 0 0,0 0 0,2 1 0,1-1 0,16-33 0,17-40 0,-33 75 0,1-1 0,2 1 0,0 1 0,2 0 0,0 1 0,2 1 0,23-28 0,-26 36 0,25-26 0,-37 39 0,1 1 0,-1-1 0,1 1 0,-1 0 0,1 0 0,-1 0 0,1 0 0,0 0 0,0 0 0,-1 0 0,1 0 0,0 1 0,0-1 0,0 1 0,0-1 0,0 1 0,0 0 0,0-1 0,0 1 0,0 0 0,2 1 0,-3 0 0,1 0 0,-1 0 0,1 0 0,-1 0 0,0 0 0,0 1 0,0-1 0,1 0 0,-1 1 0,0-1 0,-1 1 0,1-1 0,0 1 0,0 0 0,-1-1 0,1 1 0,-1 0 0,1-1 0,-1 1 0,0 0 0,1 3 0,1 44 0,-3-40 0,2 14 0,-1 0 0,-2 0 0,0 0 0,-2 0 0,0 0 0,-15 43 0,-55 180 0,49-149 0,-106 276 0,128-367 0,0 0 0,0 0 0,-1 0 0,0-1 0,0 0 0,0 1 0,-7 5 0,10-10 0,1-1 0,-1 1 0,0 0 0,0-1 0,0 1 0,0-1 0,0 1 0,1-1 0,-1 1 0,0-1 0,0 1 0,-1-1 0,1 0 0,0 0 0,0 1 0,0-1 0,0 0 0,0 0 0,0 0 0,0 0 0,-1-1 0,1 1 0,-1-1 0,1 0 0,0 0 0,0 0 0,0 0 0,0 0 0,0 0 0,0 0 0,0 0 0,0-1 0,0 1 0,0 0 0,1 0 0,-1-1 0,1 1 0,-1-1 0,1 1 0,-1 0 0,1-1 0,-1-1 0,0-5 0,0 0 0,0 0 0,1-1 0,0 1 0,0 0 0,0 0 0,1 0 0,4-15 0,24-68 0,-12 42 0,10-34 0,3 2 0,70-134 0,9 42 0,-23 40 0,-82 127 0,25-40 0,-27 44 0,-1 0 0,1 0 0,0 0 0,-1 0 0,1 1 0,0-1 0,0 0 0,0 1 0,0-1 0,0 1 0,0 0 0,1 0 0,-1 0 0,0 0 0,1 0 0,4-1 0,-6 2 0,0 1 0,0-1 0,0 1 0,0-1 0,1 1 0,-1-1 0,0 1 0,0-1 0,0 1 0,0 0 0,0 0 0,0 0 0,-1 0 0,1-1 0,0 1 0,0 0 0,-1 0 0,1 1 0,0-1 0,-1 0 0,1 0 0,-1 0 0,1 0 0,-1 0 0,0 1 0,1-1 0,-1 0 0,0 2 0,5 42 0,-5-41 0,-1 35 0,-2-1 0,-2 0 0,-1 0 0,-18 60 0,-1 9 0,-35 127 0,46-163 0,11-49 0,-1 0 0,-1 0 0,0-1 0,-2 1 0,-10 20 0,-54 126 0,28-59 0,42-107 0,1 0 0,-1 0 0,0 0 0,0-1 0,0 1 0,0 0 0,0 0 0,0 0 0,-1-1 0,1 1 0,-1-1 0,1 1 0,-1-1 0,-2 2 0,4-3 0,-1 0 0,1 0 0,-1 0 0,1 0 0,-1 0 0,0 0 0,1 0 0,-1 0 0,1 0 0,-1 0 0,1-1 0,-1 1 0,1 0 0,-1 0 0,1-1 0,-1 1 0,1 0 0,0-1 0,-1 1 0,1 0 0,-1-1 0,1 1 0,0 0 0,-1-1 0,1 1 0,0-1 0,-1 1 0,1-1 0,0 1 0,0-1 0,0 1 0,-1-2 0,-1-4 0,0-1 0,0 0 0,1 0 0,-1 0 0,2 0 0,-1 0 0,1-8 0,1-5 0,2 0 0,0 0-1,1 0 1,1 1 0,1 0-1,8-20 1,59-109 31,-5 12-824,-38 61 644,-18 40 148,2 1 1,1 1-1,2 0 0,38-57 1,198-258-285,-245 334 399,1 1 0,1 0 0,0 0 0,1 1 0,1 0 0,0 1-1,0 0 1,18-11 0,-30 22-109,1 0-1,-1 0 1,1 0-1,0 0 1,-1 0-1,1 0 1,-1 0-1,1 0 1,-1 0-1,1 0 1,0 0-1,-1 0 1,1 0-1,-1 1 1,1-1-1,-1 0 1,1 0-1,-1 1 1,1-1-1,-1 0 1,1 1-1,-1-1 0,0 0 1,1 1-1,-1-1 1,1 1-1,-1-1 1,0 1-1,1-1 1,-1 1-1,0-1 1,0 1-1,1-1 1,-1 1-1,0-1 1,0 1-1,0-1 1,0 1-1,0-1 1,0 1-1,0 0 1,0 0-1,4 30-33,-4-28 41,1 16-12,-1 1 0,-1-1 0,-1 1 0,-1-1 0,0 0 0,-2 0 0,-11 33 0,13-43-8,-100 310-233,33-86-1058,25-92 1599,38-121 25,-1-1-1,-1 0 1,-23 35 0,-11 24-376,40-72 51,0 4 0,-2-1 0,1-1 0,-1 1 0,-7 9 0,12-18 0,0 1 0,-1-1 0,1 0 0,0 1 0,0-1 0,0 0 0,-1 0 0,1 1 0,0-1 0,-1 0 0,1 0 0,0 1 0,-1-1 0,1 0 0,0 0 0,-1 0 0,1 1 0,0-1 0,-1 0 0,1 0 0,0 0 0,-1 0 0,1 0 0,0 0 0,-1 0 0,1 0 0,-1 0 0,1 0 0,0 0 0,-1 0 0,1 0 0,0 0 0,-1 0 0,1 0 0,-1-1 0,1 1 0,0 0 0,-1 0 0,1 0 0,0 0 0,-1-1 0,-7-19 0,2-25 0,10-268 0,2 278 0,1 1 0,2 0 0,1 0 0,2 0 0,2 2 0,29-55 0,-17 35 0,22-62 0,-46 106 0,8-25 0,2 1 0,1 0 0,1 1 0,1 1 0,21-31 0,-34 58 0,0 0 0,1 1 0,-1-1 0,0 0 0,1 1 0,0-1 0,0 1 0,-1 0 0,1 0 0,0 0 0,1 0 0,-1 1 0,0-1 0,0 1 0,1 0 0,-1 0 0,6-1 0,-9 2 0,1 0 0,-1 1 0,1-1 0,-1 0 0,1 1 0,-1-1 0,1 0 0,-1 1 0,1-1 0,-1 0 0,1 1 0,-1-1 0,0 1 0,1-1 0,-1 1 0,0-1 0,1 1 0,-1-1 0,0 1 0,1 0 0,-1-1 0,0 1 0,0-1 0,0 1 0,0 0 0,0-1 0,0 1 0,0-1 0,0 1 0,0 0 0,0-1 0,0 1 0,0-1 0,0 1 0,-1 0 0,-4 24 0,5-23 0,-38 117-419,-104 221-1,126-313 595,-36 51-1,36-58-76,2 1 0,0 0 0,1 1 0,-11 28 0,7-14-98,0 0 0,-3-2 0,-34 47 0,11-16 0,40-61 0,-36 50 0,37-51 0,0 0 0,0-1 0,0 1 0,0-1 0,-1 0 0,1 0 0,-1 0 0,1 0 0,-1 0 0,0 0 0,0-1 0,0 0 0,0 1 0,0-1 0,0 0 0,-6 1 0,8-3 0,-1 1 0,0 0 0,1-1 0,-1 0 0,1 1 0,-1-1 0,1 0 0,0 0 0,-1 0 0,1 0 0,0 0 0,0 0 0,-1 0 0,1 0 0,0-1 0,0 1 0,0 0 0,0-1 0,1 1 0,-1 0 0,0-1 0,1 1 0,-1-1 0,1 0 0,-1 1 0,1-1 0,-1-2 0,-5-49 0,6 49 0,-2-16-93,1-1-1,1 0 1,1 0-1,1 1 1,1-1-1,1 1 1,1 0-1,0 0 0,1 0 1,16-31-1,7-14-16,39-136 0,-50 143 125,60-141 190,-58 153 1,2 1 0,2 0 0,3 2-1,59-76 1,-85 117-206,0 1 0,0-1 0,0 1 0,0-1 0,0 1 0,0 0 0,1-1 0,-1 1 0,0 0 0,1 0 0,-1 0 0,1 0 0,0 0 0,-1 0 0,1 0 0,0 1 0,-1-1 0,1 1 0,0-1 0,0 1 0,2-1 0,-3 2 0,1 0 0,-1-1 0,0 1 0,1 0 0,-1 0 0,0 0 0,0 0 0,0 1 0,0-1 0,0 0 0,0 0 0,0 1 0,0-1 0,-1 0 0,1 1 0,0-1 0,-1 1 0,1-1 0,-1 1 0,0-1 0,1 1 0,-1-1 0,0 1 0,0 2 0,5 46 0,-2-1 0,-7 88 0,0-28 0,4-44 0,1-10 0,-8 69 0,4-104 0,-1-1 0,0 0 0,-1 0 0,-1 0 0,-1 0 0,-1-1 0,-11 20 0,-10 6 0,-2-2 0,-2-2 0,-1 0 0,-49 42 0,45-45 0,22-24 0,-1-1 0,0-1 0,-1 0 0,0-1 0,-1-2 0,-26 10 0,37-14 0,-1-1 0,1 0 0,-1-1 0,0 0 0,0 0 0,0-1 0,-18 0 0,24-1 0,1 0 0,-1-1 0,1 1 0,-1-1 0,1 0 0,-1 0 0,1 0 0,-1 0 0,1 0 0,0 0 0,-1-1 0,1 1 0,0-1 0,0 1 0,0-1 0,0 0 0,0 0 0,1 0 0,-1 0 0,1 0 0,-1-1 0,1 1 0,0 0 0,-1-1 0,1 1 0,1-1 0,-1 1 0,0-1 0,0 1 0,1-1 0,-1-3 0,-2-30 0,1-1 0,2 0 0,8-70 0,-4 81-76,1 1-1,1-1 0,1 1 1,1 0-1,2 0 0,0 1 1,2 1-1,28-45 0,10-1-268,81-88 0,-78 83 345,-44 59 0,0 0 0,2 0 0,0 1 0,0 1 0,17-15 0,-9 11 230,0 1 0,1 1 0,1 0 0,0 2 0,44-20 0,-63 32-230,-1 0 0,1 1 0,-1-1 0,1 1 0,0 0 0,-1-1 0,1 1 0,0 0 0,-1 0 0,1 0 0,0 0 0,0 1 0,-1-1 0,1 0 0,0 1 0,-1-1 0,1 1 0,-1 0 0,1-1 0,-1 1 0,1 0 0,2 2 0,-2-1 0,0 0 0,0 1 0,-1-1 0,1 1 0,0-1 0,-1 1 0,0 0 0,0-1 0,0 1 0,0 0 0,0 0 0,1 3 0,0 12 0,-1 0 0,0 0 0,-2 30 0,0-31 0,-1 6 0,-2 0 0,0-1 0,-1 1 0,-1-1 0,-1 0 0,-15 30 0,-12 40 0,25-70 0,-1 0 0,-1-1 0,-1 0 0,-1 0 0,0-2 0,-32 36 0,-24 36 0,56-72 0,-1 0 0,0-1 0,-1 0 0,-1-1 0,-1-1 0,0 0 0,-1-1 0,-1-2 0,-38 23 0,29-21 0,-4 3 0,-48 19 0,72-34 0,-1 0 0,0 0 0,1-1 0,-1 0 0,0-1 0,0 1 0,-1-2 0,1 0 0,0 0 0,-18-2 0,24 1 0,1 1 0,-1-1 0,0 0 0,0 0 0,0 0 0,1-1 0,-1 1 0,0 0 0,1-1 0,-1 0 0,1 0 0,0 0 0,-1 0 0,1 0 0,0 0 0,0 0 0,1-1 0,-1 1 0,0-1 0,1 1 0,-1-1 0,1 0 0,0 1 0,0-1 0,0 0 0,0 0 0,1 0 0,-1 0 0,1 0 0,0 0 0,-1 0 0,1 0 0,1 0 0,-1 0 0,0 0 0,1 1 0,0-5 0,3-7 0,-1 0 0,2 0 0,-1 0 0,2 1 0,0 0 0,10-15 0,5-10 0,2 2 0,48-58 0,-51 69 0,25-38 0,-28 37 0,33-38 0,118-144 0,-129 157 0,-32 41 0,0 1 0,1 0 0,0 0 0,0 1 0,1 0 0,0 0 0,0 1 0,1 0 0,0 1 0,18-9 0,-28 15 0,1 0 0,0 0 0,-1-1 0,1 1 0,0 0 0,-1 0 0,1 0 0,0 0 0,-1 0 0,1 0 0,0 0 0,0 0 0,-1 0 0,1 0 0,0 0 0,-1 1 0,1-1 0,0 0 0,-1 0 0,1 1 0,0-1 0,-1 0 0,1 1 0,-1-1 0,1 1 0,-1-1 0,1 1 0,-1-1 0,1 1 0,3 22 0,-15 32 0,9-50 0,-25 89 0,-5-2 0,-68 139 0,77-184 0,7-15 0,0-1 0,-2 0 0,-2-2 0,-25 32 0,-128 156 0,151-190-107,-1-2-1,-1-1 1,-1-1-1,0-1 1,-2-1-1,-42 24 1,-10 10 859,76-52-752,-13 9 0,0-1 0,0-1 0,-1 0 0,-33 15 0,47-24 0,0 0 0,0 0 0,1 0 0,-1 0 0,0-1 0,0 1 0,0-1 0,0 1 0,0-1 0,0 0 0,0 0 0,0-1 0,0 1 0,0 0 0,0-1 0,0 0 0,0 0 0,0 0 0,1 0 0,-1 0 0,0 0 0,1-1 0,-1 0 0,1 1 0,-1-1 0,1 0 0,0 0 0,0 0 0,0 0 0,0-1 0,0 1 0,0 0 0,0-1 0,1 1 0,0-1 0,-1 0 0,1 0 0,0 1 0,0-1 0,0-4 0,-4-8-52,2-1-1,0 1 0,1-1 0,1 0 1,0 0-1,1 0 0,1 1 0,0-1 1,4-16-1,0 9-35,1 0 0,0 0 0,2 1 0,1 0 0,15-30 0,-15 39 88,1 0 0,0 0 0,1 1 0,0 0 0,0 1 0,14-9 0,36-38 0,-25 15 6,2 1 0,2 2 0,58-45 0,71-45 112,-134 108-118,1 1 0,1 1 0,1 2 0,59-18 0,-95 35 0,0 0 6,-1 1-1,0-1 1,0 1-1,0-1 1,1 1-1,-1 0 1,0-1-1,1 1 1,-1 0-1,0 0 1,0 0-1,1 0 1,-1 0-1,0 0 1,1 1-1,-1-1 0,0 0 1,0 1-1,1-1 1,-1 1-1,0-1 1,0 1-1,0-1 1,1 1-1,1 1 1,-2 0 16,0 0 1,1 0-1,-1 0 1,0 0-1,0 0 0,0 0 1,-1 1-1,1-1 1,0 0-1,-1 0 0,1 1 1,-1-1-1,0 3 1,0 9 91,0 0 0,-1 0 0,-5 23 0,-3-1-114,-1 0 0,-26 56 0,2-5 0,24-65 0,-1 0 0,-2 0 0,0-1 0,-1 0 0,-1-1 0,-27 26 0,16-16 0,-31 46 0,50-63 0,-1 0 0,0-1 0,-1 0 0,0-1 0,-1 0 0,0 0 0,-1-1 0,0 0 0,0-1 0,-26 15 0,20-14 0,7-4 0,0 0 0,-1 0 0,0-1 0,-17 5 0,27-10 0,-1 1 0,0-1 0,0 1 0,0-1 0,1 0 0,-1 0 0,0 1 0,0-1 0,0 0 0,1-1 0,-1 1 0,0 0 0,0 0 0,0-1 0,1 1 0,-1-1 0,0 0 0,1 0 0,-1 1 0,0-1 0,1 0 0,-1 0 0,1 0 0,-1 0 0,1-1 0,0 1 0,-1 0 0,1-1 0,0 1 0,0-1 0,0 1 0,0-1 0,0 1 0,0-1 0,0-3 0,-2-5-26,1-1 0,0 1-1,1-1 1,0 0 0,1 0 0,0 1-1,0-1 1,2 0 0,-1 0 0,1 1-1,1-1 1,-1 1 0,2 0-1,0 0 1,0 0 0,1 0 0,0 1-1,0 0 1,1 0 0,0 0 0,1 0-1,0 1 1,0 0 0,14-10-1,-6 6 27,0 0 0,-2-1 0,1 0 0,-2-1 0,0-1 0,14-21 0,-9 13-60,0 2 0,2 0 0,0 0-1,33-25 1,94-58-352,-99 72 376,-12 8 57,1 1 0,0 1 1,2 3-1,78-30 0,-55 29 522,-14 4-229,69-15 0,-113 31-308,0-1-1,-1 0 0,1 1 0,-1 0 1,1-1-1,0 1 0,-1 0 0,1 1 1,-1-1-1,1 0 0,0 1 1,-1-1-1,1 1 0,-1 0 0,1 0 1,-1 0-1,0 0 0,1 0 0,-1 1 1,0-1-1,0 1 0,4 2 1,-4-1-5,-1 0 0,1 0 0,-1 0 0,1 0 1,-1 0-1,0 0 0,0 0 0,0 0 0,-1 0 0,1 1 1,-1-1-1,0 0 0,0 1 0,0-1 0,0 5 1,-2 6-4,-1 0 1,0 0-1,-1 0 1,0-1-1,-1 1 1,-1-1 0,-10 18-1,1-8 2,-36 39 0,33-42 0,2 1 0,-23 35 0,19-22 0,-1-1 0,-2 0 0,-2-2 0,0 0 0,-2-2 0,-54 46 0,69-64 0,1 0 0,0 1 0,1 1 0,-9 13 0,11-14 0,-1 0 0,0-1 0,0 0 0,-18 15 0,27-25 0,-1-1 0,1 1 0,-1-1 0,1 1 0,-1-1 0,1 1 0,-1-1 0,1 1 0,-1-1 0,0 0 0,1 1 0,-1-1 0,0 0 0,1 0 0,-1 1 0,1-1 0,-1 0 0,0 0 0,0 0 0,1 0 0,-1 0 0,0 0 0,1 0 0,-1 0 0,0 0 0,1 0 0,-1-1 0,0 1 0,1 0 0,-1 0 0,0 0 0,0-1 0,-5-21 0,12-31 0,3 31-76,1 0-1,1 1 1,0 0 0,2 1-1,0 1 1,1-1 0,19-17-1,22-34-2271,34-55 1591,6 5-1,113-114 0,-157 177 758,-40 43 0,1 1 0,1 0 0,0 1 0,23-18 0,7-1 945,-6 5-224,55-32-1,-81 53-470,1 0-1,0 0 0,1 2 0,-1-1 1,1 2-1,0 0 0,0 0 1,0 1-1,19 0 0,-29 2-237,0 0-1,0 0 1,1 0 0,-1 1-1,0 0 1,0 0 0,0 0-1,0 0 1,0 0 0,0 0 0,0 1-1,-1-1 1,1 1 0,0 0-1,-1 0 1,1 0 0,-1 0-1,0 0 1,1 1 0,-1-1-1,0 1 1,-1-1 0,1 1-1,0 0 1,-1 0 0,0 0-1,1 0 1,-1 0 0,0 0-1,0 0 1,-1 0 0,1 4-1,2 12-23,-1 0 0,-1 1 0,-1-1-1,-3 26 1,2-16 41,0 0-29,0 1 0,-2-1 0,-1 0 0,-2 0 0,0 0 0,-2-1 0,-1 1 0,-2-2 0,0 0 0,-22 36 0,-173 253 0,189-291 0,-2-1 0,-1-1 0,-36 31 0,13-11 0,32-31 0,-44 41 0,51-49 0,-1 0 0,1-1 0,-1 0 0,1 0 0,-1 0 0,0 0 0,0-1 0,0 0 0,0 0 0,-7 2 0,11-4 0,1 0 0,-1 0 0,0 0 0,1 0 0,-1 0 0,0 0 0,1 0 0,-1 0 0,1 0 0,-1 0 0,0 0 0,1-1 0,-1 1 0,1 0 0,-1 0 0,1-1 0,-1 1 0,1 0 0,-1-1 0,1 1 0,-1-1 0,1 1 0,-1 0 0,1-1 0,-1 1 0,1-1 0,0 1 0,-1-1 0,1 0 0,0 1 0,-1-1 0,-1-25 0,15-25 0,9-1 0,1 1 0,3 1 0,2 2 0,3 1 0,40-50 0,-41 56-253,30-55 1,-43 65 84,2 0 1,1 1 0,1 2-1,35-37 1,-9 18-231,57-73 0,-76 89 607,1 1 0,1 2 0,43-33 0,37-33 241,-109 92-426,0 1 0,1 0 0,-1-1-1,0 1 1,0 0 0,1-1 0,-1 1-1,1 0 1,-1 0 0,1 0 0,0 1-1,-1-1 1,1 0 0,0 0 0,0 1-1,-1-1 1,1 1 0,0 0 0,0 0-1,0-1 1,0 1 0,-1 0 0,1 0-1,0 1 1,0-1 0,0 0 0,3 2-1,-3-1-14,0 1-1,0 0 1,-1-1-1,1 1 1,-1 0-1,1 0 1,-1 1-1,1-1 1,-1 0-1,0 0 1,0 0-1,0 1 1,-1-1-1,1 1 1,0-1-1,-1 0 1,0 1-1,1-1 1,-1 1-1,0-1 1,-1 3-1,0 11-8,-1-1 0,-1 0 0,0 1 0,-1-1 0,-1-1 0,-1 1 0,0-1 0,0 0 0,-10 14 0,-19 48 0,12-20-83,-3-2 0,-40 62 0,-17 33-800,28-49 628,-128 176-1,90-144 147,82-114 13,-2-1-1,0 0 0,-1-1 1,-1 0-1,-28 23 1,27-26 305,1 1 0,-21 25 1,27-28-77,0-1 1,0 1 0,-2-2 0,1 1-1,-1-2 1,0 1 0,-19 9 0,29-17-134,0-1 0,0 1 0,0-1 0,0 0 0,0 1 0,0-1 0,1 0 0,-1 0 0,0 0 0,0 0 0,0 0 0,0 0 0,0 0 0,0 0 0,0 0 0,0 0 0,0 0 0,0 0 0,0-1 0,0 1 0,0 0 0,1-1 0,-1 1 0,0-1 0,0 1 0,-1-2 0,1 0 0,-1 1 0,1-1 0,-1 0 0,1 0 0,0 0 0,0 0 0,0-1 0,0 1 0,0 0 0,-1-4 0,-5-60 0,6 62 0,1-5-4,-1-164-1073,2 148 876,1 0 1,2 1-1,0-1 0,16-45 1,18-43 200,-23 64 0,2 2 0,43-86 0,-40 99 0,148-278 0,-151 283 19,2 1 1,0 1-1,2 0 1,0 2-1,46-41 1,-11 9 1231,-36 36-1027,-3 2 151,0 2 0,20-17 0,-36 34-375,0-1 0,-1 0 0,1 0 0,0 1 0,0-1 0,0 0 0,0 1 0,0-1 0,0 1 0,0-1 0,-1 1 0,1 0 0,0-1 0,1 1 0,-1 0 0,0 0 0,0 0 0,0 0 0,0 0 0,0 0 0,0 0 0,0 0 0,0 0 0,0 0 0,0 0 0,0 1 0,0-1 0,0 0 0,0 1 0,0-1 0,0 1 0,0-1 0,1 2 0,0 0 0,-1 0 0,1 1 0,-1 0 0,1-1 0,-1 1 0,0 0 0,0 0 0,0 0 0,0-1 0,0 1 0,0 5 0,1 10 0,-1-1 0,0 1 0,-3 20 0,-8 26 0,-3-1 0,-3 0 0,-39 96 0,35-110 0,-3-2 0,-2-1 0,-54 77 0,-20 34 0,65-104-207,-2-1 1,-3-2-1,-1-1 0,-62 56 0,45-46 157,44-47 31,0 0 0,-1-1 1,-19 13-1,27-20 117,-1 0 0,0 0-1,0 0 1,0-1 0,0 0 0,-1-1 0,1 1 0,-1-2 0,-12 3-1,19-4-90,-1-1-1,0 1 0,1 0 0,-1-1 0,0 1 1,1-1-1,-1 1 0,0-1 0,1 0 0,-1 0 1,1 0-1,-1 0 0,1 0 0,0 0 0,-1 0 1,1 0-1,0 0 0,0-1 0,0 1 0,0-1 1,0 1-1,0 0 0,0-1 0,0 0 0,1 1 1,-1-1-1,1 1 0,-1-1 0,1 0 0,-1 0 1,1-2-1,-2-8-14,1 0 0,0 0 0,1-17 0,0 19 22,2-11-177,1 0 0,1 0 0,1 0 0,1 0 0,1 1 0,0 0 0,16-29 0,12-34-214,8-41 124,53-139-555,-81 232 560,2 1 0,23-33 0,20-36-294,61-116 1911,-88 160-1365,-25 39 20,1 2 1,0-1 0,0 1 0,2 0 0,0 1 0,16-15-1,-9 13 284,0 1-1,1 1 0,0 0 1,23-10-1,-35 19-244,1 1 0,-1 0 0,1 0 0,0 1 0,0-1 0,1 2 0,-1-1 0,0 1 0,0 1 0,1-1 0,-1 1 0,0 1 0,1-1 0,10 4 0,-14-2-63,-1 0 0,1 0 0,-1 1 0,0 0 0,1 0 0,-1 0 0,-1 0 0,1 1 0,0-1 0,-1 1 0,0 0 0,0 0 0,0 0 0,0 1 0,-1-1 0,1 1 0,-1-1 0,0 1 0,-1 0 0,3 9 0,2 10 0,-1 1 0,3 44 0,-7-65 0,2 236 0,-4-158 0,0-73 0,1 0 0,-2 1 0,0-1 0,0 0 0,0-1 0,-1 1 0,-1 0 0,-6 13 0,-45 65 0,22-38 0,18-24 0,-1 0 0,-1 0 0,-2-2 0,0 0 0,-44 38 0,-10 7 0,56-51 0,0 0 0,-1-2 0,0 0 0,-1 0 0,-37 19 0,44-28 0,0 0 0,-1-1 0,0 0 0,0-1 0,0 0 0,-20 2 0,30-6 0,0 0 0,0 0 0,0 0 0,0 0 0,0 0 0,0-1 0,0 0 0,0 1 0,0-1 0,0 0 0,0 0 0,0 0 0,1-1 0,-1 1 0,1-1 0,-1 0 0,1 1 0,-1-1 0,1 0 0,0 0 0,0-1 0,0 1 0,0 0 0,0-1 0,0 1 0,1-1 0,-1 1 0,1-1 0,0 0 0,0 0 0,0 0 0,0 0 0,0 1 0,1-1 0,-1-4 0,-3-12 13,2 0 0,0 0-1,1 0 1,1 0 0,0 0 0,2 0-1,6-31 1,-1 21-265,2 0-1,1 0 1,1 1-1,16-29 1,123-203 20,-138 239 232,0-1 0,2 2 0,0 0 0,1 0 0,2 2 0,32-31 0,32-36 0,-64 65 0,0 0 0,1 2 0,1 0 0,1 1 0,1 1 0,27-17 0,-31 24 50,-4 1 102,0 1 1,1 0 0,1 1 0,17-6 0,-30 12-137,0-1 0,0 0 0,0 1 0,1-1 0,-1 1 1,0 0-1,0 0 0,1 0 0,-1 0 0,0 0 0,0 0 0,1 0 0,-1 1 0,0-1 0,0 1 0,1 0 0,-1-1 0,0 1 0,0 0 0,0 1 0,0-1 0,0 0 0,-1 0 1,1 1-1,0-1 0,0 1 0,-1-1 0,1 1 0,-1 0 0,0 0 0,1 0 0,-1 0 0,0 0 0,0 0 0,1 3 0,3 17-16,-1 0 0,-1 0 0,0 0 0,-2 0 0,-1 0 0,-5 45 0,1 0 0,3-41 0,0 0 0,-2 1 0,-2-1 0,0 0 0,-1-1 0,-2 1 0,-16 36 0,3-18-156,-2-1-1,-3-1 0,-1-1 0,-53 62 1,23-21 125,42-57 86,-34 42-1,42-60-185,0 1 0,0-2-1,-1 1 1,0-1 0,0 0-1,0-1 1,-1 1 0,0-2-1,-12 6 1,-3-2-6042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8:18:16.147"/>
    </inkml:context>
    <inkml:brush xml:id="br0">
      <inkml:brushProperty name="width" value="0.35" units="cm"/>
      <inkml:brushProperty name="height" value="0.35" units="cm"/>
      <inkml:brushProperty name="color" value="#FFFFFF"/>
    </inkml:brush>
  </inkml:definitions>
  <inkml:trace contextRef="#ctx0" brushRef="#br0">2583 1 24575,'5'0'0,"-1"1"0,0 0 0,1 1 0,-1-1 0,0 1 0,1-1 0,-1 1 0,0 1 0,0-1 0,-1 0 0,1 1 0,0 0 0,-1 0 0,0 0 0,1 0 0,-1 1 0,0-1 0,-1 1 0,1 0 0,-1 0 0,0 0 0,0 0 0,0 0 0,2 5 0,4 12 0,0 1 0,-1-1 0,6 34 0,-5 12 0,-2 1 0,-3-1 0,-7 77 0,1-8 0,3 362 0,-3-463 0,-1 0 0,-1 0 0,-13 43 0,13-145 0,6 34 0,-2-57 0,23-176 0,-13 203 0,-7 39 0,2 0 0,0 0 0,1 0 0,2 1 0,0 0 0,1 0 0,19-36 0,-17 42 0,-2-1 0,0 0 0,7-24 0,13-30 0,-21 113 0,-6-14 0,-1 0 0,-2 0 0,0-1 0,-2 1 0,-1-1 0,-12 37 0,-86 288 0,11-10 0,84-315 0,1-3 0,0 0 0,-1-1 0,-2 0 0,-23 40 0,33-61 0,-1 0 0,1 0 0,-1 0 0,0 0 0,1 0 0,-1 0 0,0 0 0,0 0 0,0-1 0,1 1 0,-1 0 0,0 0 0,0-1 0,0 1 0,0-1 0,0 1 0,0-1 0,-1 1 0,1-1 0,-2 0 0,3 0 0,-1 0 0,1-1 0,-1 1 0,0 0 0,1-1 0,-1 1 0,1-1 0,-1 1 0,1-1 0,-1 1 0,1-1 0,0 1 0,-1-1 0,1 0 0,0 1 0,-1-1 0,1 0 0,0 1 0,0-1 0,-1 0 0,1 1 0,0-1 0,0-1 0,-1-4 0,1-1 0,-1 1 0,1 0 0,0-1 0,3-10 0,18-80 0,69-329 0,-56 225 0,32-95 0,-62 284 0,0 13 0,0 24 0,-3 41 0,-23 362-1965,9-259 1291,-8 51 177,-1-31-493,11-79 132,-23 135 875,17-43-425,1-12-21,5-74 409,8 217 0,5-166 18,-2-23 735,0 36 4333,-1-236-5436,3 0 0,3 0 0,1 0 0,25-95 1,50-185-131,-48 187 318,44-93-1698,2-11 152,13-158 1728,-80 372 0,2 0 0,19-40 0,-15 40 0,22-74 0,-28 68 184,22-102 956,-3 9-440,-28 239 3345,-43 143-4664,13-99-1644,-6 53 2137,-21-50 126,38-87 0,7-30 0,1 0 0,2 0 0,-4 44 0,5-11 0,-27 117 0,5-40 0,-30 129 2413,53-258-1985,1-13-186,-1-25-137,2-40-168,4-714-937,0 719 1000,17-86 0,-6 52 0,0 3 28,-4 26-124,3-71 1,5-30-1359,-1 5 1513,-14 143-61,1 0 0,1 0-1,0 0 1,1 0-1,10-23 1,-7 21 44,-1 0 0,-1-1 0,5-36 0,-8 4 1051,-2 45-180,-2 38-515,-25 238-1220,16-188-268,-21 109 481,15-113 609,10-49 0,0 0 0,-2 37 0,4-18 0,-3 1 0,-15 53 0,11-54 0,2 0 0,-5 60 0,10-62 0,-11 49 0,1-7 0,-19 102-743,4-109 2045,21-62-1560,2 0 0,-1 0 1,-5 29-1,-26 178 1157,38-214-644,-2 0 1,1 0 0,-1 0 0,-1 0-1,0 0 1,0 0 0,-5 8 0,4-19-211,0-11-37,1-15-13,0-506-1847,6 265 1768,-6 120 84,7-161 0,2 263 0,18-66 0,-19 95 24,1 1-1,1-1 0,0 1 1,1 1-1,1-1 1,10-14-1,-18 30 25,-1 0 0,1 0 0,0 0 0,-1 0 0,1 0 0,0 0 1,0 0-1,-1 0 0,1 0 0,0 1 0,0-1 0,0 0 0,0 1 0,0-1 0,0 0 0,0 1 0,1 0 0,-1-1 1,0 1-1,0 0 0,2-1 0,-2 1-22,0 1 0,0-1 0,0 1 0,-1-1 1,1 1-1,0-1 0,0 1 0,-1-1 0,1 1 1,-1 0-1,1-1 0,0 1 0,-1 0 0,1 0 0,-1 0 1,0-1-1,1 1 0,-1 0 0,0 0 0,1 0 0,-1 1 1,8 53 111,-7 21-138,-1-37 0,1 1 0,9 47 0,3 23-286,-4 0-1,-9 185 1,-2-122 123,3-88 163,-2 83 0,0-142 0,-2 1 0,-1-1 0,-2 0 0,-9 30 0,-45 72 0,55-114-13,2-6 42,0 0 1,0-1-1,-1 1 1,0-1-1,-9 13 125,12-20-140,1 0-1,0 0 1,0 0 0,0 0 0,0 0-1,0 0 1,0 0 0,-1 0 0,1 0 0,0 0-1,0 0 1,0 0 0,0 0 0,0 0-1,-1 0 1,1 0 0,0 0 0,0 0 0,0 0-1,0 0 1,0 0 0,-2-1 179,2 1-179,0 0 0,0 0-1,0 0 1,0-1 0,0 1 0,0 0-1,0 0 1,0 0 0,-1 0 0,-2-14 137,0-14-202,3-263-2047,2 121 1169,-1 150 929,2 1 0,0 0 0,1-1 0,1 1 0,12-30 0,-9 26 0,-1 0 0,-1 0 0,5-37 0,4-68-29,6-120-47,-18 197 205,10-64 0,3-24 169,-15-71 2278,-1 275-2576,1-11 0,-2 0 0,-3-1 0,-13 69 0,13-103 0,-1 0 0,-1-1 0,0 1 0,-2-1 0,0 0 0,-1-1 0,-19 29 0,27-44 0,0-1 0,0 1 0,-1 0 0,1 0 0,-1-1 0,1 1 0,-1-1 0,0 1 0,1-1 0,-1 0 0,0 0 0,0 0 0,0 0 0,0 0 0,0 0 0,0 0 0,0-1 0,-1 1 0,1-1 0,-2 1 0,2-1 0,0-1 0,0 1 0,0-1 0,0 1 0,0-1 0,0 0 0,0 0 0,1 0 0,-1 0 0,0 0 0,1 0 0,-1 0 0,0-1 0,1 1 0,0 0 0,-1-1 0,-1-2 0,-2-3 0,1-1 0,0 1 0,0 0 0,0-1 0,1 0 0,0 0 0,1 0 0,0 0 0,-2-11 0,3-10 0,3-58 0,0 68 0,-1 0 0,-1 1 0,0-1 0,-1 1 0,-1-1 0,-1 1 0,-8-31 0,9 45 0,0 0 0,1 0 0,-2 0 0,1 0 0,0 1 0,-1-1 0,0 0 0,1 1 0,-2 0 0,1 0 0,0 0 0,0 0 0,-1 0 0,0 0 0,1 1 0,-1 0 0,0 0 0,0 0 0,-1 0 0,1 1 0,0-1 0,0 1 0,-1 0 0,-4 0 0,5 1 0,1 0 0,-1 0 0,0 1 0,0-1 0,0 1 0,1 0 0,-1 0 0,0 0 0,1 1 0,-1-1 0,1 1 0,-1 0 0,1 0 0,0 0 0,0 0 0,0 1 0,0-1 0,0 1 0,0-1 0,1 1 0,-1 0 0,1 0 0,0 1 0,0-1 0,0 0 0,0 1 0,1-1 0,-2 6 0,-50 174 0,39-124 0,-6 33 0,10-44 0,-18 54 0,16-62 0,-9 55 0,12-46 0,-3 4 0,3-13 0,1 0 0,1 1 0,-1 66 0,8-106 0,0 1 0,0-1 0,0 0 0,0 0 0,0 1 0,0-1 0,0 0 0,0 0 0,1 1 0,-1-1 0,0 0 0,1 0 0,-1 0 0,1 1 0,-1-1 0,1 0 0,0 0 0,-1 0 0,1 0 0,0 0 0,0 0 0,0 0 0,2 1 0,-2-2 0,0 0 0,0 0 0,1 0 0,-1 0 0,0 0 0,0 0 0,1 0 0,-1-1 0,0 1 0,0 0 0,1-1 0,-1 1 0,0-1 0,0 0 0,0 1 0,0-1 0,0 0 0,0 1 0,1-3 0,11-9 0,0 0 0,19-26 0,-19 22 0,25-26 0,63-53 0,-89 83 0,-1 0 0,0-1 0,-1 0 0,-1-1 0,0 0 0,-1-1 0,13-30 0,18-31 0,-26 56 0,-1-1 0,-1 0 0,-1 0 0,-1-1 0,0-1 0,-2 0 0,8-41 0,-15 63 0,0 0 0,1 0 0,-1 0 0,0 0 0,0 0 0,0 0 0,0 0 0,0 0 0,0 0 0,0 0 0,0 0 0,0 0 0,0 0 0,-1 0 0,1 0 0,0 0 0,-1 1 0,1-1 0,0 0 0,-1 0 0,1 0 0,-1 0 0,1 1 0,-1-1 0,0-1 0,0 2 0,0 1 0,0-1 0,0 0 0,0 0 0,0 0 0,0 1 0,0-1 0,0 0 0,0 1 0,0-1 0,0 1 0,0-1 0,0 1 0,1-1 0,-1 1 0,0-1 0,0 1 0,1 0 0,-2 0 0,-35 45 0,35-43 0,-34 42 7,-50 47-1,-31 41-989,-24 38 983,35-47 0,-90 104-1257,26-33-441,51-66 1698,-5 6 0,92-101-786,-1-1-1,-73 56 1,-28 26 2511,19-5-1727,100-97 413,-1-1 0,0 0 0,-1-1 0,0-1 0,-35 14 0,51-23-337,-1 0 1,0 0-1,1-1 1,-1 1-1,0-1 1,1 1-1,-1-1 1,0 1-1,0-1 1,1 0-1,-1 0 1,0 0-1,0 0 1,0 0-1,1 0 1,-1-1-1,0 1 1,0-1-1,1 1 1,-1-1-1,0 1 1,-1-2-1,2 1-51,0-1 0,0 1 0,1 0 0,-1-1 0,0 1 0,1-1 0,-1 1 0,1-1 0,0 1 0,0-1 0,-1 1 0,1-1 0,0 1 0,0-1 0,0 1 0,0-1 0,1 1 0,-1-1 0,0 1 0,1-2 0,4-14-74,1 1 0,0 0 0,13-22 0,-13 28 154,45-97-103,-9 18 0,60-94 0,-7 17 0,-26 43 0,-56 104 0,0 2 0,2-1 0,19-17 0,-18 18 0,0-1 0,24-33 0,46-83 0,-85 133 0,0 0 0,-1 1 0,1-1 0,-1 0 0,1 0 0,-1 0 0,1 0 0,-1 0 0,0 0 0,1 1 0,-1-1 0,0 0 0,0 0 0,0 0 0,0 0 0,0 0 0,0 0 0,0 0 0,0 0 0,0 0 0,0 0 0,-1 0 0,1 0 0,0 0 0,-1 0 0,1 0 0,0 0 0,-1 0 0,1 1 0,-1-1 0,-1-1 0,0 0 0,0 1 0,0 0 0,0 0 0,0 0 0,0 0 0,-1 1 0,1-1 0,0 1 0,-1-1 0,1 1 0,0 0 0,-5 0 0,-7 0 0,-1 1 0,0 1 0,-16 4 0,4 3 0,-1 0 0,2 2 0,0 2 0,0 0 0,-47 33 0,-39 20 0,84-53 0,-1-3 0,-1 0 0,0-2 0,0-1 0,-37 4 0,91-11 0,0-1 0,0-1 0,0-1 0,35-10 0,-46 9 0,0-1 0,0-1 0,-1 0 0,1 0 0,-2-1 0,1-1 0,-1 0 0,0 0 0,14-15 0,-9 8 0,-8 8 0,1-1 0,-1 0 0,-1 0 0,1-1 0,-2 0 0,11-16 0,-17 24 0,0 1 0,0-1 0,0 1 0,0-1 0,0 0 0,0 1 0,0-1 0,0 1 0,0 0 0,-1-1 0,1 1 0,0-1 0,0 1 0,-1-1 0,1 1 0,0-1 0,-1 1 0,1 0 0,0-1 0,-1 1 0,1 0 0,0-1 0,-1 1 0,1 0 0,-1-1 0,1 1 0,-1 0 0,1 0 0,-1-1 0,1 1 0,0 0 0,-1 0 0,1 0 0,-1 0 0,0 0 0,1 0 0,-1 0 0,1 0 0,-1 0 0,-25-2 0,23 1 0,-29 3 0,-25-1 0,54-1 0,0-1 0,1 1 0,-1 0 0,1-1 0,-1 0 0,0 1 0,1-1 0,-1 0 0,1 0 0,-1-1 0,1 1 0,0 0 0,0-1 0,-1 0 0,1 1 0,-2-4 0,-1 0 0,-1 0 0,1 1 0,-1-1 0,1 1 0,-1 0 0,-1 1 0,1-1 0,0 1 0,-1 1 0,0-1 0,1 1 0,-1 0 0,0 0 0,0 1 0,0 0 0,-11 0 0,-14 0 0,0 1 0,-38 4 0,68-3 0,-30 4 0,0 1 0,1 2 0,-32 11 0,-17 5 0,75-22 0,-3-1 0,0 2 0,0-1 0,0 1 0,0 0 0,0 0 0,-10 7 0,19-9 0,0 1 0,0-1 0,0 0 0,0 0 0,1 0 0,-1 0 0,0 0 0,0-1 0,1 1 0,-1 0 0,1 0 0,-1-1 0,1 1 0,-1-1 0,1 0 0,2 1 0,35 12 0,32 1 0,-54-12 0,0 1 0,0 1 0,-1 0 0,1 2 0,19 8 0,-17-6 0,2-1 0,-1-1 0,1 0 0,0-2 0,0 0 0,37 1 0,-28-3 0,-27-2 0,-1 0 0,1 0 0,-1 0 0,1 1 0,-1-1 0,1 1 0,-1-1 0,1 1 0,-1 0 0,1 0 0,-1 0 0,0 0 0,0 1 0,1-1 0,-1 0 0,0 1 0,0-1 0,0 1 0,-1 0 0,1 0 0,2 3 0,-3-3 0,-1 0 0,1 0 0,-1 1 0,0-1 0,0 0 0,0 0 0,0 0 0,0 0 0,0 0 0,0 1 0,-1-1 0,1 0 0,-1 0 0,0 0 0,0 0 0,1 0 0,-1 0 0,0 0 0,-3 3 0,-2 3 0,0 1 0,-1-1 0,0 0 0,0-1 0,-1 0 0,0 0 0,-1 0 0,1-1 0,-12 6 0,-140 63 0,74-40 0,116-30 0,23-3 0,653-5 0,-696 3 0,-6-1 0,0 1 0,1 0 0,-1 0 0,1 0 0,-1 0 0,0 1 0,1 0 0,-1 0 0,0 0 0,0 0 0,1 1 0,-1-1 0,0 1 0,3 3 0,-7-4 0,0 0 0,0 0 0,-1 0 0,1-1 0,-1 1 0,1 0 0,-1 0 0,1 0 0,-1 0 0,0 0 0,1-1 0,-1 1 0,0 0 0,0 0 0,0-1 0,1 1 0,-1-1 0,0 1 0,0-1 0,0 1 0,0-1 0,0 1 0,0-1 0,0 0 0,-1 1 0,-32 13 0,-110 38 0,-95 30 0,186-67 0,8-4 0,0 3 0,1 2 0,-50 24 0,93-40 0,0 1 0,0-1 0,0 1 0,0-1 0,0 1 0,0-1 0,0 1 0,0 0 0,0 0 0,0-1 0,0 1 0,0 0 0,1 0 0,-1 0 0,0 0 0,1 0 0,-1 0 0,0 0 0,0 1 0,2-1 0,-1-1 0,0 1 0,1-1 0,-1 1 0,0-1 0,1 1 0,-1-1 0,1 1 0,-1-1 0,1 1 0,-1-1 0,1 0 0,-1 1 0,1-1 0,-1 0 0,1 0 0,0 1 0,-1-1 0,1 0 0,-1 0 0,1 0 0,0 0 0,-1 0 0,2 1 0,53 2 0,-49-3 0,1129-3 0,-1182 3 0,0 2 0,-89 16 0,-85 17-820,-156 13 820,261-33 0,66-7 0,-51 0 0,49-4-36,-54 10-1,59-6 484,-54 1-1,1155-11-983,-580 3 378,-462-2 182,30 2 212,-40-1-215,0 0 1,0 0-1,0 1 0,0-1 0,0 1 0,0-1 0,0 1 0,0-1 0,0 1 0,0 0 1,-1 0-1,1 0 0,0 0 0,0 0 0,2 3 0,-4-3-14,0 0 0,-1 0-1,1 0 1,0 1 0,0-1 0,0 0-1,-1 0 1,1 0 0,-1 0 0,1 0-1,-1 0 1,1 0 0,-1 0 0,0 0-1,0 0 1,1 0 0,-1 0-1,0 0 1,0 0 0,0-1 0,-1 2-1,-20 18-15,8-10 10,-1-1 0,0 0 0,-1 0 0,0-2 0,-32 11 0,-91 16 0,18-5 0,-33 3-977,106-23 853,-340 38 124,262-32-1104,68-7 1036,-65 2 0,-128-12 2409,381 4-2341,151-5 0,-164-13-254,-74 9 82,59-4 0,62-5-288,18-1-76,-131 17 512,6 1-85,0-3 0,104-16 0,-47 4 1089,-515 17-253,202-6-489,-258 3-238,448 0 0,4 0 0,1-1 0,-1 1 0,1 0 0,0 0 0,-1 1 0,1-1 0,-1 1 0,1 0 0,0 0 0,0 0 0,0 1 0,-1 0 0,1-1 0,-3 4 0,7-5 0,-1 1 0,1-1 0,0 0 0,0 1 0,0-1 0,0 1 0,0-1 0,0 0 0,0 1 0,0-1 0,0 1 0,0-1 0,1 1 0,-1-1 0,0 0 0,0 1 0,0-1 0,0 0 0,1 1 0,-1-1 0,0 1 0,0-1 0,1 0 0,-1 0 0,0 1 0,0-1 0,1 0 0,-1 1 0,0-1 0,1 0 0,-1 0 0,1 0 0,-1 1 0,0-1 0,1 0 0,-1 0 0,1 0 0,-1 0 0,0 0 0,1 0 0,-1 0 0,1 0 0,-1 0 0,0 0 0,1 0 0,-1 0 0,1 0 0,24 5 0,214 19 0,-182-17-214,91-2-1,-94-5 60,-1 2 1,54 10-1,2 1 404,-1-5-1,132-8 1,-147-1-137,-161 0-82,39-1-29,0 1-1,0 2 1,0 0 0,0 2-1,0 1 1,0 2 0,-31 10-1,5 1-207,0-2-1,-1-2 1,0-3 0,-63 3-1,-229 28-4792,229-27 4915,-40 3 20,-17 0 65,-21 1 0,18-1 0,3-1 0,-77-17 3403,2566 1-1250,-2367 0-1711,-3-2-395,0 4 0,0 1 1,-66 14-1,-149 58-172,211-61-32,-1-3 0,-1-3 0,-70 0 0,78-6 157,-65 12 0,-51 2 0,-145-17 628,1701 1-4333,-764 0 7535,-673 3-3809,0 3 1,-97 23-1,8-1-959,-9 0 461,-79 10 517,206-35-40,0 1 0,0 2 0,-32 11 0,-30 8 0,-40-4-927,-153 7 1,148-13 926,-29 1 0,-22 1-9,-29 1-438,89-20-648,-102 3 1438,53 32 1707,408-34 276,-104 2-2330,1525 0-3787,-1616-4 3368,74-12-1,-71 7 939,55-1 0,71 9 3093,-215 0-3608,-10 0 0,1 1 0,-1 3 0,-62 12 0,-288 58-1699,381-71 1699,-1 0 0,1 1 0,-1 1 0,-39 15 0,29-8-354,0-1-1,0-1 1,-66 9-1,-105-1-1653,132-13 1789,-62 9-11,-51 3 99,-42 0 666,-31-1 1144,117-17 1744,1083 1-5808,-888-2 2385,65-12 0,33-2 0,72 17-1039,65-4-769,-130-12 1575,72-4 253,146 20 864,-296-1 3657,-129 1-4523,2 3-1,-1 1 1,0 2 0,-74 23-1,-128 26-1173,112-28 1188,36 2-22,66-18-97,-59 12 0,-401 41-1835,438-59 1922,-469 28 0,465-31 19,-69 11-1,-44 3-1003,-102-17 715,177-1 3173,2264 1-7721,-1135 0 8609,-1029 0-3719,1-1 0,-1 1 1,1 0-1,-1 0 0,1 0 0,-1 0 1,0 0-1,1 1 0,-1-1 1,1 0-1,-1 1 0,1-1 1,-1 1-1,1-1 0,-1 1 0,0 0 1,0 0-1,3 1 0,-4-1-37,0 0 0,0-1 0,0 1 0,0 0-1,0-1 1,-1 1 0,1 0 0,0 0-1,0-1 1,-1 1 0,1 0 0,0-1 0,-1 1-1,1-1 1,-1 1 0,1 0 0,0-1 0,-1 1-1,0-1 1,1 1 0,-1-1 0,1 1 0,-1-1-1,1 0 1,-2 1 0,-5 4 11,-1 0-1,0 0 1,0-1 0,0-1 0,-9 4-1,-49 8-45,0-3 0,-95 6 0,99-13 0,-48 10-572,-68 3-742,-41-2 1091,-21 1-1136,-62-1 346,-24 1 656,-469-18 536,606 1 3070,715 0-1999,268 0-5467,-550 0 3446,-199 2 772,73 13-1,-70-7 0,54 1 0,-66-7 184,0 1 0,58 12 0,-11-2 1027,-60-10-727,-1 0-1,1 1 1,38 13 0,-53-14-155,39 16 431,-46-18-749,0-1 0,0 0 0,0 1 0,1-1 0,-1 1 0,0-1 0,0 1 0,0-1 0,-1 1-1,1 0 1,0 0 0,0-1 0,0 1 0,0 0 0,-1 0 0,1 0 0,0 0 0,-1 0 0,1 0-1,-1 0 1,1 0 0,-1 0 0,1 0 0,-1 0 0,0 0 0,0 0 0,1 0 0,-1 1 0,0-1 0,0 0-1,0 0 1,0 2 0,-3-1-11,1 0 0,-1 0 0,0 0 0,0 0 0,0 0 0,1-1 0,-2 0 0,1 1 0,0-1 0,0 0 0,0 0 0,0-1 0,-1 1 0,1-1 0,0 1 0,-1-1 0,-4-1 0,-6 3 0,-338 64 0,174-34-164,87-17-973,43-6 1096,-57 3 0,-51 4-78,-22 1-1298,115-17 603,27-1 433,1 2 1,0 0-1,-1 3 0,1 1 1,-40 11-1,36-5 382,0-2 0,-1-2 0,-64 4 0,-117-10-26,-20 1 373,114 14-313,75-8 284,-54 1-1,678-14 4145,313 7-7140,-225 0 5909,-777-4-3248,-144 5-810,170 13 548,67-10 276,-49 5 1,-462-8-1186,274-6 747,43 3 1570,235-9-96,23-2-654,3 5-288,0 3 0,43 2 0,-36 1-413,50-7 0,-79 3 290,-1-1 0,1 0-1,21-11 1,-23 9 34,0 0-1,0 2 1,40-7 0,322 7-1548,-200 9 1659,760-5-3669,-318 1 9150,-639 2-5574,0 0-1,0 0 0,-16 6 0,-29 4-24,-179 16 4,13 6-1141,-3-10 1147,124-15-176,-581 5-2580,460-16 3456,267-1 68,-1-2 1,0-1-1,46-15 0,-40 10-522,173-54-841,24-5-301,-153 48 544,49-8 371,292-66-250,-402 88 264,0-1-1,-1-1 1,30-16-1,-48 21-2,1-1 0,0 0 0,-1 0 0,0-1 0,-1 0 0,0 0 0,0-1 0,0 0-1,-1 0 1,0-1 0,7-12 0,-12 18 3,-1 1-1,0-1 0,0 1 1,-1-1-1,1 1 0,0-1 0,-1 0 1,0 1-1,1-1 0,-1 0 1,0 0-1,-1 1 0,1-1 1,0 0-1,-1 1 0,1-1 0,-1 0 1,0 1-1,0-1 0,0 1 1,0-1-1,0 1 0,-1 0 1,1-1-1,-1 1 0,1 0 0,-1 0 1,0 0-1,0 0 0,0 0 1,0 0-1,0 1 0,-3-2 1,-10-7-10,0 0 0,0 2 0,-1 0 0,-18-7 0,9 4-37,-180-93 8,-78-9 0,263 106 0,-15-8 0,0-1 0,2-2 0,0-1 0,1-1 0,1-2 0,1-1 0,-41-41 0,67 59 0,0-1 0,-1 1 0,2-1 0,-1 0 0,1 0 0,0 0 0,0-1 0,1 1 0,-1-1 0,2 0 0,-1 0 0,1 1 0,-1-11 0,0-12 0,4-56 0,0 43 0,1 3 0,2 1 0,2-1 0,2 1 0,1 1 0,20-50 0,29-47 0,-45 93 0,-2-1 0,10-71 0,4-16 0,-27 133 0,-1 0 0,1-1 0,-1 1 0,1-1 0,-1 0 0,0 0 0,0 0 0,0 1 0,-1-2 0,1 1 0,-1 0 0,0-1 0,0 1 0,0-1 0,0 0 0,0 1 0,0-2 0,-6 4 0,7-5 0,0 1 0,0-1 0,0 0 0,0 0 0,-1 0 0,1 0 0,0 0 0,0-1 0,0 1 0,0-1 0,0 1 0,0-1 0,0 0 0,0 1 0,0-1 0,0 0 0,0-1 0,0 1 0,1 0 0,-1 0 0,0-1 0,1 1 0,-1-1 0,1 1 0,-1-1 0,1 0 0,0 0 0,0 1 0,0-1 0,0 0 0,0 0 0,0 0 0,0 0 0,0-3 0,-5-12 0,1-1 0,0 0 0,1 0 0,2-1 0,-1 1 0,2-1 0,2-30 0,-1 21 0,-2 0 0,-5-38 0,-9-30 0,13 67 0,-1 0 0,-1 1 0,-2 0 0,-1 0 0,-1 0 0,-17-36 0,25 63 0,1-1 0,-1 1 0,1 0 0,-1 0 0,1 0 0,-1 0 0,0 0 0,0 0 0,1 0 0,-1 0 0,0 0 0,0 0 0,0 1 0,0-1 0,0 0 0,0 0 0,0 1 0,0-1 0,0 1 0,0-1 0,-3 0 0,3 2 0,1-1 0,-1 0 0,0 1 0,0-1 0,1 1 0,-1-1 0,0 1 0,1-1 0,-1 1 0,0 0 0,1-1 0,-1 1 0,1 0 0,-1 0 0,1-1 0,-1 1 0,1 0 0,0 0 0,-1 0 0,1-1 0,0 1 0,0 1 0,-9 57 0,7 343 0,5-186 0,-3 218 0,0-1406 0,0 959 0,0 0 0,-1 1 0,-1-1 0,0 0 0,-5-14 0,6 25 0,1 1 0,-1-1 0,1 0 0,-1 1 0,0-1 0,0 1 0,0-1 0,0 1 0,0-1 0,0 1 0,0 0 0,0 0 0,-1-1 0,1 1 0,0 0 0,-1 0 0,1 0 0,-1 0 0,-1 0 0,1 1 0,0 0 0,0 0 0,0 0 0,-1 0 0,1 0 0,0 1 0,0-1 0,0 1 0,1-1 0,-1 1 0,0 0 0,0 0 0,0 0 0,0 0 0,1 0 0,-1 0 0,0 0 0,1 0 0,-1 1 0,1-1 0,-2 3 0,-6 5 0,0 1 0,1 1 0,0-1 0,1 1 0,0 1 0,-8 17 0,-29 81 0,25-58 0,3-8 0,-3 0 0,-1-2 0,-49 75 0,10-24 0,-85 178 0,118-218 0,5-24 0,9-25 0,3-21 0,4-17 0,1-1 0,2 0 0,1 0 0,5-44 0,-1-7 0,-2-410 0,-2 488 0,1 4 0,0 0 0,-1 0 0,1 0 0,1 0 0,-1 0 0,0 0 0,1 0 0,0 0 0,0 0 0,0 0 0,1 0 0,-1 0 0,1 0 0,3-5 0,-5 9 0,1 0 0,-1 0 0,1 0 0,-1 0 0,1 0 0,-1 0 0,0 0 0,1 0 0,-1 0 0,1 0 0,-1 0 0,1 0 0,-1 0 0,0 1 0,1-1 0,-1 0 0,1 0 0,-1 0 0,0 1 0,1-1 0,-1 0 0,0 0 0,1 1 0,-1-1 0,0 0 0,1 1 0,-1-1 0,0 0 0,0 1 0,1-1 0,-1 1 0,0-1 0,0 0 0,0 1 0,0-1 0,0 1 0,1-1 0,-1 1 0,0-1 0,0 0 0,0 1 0,0-1 0,0 1 0,0-1 0,-1 1 0,6 23 0,-4-10 0,0-1 0,-1 1 0,-1-1 0,0 1 0,-1-1 0,0 0 0,-1 1 0,0-1 0,-6 13 0,-8 14 0,-32 57 0,29-61 0,-26 66 0,-19 53 0,5-13 0,58-135 0,-1-1 0,0 1 0,0-1 0,-1 0 0,0 0 0,0-1 0,-5 7 0,8-12 0,0 1 0,1 0 0,-1 0 0,0-1 0,0 1 0,0 0 0,0-1 0,0 1 0,0-1 0,0 1 0,0-1 0,0 0 0,0 1 0,0-1 0,0 0 0,0 0 0,0 1 0,0-1 0,0 0 0,0 0 0,-1-1 0,0 1 0,1-1 0,0 0 0,-1 0 0,1 0 0,0 0 0,-1 0 0,1 0 0,0 0 0,0 0 0,0 0 0,0 0 0,0-1 0,0 1 0,0 0 0,1-1 0,-1 1 0,0-1 0,1 1 0,-1-3 0,-4-10 1,1 0 0,0 0 0,2 0 0,-1-1 0,1-26 0,5-80-1022,0 49 179,-2-19 836,-2 14-274,4 1-1,15-95 0,91-299 281,-54 307 694,-27 84 385,-20 62-1069,1 0 1,0 0 0,2 1-1,-1 0 1,2 0-1,15-15 1,-16 18 70,-10 12-61,-1 1 0,0-1-1,0 0 1,1 1 0,-1-1 0,0 1-1,1-1 1,-1 1 0,1 0 0,-1-1-1,0 1 1,1-1 0,-1 1 0,1 0-1,-1-1 1,1 1 0,-1 0 0,1 0-1,0-1 1,-1 1 0,1 0 0,-1 0-1,1 0 1,0 0 0,-1 0 0,1 0-1,-1 0 1,1 0 0,0 0-1,-1 0 1,1 0 0,-1 0 0,1 0-1,0 0 1,8 22 142,-8 44-301,-1-58 202,-3 938-63,2-986 116,0-23-280,2-1-1,3 0 0,2 1 0,21-87 1,59-245 164,-19 45 707,-59 324-707,0 1 0,2 0 0,22-42 0,-2 8 0,-6 19 0,-23 39 0,-1 0 0,1 1 0,-1-1 0,1 1 0,-1-1 0,1 1 0,-1-1 0,1 1 0,0 0 0,-1-1 0,1 1 0,0 0 0,-1-1 0,1 1 0,0 0 0,-1 0 0,1 0 0,0 0 0,0 0 0,-1-1 0,2 2 0,-1-1 0,0 1 0,0-1 0,0 1 0,0 0 0,0-1 0,-1 1 0,1 0 0,0 0 0,0 0 0,-1-1 0,1 1 0,-1 0 0,1 0 0,-1 0 0,1 0 0,-1 0 0,0 0 0,1 0 0,-1 0 0,0 2 0,13 46 0,-3 1 0,-2 1 0,2 61 0,-10 157 0,-2-122 0,2-138 0,1-5 0,-1 0 0,1 0 0,-1 1 0,-1-1 0,1 0 0,-1 0 0,1 0 0,-1 1 0,0-1 0,0 0 0,-1 0 0,0 0 0,1-1 0,-4 6 0,4-9 0,0-1 0,0 1 0,0 0 0,0-1 0,0 1 0,0-1 0,0 0 0,0 1 0,1-1 0,-1 1 0,0-1 0,0 0 0,0 0 0,1 0 0,-1 1 0,1-1 0,-1 0 0,0 0 0,1 0 0,0 0 0,-1 0 0,1 0 0,-1 0 0,1-2 0,-15-32 0,8 6 0,0 0 0,2 0 0,-1-55 0,7-97 0,2 76 0,-4-38 0,3-122 0,-1 249 0,1 1 0,0-1 0,1 1 0,1 0 0,10-28 0,-14 43 0,0-1 0,0 1 0,0-1 0,1 1 0,-1-1 0,0 1 0,0 0 0,0-1 0,1 1 0,-1-1 0,0 1 0,0 0 0,1-1 0,-1 1 0,0 0 0,1-1 0,-1 1 0,0 0 0,1 0 0,-1-1 0,1 1 0,-1 0 0,1 0 0,-1-1 0,0 1 0,1 0 0,-1 0 0,1 0 0,-1 0 0,1 0 0,-1 0 0,1 0 0,-1 0 0,1 0 0,10 14 0,0 26 0,-3 31 0,-4-1 0,-6 109 0,-2-44 0,4 537 0,0-763-492,20-156-1,41-42 493,-54 260 0,-3 13 0,0 0 0,1 0 0,0 0 0,1 1 0,10-17 0,1-4 0,-2-1 0,-2 0 0,16-74 0,4-9 0,53-111 985,-85 228-985,0-1 0,1 1 0,-1 0 0,1 0 0,0 0 0,0 1 0,0-1 0,0 0 0,4-3 0,-6 6 0,1 0 0,-1 0 0,0-1 0,1 1 0,-1 0 0,0 0 0,1 0 0,-1-1 0,0 1 0,1 0 0,-1 0 0,1 0 0,-1 0 0,0 0 0,1 0 0,-1 0 0,1 0 0,-1 0 0,0 0 0,1 0 0,-1 0 0,1 0 0,-1 0 0,0 1 0,1-1 0,-1 0 0,1 0 0,-1 0 0,1 1 0,8 19 0,20 72 0,-19-67 0,-1 1 0,9 50 0,-3 19 0,-5-34 0,5 96 0,-12-109 0,10 56 0,3 44 0,-18 4 0,5 75 0,6-193 0,-1-25 0,0-23 0,1-26 7,6-72 0,-4 19-185,62-265-3566,-11 163 5121,-40 109-1377,57-245 0,-42 174 1555,-37 154-1535,2-9 68,0-1 0,1 1 0,0 0 1,1 0-1,1 0 0,0 0 0,0 1 0,11-16 0,-16 26-84,0 1 0,0 0-1,0 0 1,1-1-1,-1 1 1,0 0-1,0 0 1,0 0 0,1-1-1,-1 1 1,0 0-1,1 0 1,-1 0-1,0 0 1,0 0-1,1 0 1,-1-1 0,0 1-1,1 0 1,-1 0-1,0 0 1,0 0-1,1 0 1,-1 0-1,0 0 1,1 0 0,-1 0-1,0 0 1,1 1-1,-1-1 1,0 0-1,0 0 1,1 0 0,-1 0-1,0 0 1,0 0-1,1 1 1,-1-1-1,0 0 1,0 0-1,1 0 1,-1 1 0,7 16 20,-2 22-39,-3 392 15,-5-208 0,3 401 0,0-1181 0,2 530 0,0 1 0,11-42 0,-7 37 0,3-44 0,-8 71 0,-1-9 0,0 0 0,1 1 0,1-1 0,0 0 0,1 1 0,0-1 0,1 1 0,9-21 0,-7 18 0,1 0 0,-2-1 0,0 0 0,2-18 0,10-29 0,-9 47-1365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8:17:55.785"/>
    </inkml:context>
    <inkml:brush xml:id="br0">
      <inkml:brushProperty name="width" value="0.1" units="cm"/>
      <inkml:brushProperty name="height" value="0.1" units="cm"/>
      <inkml:brushProperty name="color" value="#FFFFFF"/>
    </inkml:brush>
  </inkml:definitions>
  <inkml:trace contextRef="#ctx0" brushRef="#br0">1968 1 24575,'1'91'0,"-3"104"0,-7-153 0,1-34 0,0-27 0,4-16 0,0 0 0,3-51 0,1 65 0,1 20 0,-1-1 0,0 1 0,1-1 0,-1 0 0,0 1 0,0-1 0,-1 1 0,1-1 0,0 0 0,0 1 0,-1-1 0,1 1 0,-1-1 0,1 1 0,-1-1 0,0 1 0,0-1 0,1 1 0,-1 0 0,0-1 0,0 1 0,0 0 0,-1 0 0,1 0 0,-2-2 0,2 3 0,-1 0 0,0 0 0,1 0 0,-1 0 0,0 1 0,1-1 0,-1 0 0,1 1 0,-1-1 0,0 1 0,1-1 0,-1 1 0,1 0 0,0 0 0,-1-1 0,1 1 0,-1 0 0,1 0 0,-2 3 0,-3 1 0,1 0 0,0 0 0,0 1 0,0 0 0,1 0 0,0 0 0,0 1 0,0-1 0,1 1 0,-4 12 0,2 44 0,5-52 0,0 0 0,-1 0 0,0 0 0,-1-1 0,0 1 0,0 0 0,-1-1 0,-1 0 0,-4 11 0,-36 58 0,63-123 0,-2-1 0,16-63 0,-33 108 0,-1 0 0,0 0 0,0 0 0,1 0 0,-1 0 0,0 0 0,1 0 0,-1 1 0,0-1 0,1 0 0,-1 0 0,1 1 0,-1-1 0,0 0 0,1 1 0,-1-1 0,1 1 0,-1-1 0,1 1 0,-1-1 0,0 1 0,6 21 0,0 0 0,-2 0 0,-1 0 0,-1 0 0,-2 41 0,0-31 0,5 58 0,0-74 0,1 1 0,0-1 0,1 0 0,1 0 0,1 0 0,0-1 0,13 19 0,-20-34 0,-1 1 0,0 0 0,1 0 0,-1-1 0,1 1 0,-1 0 0,1-1 0,0 1 0,-1 0 0,1-1 0,0 1 0,-1-1 0,1 1 0,0-1 0,-1 1 0,1-1 0,0 0 0,0 1 0,0-1 0,-1 0 0,1 0 0,0 0 0,0 1 0,1-1 0,-1-1 0,0 1 0,-1-1 0,1 1 0,0-1 0,-1 1 0,1-1 0,-1 1 0,1-1 0,-1 0 0,1 1 0,-1-1 0,1 0 0,-1 0 0,0 1 0,1-1 0,-1 0 0,0 0 0,0 1 0,0-1 0,1-1 0,-1-1 0,1-1 0,-1 1 0,1-1 0,-1 1 0,0-1 0,-1 1 0,1-1 0,0 1 0,-1-1 0,0 1 0,-1-5 0,1 6 0,0 1 0,0-1 0,0 1 0,1-1 0,-1 1 0,-1-1 0,1 1 0,0 0 0,0 0 0,0-1 0,-1 1 0,1 0 0,0 0 0,-1 0 0,1 0 0,-1 1 0,0-1 0,1 0 0,-1 1 0,0-1 0,1 1 0,-1-1 0,0 1 0,-3-1 0,3 2 0,0 0 0,-1 0 0,1-1 0,0 1 0,0 1 0,0-1 0,-1 0 0,1 0 0,0 1 0,1-1 0,-1 1 0,0 0 0,0-1 0,1 1 0,-3 3 0,-3 5 0,0 1 0,0 1 0,1-1 0,1 1 0,-6 15 0,9-21 0,-10 30 0,11-35 0,1 1 0,-1-1 0,1 0 0,-1 1 0,1-1 0,-1 0 0,0 0 0,0 1 0,1-1 0,-1 0 0,0 0 0,0 0 0,0 0 0,0 0 0,-1 0 0,1 0 0,0-1 0,0 1 0,-2 1 0,2-3 0,0 1 0,0-1 0,1 1 0,-1-1 0,1 1 0,-1-1 0,0 1 0,1-1 0,-1 0 0,1 1 0,-1-1 0,1 0 0,-1 1 0,1-1 0,0 0 0,-1 0 0,1 0 0,0 1 0,0-1 0,0 0 0,0 0 0,-1 0 0,1 0 0,0 1 0,0-2 0,-2-28 0,2 26 0,3-271 0,-2 267 0,0 0 0,1 0 0,0 1 0,0-1 0,1 1 0,0-1 0,1 1 0,-1 0 0,1 0 0,1 0 0,-1 1 0,1-1 0,0 1 0,1 0 0,-1 1 0,10-8 0,0-2 0,-10 9 0,0 1 0,-1 0 0,0-1 0,0 0 0,5-10 0,-9 15 0,1 0 0,0 0 0,-1 0 0,1 0 0,-1 0 0,0 0 0,1 0 0,-1 0 0,0 0 0,0 0 0,1 0 0,-1-1 0,0 1 0,0 0 0,0 0 0,0 0 0,-1 0 0,1 0 0,0 0 0,0-1 0,-1 1 0,1 0 0,0 0 0,-1 0 0,1 0 0,-1 0 0,0 0 0,1 0 0,-1 0 0,0 1 0,0-1 0,1 0 0,-1 0 0,0 0 0,0 1 0,0-1 0,0 0 0,0 1 0,0-1 0,0 1 0,0-1 0,0 1 0,-1-1 0,-1 1 0,1 0 0,-1-1 0,1 1 0,-1 0 0,0 1 0,1-1 0,-1 0 0,1 1 0,-1-1 0,1 1 0,0 0 0,-1-1 0,1 1 0,-1 1 0,1-1 0,0 0 0,0 0 0,0 1 0,0-1 0,0 1 0,0 0 0,0 0 0,1 0 0,-4 3 0,1 1 0,-1 0 0,0 0 0,1 1 0,1-1 0,-1 1 0,1 0 0,-3 8 0,-46 152 0,51-165 0,0 0 0,1 0 0,-1 1 0,1-1 0,-1 0 0,1 0 0,0 1 0,0-1 0,0 0 0,0 0 0,0 0 0,1 1 0,-1-1 0,1 0 0,-1 0 0,1 0 0,0 0 0,0 0 0,0 0 0,0 0 0,2 3 0,-1-4 0,0 1 0,-1-1 0,1 0 0,0 0 0,1 0 0,-1 0 0,0 0 0,0 0 0,0 0 0,1-1 0,-1 1 0,0-1 0,0 0 0,1 0 0,-1 0 0,5 0 0,8-2 0,0 0 0,0-2 0,-1 1 0,26-11 0,3-7 0,-33 16 0,0 0 0,0 0 0,0 1 0,14-3 0,-24 7 0,0 0 0,0 0 0,1 0 0,-1 0 0,0-1 0,1 1 0,-1 0 0,0 0 0,1 0 0,-1 0 0,0 0 0,1 0 0,-1 0 0,0 0 0,0 1 0,1-1 0,-1 0 0,0 0 0,1 0 0,-1 0 0,0 0 0,0 0 0,1 1 0,-1-1 0,0 0 0,0 0 0,1 0 0,-1 1 0,0-1 0,0 0 0,1 0 0,-1 0 0,0 1 0,0-1 0,0 0 0,0 1 0,0-1 0,1 0 0,-1 0 0,0 1 0,-3 16 0,-14 15 0,7-20 0,-1-2 0,0 0 0,0 0 0,-17 11 0,15-12 0,1 1 0,0 0 0,-17 19 0,28-29 0,1 1 0,-1-1 0,1 1 0,-1-1 0,1 1 0,-1 0 0,1-1 0,-1 1 0,1-1 0,0 1 0,0 0 0,-1 0 0,1-1 0,0 1 0,0 0 0,0-1 0,-1 1 0,1 0 0,0-1 0,0 1 0,0 0 0,0 0 0,1-1 0,-1 1 0,0 0 0,0 0 0,0-1 0,0 1 0,1 0 0,-1-1 0,0 1 0,1 0 0,-1-1 0,1 1 0,1 1 0,0-1 0,0 1 0,0-1 0,0 0 0,0 0 0,0 0 0,0 0 0,1 0 0,-1 0 0,5 0 0,58 5 0,-36-10 0,0-1 0,0-1 0,0-1 0,53-22 0,-70 24 0,-9 4 0,1 0 0,-1-1 0,0 1 0,0-1 0,0 0 0,-1 0 0,1 0 0,0 0 0,3-4 0,-6 5 0,1 1 0,-1 0 0,0-1 0,0 1 0,0 0 0,1-1 0,-1 1 0,0 0 0,0-1 0,0 1 0,0 0 0,1-1 0,-1 1 0,0-1 0,0 1 0,0 0 0,0-1 0,0 1 0,0-1 0,0 1 0,0-1 0,0 1 0,-1 0 0,1-1 0,0 1 0,0-1 0,0 1 0,-1-1 0,-18-7 0,4 8 0,1 1 0,0 0 0,-1 1 0,1 1 0,0 0 0,0 1 0,1 0 0,-22 10 0,-12 3 0,24-10 0,-61 19 0,-102 20 0,41-15 0,289-29 0,-43-1 143,-43 1-525,1-2 1,107-16 0,67-20 18,-188 31 86,100-7-493,219 9 0,-173 6 561,825-3-841,-1005 0 1189,0 0 1,1 1 0,-1 1-1,0 0 1,22 7-1,-31-9-82,0 0-1,0 1 1,-1 0-1,1 0 0,0-1 1,0 1-1,-1 0 1,1 0-1,0 1 1,-1-1-1,1 0 0,-1 0 1,0 1-1,1-1 1,-1 1-1,0-1 1,0 1-1,0 0 0,0-1 1,0 1-1,0 0 1,0 0-1,-1-1 1,1 1-1,-1 0 0,1 0 1,-1 0-1,0 0 1,0 0-1,0 0 1,0 0-1,0 0 0,0 0 1,0 0-1,-1 0 1,1-1-1,-1 1 1,1 0-1,-1 0 0,0 0 1,1 0-1,-3 2 1,1 0 41,-1 0 0,0 0 0,1 0 0,-2-1 0,1 1 0,0-1 0,-1 1 0,0-1 0,1 0 0,-1 0 0,-1-1 0,-6 4 0,-61 22-301,38-16 178,-54 16-773,-1-4 0,-1-4 0,-129 13 0,31-6 720,69-10 78,-1-6 0,-124-5 0,190-3 0,0 2 0,-89 20 0,-56 6 0,-256-27-1208,233-7 1398,225 3-158,17 1 727,0-2 1,-1-1-1,1 0 0,20-6 0,361-99-305,-245 81-1128,-78 15 670,4-2 4,-7 0 0,143-7 0,-37 4 0,-12 0 0,-31 18-5,66-4 145,-165-8 460,-31 2-492,-25 0-137,-16 3-44,0 1-1,0 1 1,-1 2-1,-38 4 1,-136 22-465,127-13 466,-40 5-230,-303 34-1819,278-37 1867,-91 5-677,183-19 478,-1 2-1,1 3 0,-65 13 1,48-3 258,0-3-1,-104 3 1,-146-14 471,141-4 2468,233 4 426,14 0-2977,0-3-1,73-10 1,143-30-1280,-74 25 1087,-5 1 0,-93 5 0,0 5 0,121 8 0,-62 1 0,350-3 0,-512 3 141,-18 5 194,-34 12 379,30-14-600,-65 27-787,0-3 1,-2-4-1,-104 20 0,-259 25-1228,358-59 1688,8-3 213,22-3 0,-74 18 0,65-10 0,0-3 0,-1-4 0,-95 0 0,65-4 0,-54 13-177,-29 1-54,-26-19 2100,326 3 1344,86-1-3078,-29-1-312,-157 0 71,0-2 0,-1 0 0,1-1 0,-1-2 1,25-8-1,-18 5-9,54-11 1,485-24-1683,3 44-1003,-240 3 2247,6-3 2722,-302 6-1183,-27 0 156,-20 3-208,-100 35-850,69-24-209,-1-3 0,-48 11 0,-761 99-3689,711-116 3257,-122 17-1465,132-8 574,-181 3 0,-135-24-1008,177-2 2494,94 5 1086,-187-5 2207,327-1-2490,-43-11 0,7 2 518,30-1 636,44 14-1967,1-1 0,0 1 0,-1 0 0,1 0 0,0 0 1,0 0-1,-1 0 0,1 0 0,0-1 0,-1 1 0,1 0 0,0 0 0,0 0 0,-1-1 0,1 1 0,0 0 0,0 0 0,0-1 0,-1 1 0,1 0 0,0-1 0,0 1 0,0 0 1,0 0-1,0-1 0,0 1 0,-1 0 0,1-1 0,0 1 0,0 0 0,0-1 0,0 1 0,0 0 0,0-1 0,0 1 0,0 0 0,1-1 0,23-7 1672,56 2-2091,129 7 0,-76 2-37,202-20-844,-5 0 47,-10 1-597,-29 0 300,369 10-3247,331 8 3501,-186 1 782,-735-3 1388,0 3 0,91 15-1,-74-6 5099,-118-10-1598,-37 10-3114,-6 1-2264,-206 16-3257,202-19 2109,25-3 1572,-62 15-1,30-2 39,-155 14-1,-90-16-845,-46-2 987,-214 3-2162,-1232-20 14137,2052 3-12366,258-5-1645,-301-13 2239,69-1 185,616 18-1289,-823 2 958,0 2 0,-1 3 0,57 15 0,25 4 810,-72-17-278,182 37 2090,-237-46-1984,34 10 361,-36-11-549,0 0 0,1 1 0,-1-1 0,0 1 0,1-1 0,-1 1 0,0-1 0,0 1 0,1 0 0,-1 0 0,0 0 0,0 0 0,0 0 0,0 0 0,0 0 0,0 0 0,0 0 0,-1 0 0,1 0 0,1 3 0,-5-2-55,0 0 0,0 0 1,0 0-1,-1 0 0,1-1 0,0 0 1,-1 1-1,1-1 0,-1 0 1,0 0-1,1-1 0,-8 1 0,3 1-69,-89 19-918,0-4 0,-114 5 0,182-19 564,1 1 1,0 1-1,-46 15 1,44-10 206,-1-3 0,1 0-1,-37 2 1,-106 4-1038,-292 10 32,-389-25-348,498 2 5573,225 0 66,2706 0-13085,-2515 3 9138,68 12 0,45 2 1547,-145-16-1563,-8-2 469,0 1 1,0 1-1,0 1 0,0 1 1,37 11-1,-57-14-633,0 0 0,0 0 0,0 0 0,0 0-1,0 0 1,0 0 0,0 0 0,0 1 0,-1-1 0,1 0-1,0 0 1,0 0 0,0 0 0,0 0 0,0 0 0,0 0 0,0 0-1,0 0 1,0 1 0,0-1 0,0 0 0,0 0 0,0 0 0,0 0-1,0 0 1,0 0 0,0 1 0,0-1 0,0 0 0,0 0 0,0 0-1,0 0 1,0 0 0,0 0 0,0 0 0,0 1 0,0-1 0,0 0-1,0 0 1,0 0 0,0 0 0,0 0 0,0 0 0,1 0-1,-1 0 1,0 1 0,0-1 0,0 0 0,0 0 0,0 0 0,0 0-1,0 0 1,0 0 0,0 0 0,1 0 0,-1 0 0,0 0 0,0 0-1,0 0 1,0 0 0,0 0 0,0 0 0,1 0 0,-1 0 0,0 0-1,-16 4 390,-22 0-378,-29-2-793,-106 16 0,-61 10 761,16-9-2068,151-17 1356,-124 22 0,101-7 700,0-4 0,-104 1 0,-183-14-284,149-4-984,-136 4 1363,125 0 6115,252-2-6035,0-2 1,0 1-1,0-2 1,-1 0-1,0 0 1,1-1-1,13-10 1,-4 4-43,11-3-279,1 1 0,42-11 0,23-9-110,37-9 913,-95 32-1067,-1-1-1,43-21 0,-63 24-6403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8:17:55.785"/>
    </inkml:context>
    <inkml:brush xml:id="br0">
      <inkml:brushProperty name="width" value="0.1" units="cm"/>
      <inkml:brushProperty name="height" value="0.1" units="cm"/>
      <inkml:brushProperty name="color" value="#FFFFFF"/>
    </inkml:brush>
  </inkml:definitions>
  <inkml:trace contextRef="#ctx0" brushRef="#br0">1968 1 24575,'1'91'0,"-3"104"0,-7-153 0,1-34 0,0-27 0,4-16 0,0 0 0,3-51 0,1 65 0,1 20 0,-1-1 0,0 1 0,1-1 0,-1 0 0,0 1 0,0-1 0,-1 1 0,1-1 0,0 0 0,0 1 0,-1-1 0,1 1 0,-1-1 0,1 1 0,-1-1 0,0 1 0,0-1 0,1 1 0,-1 0 0,0-1 0,0 1 0,0 0 0,-1 0 0,1 0 0,-2-2 0,2 3 0,-1 0 0,0 0 0,1 0 0,-1 0 0,0 1 0,1-1 0,-1 0 0,1 1 0,-1-1 0,0 1 0,1-1 0,-1 1 0,1 0 0,0 0 0,-1-1 0,1 1 0,-1 0 0,1 0 0,-2 3 0,-3 1 0,1 0 0,0 0 0,0 1 0,0 0 0,1 0 0,0 0 0,0 1 0,0-1 0,1 1 0,-4 12 0,2 44 0,5-52 0,0 0 0,-1 0 0,0 0 0,-1-1 0,0 1 0,0 0 0,-1-1 0,-1 0 0,-4 11 0,-36 58 0,63-123 0,-2-1 0,16-63 0,-33 108 0,-1 0 0,0 0 0,0 0 0,1 0 0,-1 0 0,0 0 0,1 0 0,-1 1 0,0-1 0,1 0 0,-1 0 0,1 1 0,-1-1 0,0 0 0,1 1 0,-1-1 0,1 1 0,-1-1 0,1 1 0,-1-1 0,0 1 0,6 21 0,0 0 0,-2 0 0,-1 0 0,-1 0 0,-2 41 0,0-31 0,5 58 0,0-74 0,1 1 0,0-1 0,1 0 0,1 0 0,1 0 0,0-1 0,13 19 0,-20-34 0,-1 1 0,0 0 0,1 0 0,-1-1 0,1 1 0,-1 0 0,1-1 0,0 1 0,-1 0 0,1-1 0,0 1 0,-1-1 0,1 1 0,0-1 0,-1 1 0,1-1 0,0 0 0,0 1 0,0-1 0,-1 0 0,1 0 0,0 0 0,0 1 0,1-1 0,-1-1 0,0 1 0,-1-1 0,1 1 0,0-1 0,-1 1 0,1-1 0,-1 1 0,1-1 0,-1 0 0,1 1 0,-1-1 0,1 0 0,-1 0 0,0 1 0,1-1 0,-1 0 0,0 0 0,0 1 0,0-1 0,1-1 0,-1-1 0,1-1 0,-1 1 0,1-1 0,-1 1 0,0-1 0,-1 1 0,1-1 0,0 1 0,-1-1 0,0 1 0,-1-5 0,1 6 0,0 1 0,0-1 0,0 1 0,1-1 0,-1 1 0,-1-1 0,1 1 0,0 0 0,0 0 0,0-1 0,-1 1 0,1 0 0,0 0 0,-1 0 0,1 0 0,-1 1 0,0-1 0,1 0 0,-1 1 0,0-1 0,1 1 0,-1-1 0,0 1 0,-3-1 0,3 2 0,0 0 0,-1 0 0,1-1 0,0 1 0,0 1 0,0-1 0,-1 0 0,1 0 0,0 1 0,1-1 0,-1 1 0,0 0 0,0-1 0,1 1 0,-3 3 0,-3 5 0,0 1 0,0 1 0,1-1 0,1 1 0,-6 15 0,9-21 0,-10 30 0,11-35 0,1 1 0,-1-1 0,1 0 0,-1 1 0,1-1 0,-1 0 0,0 0 0,0 1 0,1-1 0,-1 0 0,0 0 0,0 0 0,0 0 0,0 0 0,-1 0 0,1 0 0,0-1 0,0 1 0,-2 1 0,2-3 0,0 1 0,0-1 0,1 1 0,-1-1 0,1 1 0,-1-1 0,0 1 0,1-1 0,-1 0 0,1 1 0,-1-1 0,1 0 0,-1 1 0,1-1 0,0 0 0,-1 0 0,1 0 0,0 1 0,0-1 0,0 0 0,0 0 0,-1 0 0,1 0 0,0 1 0,0-2 0,-2-28 0,2 26 0,3-271 0,-2 267 0,0 0 0,1 0 0,0 1 0,0-1 0,1 1 0,0-1 0,1 1 0,-1 0 0,1 0 0,1 0 0,-1 1 0,1-1 0,0 1 0,1 0 0,-1 1 0,10-8 0,0-2 0,-10 9 0,0 1 0,-1 0 0,0-1 0,0 0 0,5-10 0,-9 15 0,1 0 0,0 0 0,-1 0 0,1 0 0,-1 0 0,0 0 0,1 0 0,-1 0 0,0 0 0,0 0 0,1 0 0,-1-1 0,0 1 0,0 0 0,0 0 0,0 0 0,-1 0 0,1 0 0,0 0 0,0-1 0,-1 1 0,1 0 0,0 0 0,-1 0 0,1 0 0,-1 0 0,0 0 0,1 0 0,-1 0 0,0 1 0,0-1 0,1 0 0,-1 0 0,0 0 0,0 1 0,0-1 0,0 0 0,0 1 0,0-1 0,0 1 0,0-1 0,0 1 0,-1-1 0,-1 1 0,1 0 0,-1-1 0,1 1 0,-1 0 0,0 1 0,1-1 0,-1 0 0,1 1 0,-1-1 0,1 1 0,0 0 0,-1-1 0,1 1 0,-1 1 0,1-1 0,0 0 0,0 0 0,0 1 0,0-1 0,0 1 0,0 0 0,0 0 0,1 0 0,-4 3 0,1 1 0,-1 0 0,0 0 0,1 1 0,1-1 0,-1 1 0,1 0 0,-3 8 0,-46 152 0,51-165 0,0 0 0,1 0 0,-1 1 0,1-1 0,-1 0 0,1 0 0,0 1 0,0-1 0,0 0 0,0 0 0,0 0 0,1 1 0,-1-1 0,1 0 0,-1 0 0,1 0 0,0 0 0,0 0 0,0 0 0,0 0 0,2 3 0,-1-4 0,0 1 0,-1-1 0,1 0 0,0 0 0,1 0 0,-1 0 0,0 0 0,0 0 0,0 0 0,1-1 0,-1 1 0,0-1 0,0 0 0,1 0 0,-1 0 0,5 0 0,8-2 0,0 0 0,0-2 0,-1 1 0,26-11 0,3-7 0,-33 16 0,0 0 0,0 0 0,0 1 0,14-3 0,-24 7 0,0 0 0,0 0 0,1 0 0,-1 0 0,0-1 0,1 1 0,-1 0 0,0 0 0,1 0 0,-1 0 0,0 0 0,1 0 0,-1 0 0,0 0 0,0 1 0,1-1 0,-1 0 0,0 0 0,1 0 0,-1 0 0,0 0 0,0 0 0,1 1 0,-1-1 0,0 0 0,0 0 0,1 0 0,-1 1 0,0-1 0,0 0 0,1 0 0,-1 0 0,0 1 0,0-1 0,0 0 0,0 1 0,0-1 0,1 0 0,-1 0 0,0 1 0,-3 16 0,-14 15 0,7-20 0,-1-2 0,0 0 0,0 0 0,-17 11 0,15-12 0,1 1 0,0 0 0,-17 19 0,28-29 0,1 1 0,-1-1 0,1 1 0,-1-1 0,1 1 0,-1 0 0,1-1 0,-1 1 0,1-1 0,0 1 0,0 0 0,-1 0 0,1-1 0,0 1 0,0 0 0,0-1 0,-1 1 0,1 0 0,0-1 0,0 1 0,0 0 0,0 0 0,1-1 0,-1 1 0,0 0 0,0 0 0,0-1 0,0 1 0,1 0 0,-1-1 0,0 1 0,1 0 0,-1-1 0,1 1 0,1 1 0,0-1 0,0 1 0,0-1 0,0 0 0,0 0 0,0 0 0,0 0 0,1 0 0,-1 0 0,5 0 0,58 5 0,-36-10 0,0-1 0,0-1 0,0-1 0,53-22 0,-70 24 0,-9 4 0,1 0 0,-1-1 0,0 1 0,0-1 0,0 0 0,-1 0 0,1 0 0,0 0 0,3-4 0,-6 5 0,1 1 0,-1 0 0,0-1 0,0 1 0,0 0 0,1-1 0,-1 1 0,0 0 0,0-1 0,0 1 0,0 0 0,1-1 0,-1 1 0,0-1 0,0 1 0,0 0 0,0-1 0,0 1 0,0-1 0,0 1 0,0-1 0,0 1 0,-1 0 0,1-1 0,0 1 0,0-1 0,0 1 0,-1-1 0,-18-7 0,4 8 0,1 1 0,0 0 0,-1 1 0,1 1 0,0 0 0,0 1 0,1 0 0,-22 10 0,-12 3 0,24-10 0,-61 19 0,-102 20 0,41-15 0,289-29 0,-43-1 143,-43 1-525,1-2 1,107-16 0,67-20 18,-188 31 86,100-7-493,219 9 0,-173 6 561,825-3-841,-1005 0 1189,0 0 1,1 1 0,-1 1-1,0 0 1,22 7-1,-31-9-82,0 0-1,0 1 1,-1 0-1,1 0 0,0-1 1,0 1-1,-1 0 1,1 0-1,0 1 1,-1-1-1,1 0 0,-1 0 1,0 1-1,1-1 1,-1 1-1,0-1 1,0 1-1,0 0 0,0-1 1,0 1-1,0 0 1,0 0-1,-1-1 1,1 1-1,-1 0 0,1 0 1,-1 0-1,0 0 1,0 0-1,0 0 1,0 0-1,0 0 0,0 0 1,0 0-1,-1 0 1,1-1-1,-1 1 1,1 0-1,-1 0 0,0 0 1,1 0-1,-3 2 1,1 0 41,-1 0 0,0 0 0,1 0 0,-2-1 0,1 1 0,0-1 0,-1 1 0,0-1 0,1 0 0,-1 0 0,-1-1 0,-6 4 0,-61 22-301,38-16 178,-54 16-773,-1-4 0,-1-4 0,-129 13 0,31-6 720,69-10 78,-1-6 0,-124-5 0,190-3 0,0 2 0,-89 20 0,-56 6 0,-256-27-1208,233-7 1398,225 3-158,17 1 727,0-2 1,-1-1-1,1 0 0,20-6 0,361-99-305,-245 81-1128,-78 15 670,4-2 4,-7 0 0,143-7 0,-37 4 0,-12 0 0,-31 18-5,66-4 145,-165-8 460,-31 2-492,-25 0-137,-16 3-44,0 1-1,0 1 1,-1 2-1,-38 4 1,-136 22-465,127-13 466,-40 5-230,-303 34-1819,278-37 1867,-91 5-677,183-19 478,-1 2-1,1 3 0,-65 13 1,48-3 258,0-3-1,-104 3 1,-146-14 471,141-4 2468,233 4 426,14 0-2977,0-3-1,73-10 1,143-30-1280,-74 25 1087,-5 1 0,-93 5 0,0 5 0,121 8 0,-62 1 0,350-3 0,-512 3 141,-18 5 194,-34 12 379,30-14-600,-65 27-787,0-3 1,-2-4-1,-104 20 0,-259 25-1228,358-59 1688,8-3 213,22-3 0,-74 18 0,65-10 0,0-3 0,-1-4 0,-95 0 0,65-4 0,-54 13-177,-29 1-54,-26-19 2100,326 3 1344,86-1-3078,-29-1-312,-157 0 71,0-2 0,-1 0 0,1-1 0,-1-2 1,25-8-1,-18 5-9,54-11 1,485-24-1683,3 44-1003,-240 3 2247,6-3 2722,-302 6-1183,-27 0 156,-20 3-208,-100 35-850,69-24-209,-1-3 0,-48 11 0,-761 99-3689,711-116 3257,-122 17-1465,132-8 574,-181 3 0,-135-24-1008,177-2 2494,94 5 1086,-187-5 2207,327-1-2490,-43-11 0,7 2 518,30-1 636,44 14-1967,1-1 0,0 1 0,-1 0 0,1 0 0,0 0 1,0 0-1,-1 0 0,1 0 0,0-1 0,-1 1 0,1 0 0,0 0 0,0 0 0,-1-1 0,1 1 0,0 0 0,0 0 0,0-1 0,-1 1 0,1 0 0,0-1 0,0 1 0,0 0 1,0 0-1,0-1 0,0 1 0,-1 0 0,1-1 0,0 1 0,0 0 0,0-1 0,0 1 0,0 0 0,0-1 0,0 1 0,0 0 0,1-1 0,23-7 1672,56 2-2091,129 7 0,-76 2-37,202-20-844,-5 0 47,-10 1-597,-29 0 300,369 10-3247,331 8 3501,-186 1 782,-735-3 1388,0 3 0,91 15-1,-74-6 5099,-118-10-1598,-37 10-3114,-6 1-2264,-206 16-3257,202-19 2109,25-3 1572,-62 15-1,30-2 39,-155 14-1,-90-16-845,-46-2 987,-214 3-2162,-1232-20 14137,2052 3-12366,258-5-1645,-301-13 2239,69-1 185,616 18-1289,-823 2 958,0 2 0,-1 3 0,57 15 0,25 4 810,-72-17-278,182 37 2090,-237-46-1984,34 10 361,-36-11-549,0 0 0,1 1 0,-1-1 0,0 1 0,1-1 0,-1 1 0,0-1 0,0 1 0,1 0 0,-1 0 0,0 0 0,0 0 0,0 0 0,0 0 0,0 0 0,0 0 0,0 0 0,-1 0 0,1 0 0,1 3 0,-5-2-55,0 0 0,0 0 1,0 0-1,-1 0 0,1-1 0,0 0 1,-1 1-1,1-1 0,-1 0 1,0 0-1,1-1 0,-8 1 0,3 1-69,-89 19-918,0-4 0,-114 5 0,182-19 564,1 1 1,0 1-1,-46 15 1,44-10 206,-1-3 0,1 0-1,-37 2 1,-106 4-1038,-292 10 32,-389-25-348,498 2 5573,225 0 66,2706 0-13085,-2515 3 9138,68 12 0,45 2 1547,-145-16-1563,-8-2 469,0 1 1,0 1-1,0 1 0,0 1 1,37 11-1,-57-14-633,0 0 0,0 0 0,0 0 0,0 0-1,0 0 1,0 0 0,0 0 0,0 1 0,-1-1 0,1 0-1,0 0 1,0 0 0,0 0 0,0 0 0,0 0 0,0 0 0,0 0-1,0 0 1,0 1 0,0-1 0,0 0 0,0 0 0,0 0 0,0 0-1,0 0 1,0 0 0,0 1 0,0-1 0,0 0 0,0 0 0,0 0-1,0 0 1,0 0 0,0 0 0,0 0 0,0 1 0,0-1 0,0 0-1,0 0 1,0 0 0,0 0 0,0 0 0,0 0 0,1 0-1,-1 0 1,0 1 0,0-1 0,0 0 0,0 0 0,0 0 0,0 0-1,0 0 1,0 0 0,0 0 0,1 0 0,-1 0 0,0 0 0,0 0-1,0 0 1,0 0 0,0 0 0,0 0 0,1 0 0,-1 0 0,0 0-1,-16 4 390,-22 0-378,-29-2-793,-106 16 0,-61 10 761,16-9-2068,151-17 1356,-124 22 0,101-7 700,0-4 0,-104 1 0,-183-14-284,149-4-984,-136 4 1363,125 0 6115,252-2-6035,0-2 1,0 1-1,0-2 1,-1 0-1,0 0 1,1-1-1,13-10 1,-4 4-43,11-3-279,1 1 0,42-11 0,23-9-110,37-9 913,-95 32-1067,-1-1-1,43-21 0,-63 24-6403</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7:25.996"/>
    </inkml:context>
    <inkml:brush xml:id="br0">
      <inkml:brushProperty name="width" value="0.35" units="cm"/>
      <inkml:brushProperty name="height" value="0.35" units="cm"/>
      <inkml:brushProperty name="color" value="#FFFFFF"/>
    </inkml:brush>
  </inkml:definitions>
  <inkml:trace contextRef="#ctx0" brushRef="#br0">23 525 24575,'74'2'0,"-43"0"0,0-1 0,1-2 0,61-9 0,-76 4 0,-1 0 0,0-2 0,0 0 0,0 0 0,-1-1 0,-1-1 0,0-1 0,0 0 0,13-14 0,-20 17 0,-1 0 0,1 0 0,-1 0 0,-1-1 0,0 0 0,0 0 0,0-1 0,-1 1 0,-1-1 0,0 0 0,0 0 0,-1 0 0,0 0 0,1-16 0,-3 25 0,0 0 0,0 0 0,0 0 0,-1 0 0,1 1 0,0-1 0,0 0 0,0 0 0,-1 0 0,1 0 0,0 1 0,-1-1 0,1 0 0,-1 0 0,1 1 0,-1-1 0,1 0 0,-1 1 0,0-1 0,1 0 0,-1 1 0,0-1 0,1 1 0,-1-1 0,0 1 0,0 0 0,0-1 0,-1 0 0,0 1 0,0 0 0,0 0 0,0 0 0,-1 0 0,1 0 0,0 1 0,0-1 0,0 0 0,0 1 0,0 0 0,-3 0 0,-47 29 0,-13 17 0,-75 47 0,120-82 0,-2-1 0,1-1 0,-1-1 0,-1-1 0,-26 6 0,33-10 0,-22 2 0,38-6 0,0 0 0,0 0 0,0 0 0,0 0 0,-1 0 0,1 0 0,0 0 0,0 0 0,0 0 0,0 0 0,0-1 0,-1 1 0,1 0 0,0 0 0,0 0 0,0 0 0,0 0 0,0 0 0,0 0 0,0 0 0,-1-1 0,1 1 0,0 0 0,0 0 0,0 0 0,0 0 0,0 0 0,0 0 0,0-1 0,0 1 0,0 0 0,0 0 0,0 0 0,0 0 0,0-1 0,0 1 0,0 0 0,0 0 0,0 0 0,0 0 0,0 0 0,0-1 0,0 1 0,0 0 0,0 0 0,0 0 0,0 0 0,0 0 0,0-1 0,0 1 0,0 0 0,1 0 0,-1 0 0,0 0 0,0 0 0,18-18 0,34-22 0,-28 22 0,-1 0 0,-1-2 0,36-39 0,-50 49 0,-4 6 0,0-1 0,0 0 0,0-1 0,-1 1 0,6-12 0,-8 16 0,-1 0 0,0 0 0,0 0 0,1 0 0,-1 0 0,0 0 0,0 0 0,0 0 0,0 0 0,0 0 0,-1 0 0,1 0 0,0 0 0,0 0 0,-1 0 0,1 0 0,-1 0 0,1 0 0,0 0 0,-1 0 0,0 0 0,1 0 0,-1 0 0,0 1 0,1-1 0,-1 0 0,0 1 0,0-1 0,0 0 0,1 1 0,-1-1 0,0 1 0,0-1 0,0 1 0,0-1 0,0 1 0,0 0 0,0-1 0,0 1 0,0 0 0,0 0 0,0 0 0,-2 0 0,-59-5 0,54 6 0,0-1 0,0 0 0,1 0 0,-1-1 0,0 0 0,0 0 0,1-1 0,-1 0 0,1 0 0,-11-6 0,17 8 0,0 0 0,1-1 0,-1 1 0,1-1 0,-1 1 0,0-1 0,1 1 0,-1-1 0,1 1 0,0-1 0,-1 1 0,1-1 0,-1 0 0,1 1 0,0-1 0,0 0 0,-1 1 0,1-1 0,0 0 0,0 1 0,0-1 0,0 0 0,0 0 0,-1 1 0,1-1 0,1 0 0,-1 1 0,0-1 0,0 0 0,0 0 0,0 1 0,0-1 0,1 0 0,-1 1 0,0-1 0,1 0 0,-1 1 0,0-1 0,1 1 0,-1-1 0,1 1 0,-1-1 0,1 1 0,-1-1 0,1 1 0,-1-1 0,1 1 0,0-1 0,0 1 0,37-24 0,-32 21 0,19-10 0,15-9 0,42-29 0,-67 40-195,1 2 0,0 0 0,0 1 0,1 0 0,-1 1 0,26-6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9:14:35.33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9:14:37.254"/>
    </inkml:context>
    <inkml:brush xml:id="br0">
      <inkml:brushProperty name="width" value="0.35" units="cm"/>
      <inkml:brushProperty name="height" value="0.35" units="cm"/>
      <inkml:brushProperty name="color" value="#FFFFFF"/>
    </inkml:brush>
  </inkml:definitions>
  <inkml:trace contextRef="#ctx0" brushRef="#br0">35 1 24575,'2'114'0,"-5"129"0,-12-122 0,7-75 0,-1 55 0,8 498 0,3-286 0,-3-303 0,1-6 0,-1 0 0,1 1 0,0-1 0,1 1 0,-1-1 0,1 1 0,-1-1 0,1 0 0,0 1 0,1-1 0,-1 0 0,1 0 0,4 7 0,-6-11 0,1 0 0,0 1 0,-1-1 0,1 0 0,0 0 0,-1 0 0,1 0 0,0 0 0,0 0 0,-1 0 0,1 0 0,0 0 0,0 0 0,-1 0 0,1-1 0,0 1 0,-1 0 0,1 0 0,0-1 0,-1 1 0,1 0 0,-1-1 0,1 1 0,0-1 0,-1 1 0,1-1 0,-1 1 0,1-1 0,-1 1 0,1-1 0,-1 1 0,0-1 0,1 0 0,-1 1 0,0-1 0,1 0 0,-1-1 0,17-28 0,-16 28 0,17-41 0,-1-1 0,-3 0 0,-2-1 0,9-65 0,10-35 0,-24 127 0,-1 0 0,2 0 0,16-28 0,-15 32 0,-1 0 0,-1 0 0,-1-1 0,0 0 0,-1-1 0,5-21 0,24-122 0,-32 148 0,1 106 0,-4-41 0,0-22 0,0 0 0,2 0 0,2 0 0,8 42 0,-3-33 0,-2 0 0,-1 0 0,-3 65 0,28-279 0,-28 59 0,-4 89 0,2 0 0,0-1 0,2 1 0,1 0 0,1 0 0,1 1 0,10-31 0,-12 55 0,-1 12 0,1 14 0,-1 680-484,-5-342-1989,3-287 2391,21 146 0,-11-130-176,-4 0 1,-7 119 0,-1-75 674,3-123-422,1 0 0,0-1-1,1 1 1,0-1 0,2 0-1,-1 0 1,9 16-1,-6-14 0,-1 1-1,0 0 0,-2 1 0,6 26 0,-6 87 387,-4-92-109,1 0 1,8 55 0,-3-58 438,-4-20-321,0 0-1,2 0 1,5 16-1,-9-30-385,0-1 0,0 1 0,0-1 0,0 1 0,1 0 0,-1-1 0,0 1-1,0-1 1,1 1 0,-1-1 0,0 1 0,1-1 0,-1 1 0,1-1 0,-1 1 0,0-1 0,1 1 0,-1-1-1,1 0 1,-1 1 0,1-1 0,0 0 0,-1 1 0,1-1 0,-1 0 0,1 0 0,-1 0 0,2 1-1,11-14 17,5-34-35,-17 41 23,8-32-137,-2 0-1,-2 0 0,-1-1 0,-2 0 0,-6-74 1,1 18-101,3 6 231,20-169 0,-13 203 0,-2-82 0,-1 23 0,0 82 261,10-43 0,-2 14 232,-14 98-664,3 60 1,1-18-798,-2 1034-425,-2-1070 1615,-13 72 0,7-68 298,-1 51 0,9-56 251,0-21-715,0 0 0,-1-1 0,0 1 0,-2-1 0,-1 1-1,0-1 1,-9 21 0,10-41-56,1-11 0,-1-16 0,4-6 0,2 0 0,13-62 0,-4 26 0,-4 27-1365</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9:14:35.33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9:14:37.254"/>
    </inkml:context>
    <inkml:brush xml:id="br0">
      <inkml:brushProperty name="width" value="0.35" units="cm"/>
      <inkml:brushProperty name="height" value="0.35" units="cm"/>
      <inkml:brushProperty name="color" value="#FFFFFF"/>
    </inkml:brush>
  </inkml:definitions>
  <inkml:trace contextRef="#ctx0" brushRef="#br0">35 1 24575,'2'114'0,"-5"129"0,-12-122 0,7-75 0,-1 55 0,8 498 0,3-286 0,-3-303 0,1-6 0,-1 0 0,1 1 0,0-1 0,1 1 0,-1-1 0,1 1 0,-1-1 0,1 0 0,0 1 0,1-1 0,-1 0 0,1 0 0,4 7 0,-6-11 0,1 0 0,0 1 0,-1-1 0,1 0 0,0 0 0,-1 0 0,1 0 0,0 0 0,0 0 0,-1 0 0,1 0 0,0 0 0,0 0 0,-1 0 0,1-1 0,0 1 0,-1 0 0,1 0 0,0-1 0,-1 1 0,1 0 0,-1-1 0,1 1 0,0-1 0,-1 1 0,1-1 0,-1 1 0,1-1 0,-1 1 0,1-1 0,-1 1 0,0-1 0,1 0 0,-1 1 0,0-1 0,1 0 0,-1-1 0,17-28 0,-16 28 0,17-41 0,-1-1 0,-3 0 0,-2-1 0,9-65 0,10-35 0,-24 127 0,-1 0 0,2 0 0,16-28 0,-15 32 0,-1 0 0,-1 0 0,-1-1 0,0 0 0,-1-1 0,5-21 0,24-122 0,-32 148 0,1 106 0,-4-41 0,0-22 0,0 0 0,2 0 0,2 0 0,8 42 0,-3-33 0,-2 0 0,-1 0 0,-3 65 0,28-279 0,-28 59 0,-4 89 0,2 0 0,0-1 0,2 1 0,1 0 0,1 0 0,1 1 0,10-31 0,-12 55 0,-1 12 0,1 14 0,-1 680-484,-5-342-1989,3-287 2391,21 146 0,-11-130-176,-4 0 1,-7 119 0,-1-75 674,3-123-422,1 0 0,0-1-1,1 1 1,0-1 0,2 0-1,-1 0 1,9 16-1,-6-14 0,-1 1-1,0 0 0,-2 1 0,6 26 0,-6 87 387,-4-92-109,1 0 1,8 55 0,-3-58 438,-4-20-321,0 0-1,2 0 1,5 16-1,-9-30-385,0-1 0,0 1 0,0-1 0,0 1 0,1 0 0,-1-1 0,0 1-1,0-1 1,1 1 0,-1-1 0,0 1 0,1-1 0,-1 1 0,1-1 0,-1 1 0,0-1 0,1 1 0,-1-1-1,1 0 1,-1 1 0,1-1 0,0 0 0,-1 1 0,1-1 0,-1 0 0,1 0 0,-1 0 0,2 1-1,11-14 17,5-34-35,-17 41 23,8-32-137,-2 0-1,-2 0 0,-1-1 0,-2 0 0,-6-74 1,1 18-101,3 6 231,20-169 0,-13 203 0,-2-82 0,-1 23 0,0 82 261,10-43 0,-2 14 232,-14 98-664,3 60 1,1-18-798,-2 1034-425,-2-1070 1615,-13 72 0,7-68 298,-1 51 0,9-56 251,0-21-715,0 0 0,-1-1 0,0 1 0,-2-1 0,-1 1-1,0-1 1,-9 21 0,10-41-56,1-11 0,-1-16 0,4-6 0,2 0 0,13-62 0,-4 26 0,-4 27-1365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07:12:03.175"/>
    </inkml:context>
    <inkml:brush xml:id="br0">
      <inkml:brushProperty name="width" value="0.35" units="cm"/>
      <inkml:brushProperty name="height" value="0.35" units="cm"/>
      <inkml:brushProperty name="color" value="#FFFFFF"/>
    </inkml:brush>
  </inkml:definitions>
  <inkml:trace contextRef="#ctx0" brushRef="#br0">312 232 24575,'9'1'0,"1"-1"0,-1 0 0,1 0 0,-1-1 0,1-1 0,-1 0 0,1 0 0,-1 0 0,0-1 0,0-1 0,14-6 0,-23 9 0,1 1 0,-1 0 0,1-1 0,-1 1 0,1 0 0,-1-1 0,1 1 0,-1-1 0,1 1 0,-1-1 0,0 1 0,1-1 0,-1 1 0,0-1 0,1 1 0,-1-1 0,0 1 0,0-1 0,0 1 0,1-1 0,-1 0 0,0 1 0,0-1 0,0 0 0,0 1 0,0-1 0,0 1 0,0-1 0,0 0 0,0 1 0,0-1 0,-1 1 0,1-1 0,0 0 0,0 1 0,0-1 0,-1 1 0,1-1 0,0 1 0,-1-1 0,1 1 0,-1-1 0,1 1 0,0-1 0,-1 1 0,1 0 0,-1-1 0,1 1 0,-1 0 0,1-1 0,-1 1 0,1 0 0,-1-1 0,0 1 0,1 0 0,-1 0 0,1 0 0,-1 0 0,0 0 0,0 0 0,-40-11 0,14 7 0,0 2 0,-1 0 0,1 2 0,0 1 0,-1 2 0,1 0 0,0 2 0,1 0 0,-1 2 0,1 1 0,-40 19 0,64-26 0,-1 0 0,1 0 0,0 1 0,0-1 0,0 0 0,0 1 0,0 0 0,1 0 0,-1-1 0,0 1 0,1 0 0,-3 3 0,4-4 0,0-1 0,0 0 0,0 0 0,0 1 0,0-1 0,0 0 0,0 0 0,0 1 0,0-1 0,0 0 0,0 0 0,0 1 0,0-1 0,0 0 0,0 0 0,0 1 0,0-1 0,0 0 0,0 0 0,0 1 0,0-1 0,0 0 0,1 0 0,-1 1 0,0-1 0,0 0 0,0 0 0,0 0 0,1 1 0,-1-1 0,0 0 0,0 0 0,0 0 0,1 0 0,-1 1 0,0-1 0,0 0 0,1 0 0,21 0 0,22-11 0,-2-2 0,81-34 0,39-14 0,-140 53 0,0 0 0,-1-2 0,25-14 0,-25 12 0,1 1 0,0 0 0,25-6 0,13 1 0,-64 15 0,1 0 0,-1 1 0,0 0 0,1 0 0,-1 0 0,1 0 0,-1 1 0,1-1 0,-1 1 0,1 0 0,0 0 0,-5 2 0,-40 24 0,27-14 0,-1-1 0,0-1 0,-37 12 0,20-10-682,-60 25-1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13:55:04.639"/>
    </inkml:context>
    <inkml:brush xml:id="br0">
      <inkml:brushProperty name="width" value="0.35" units="cm"/>
      <inkml:brushProperty name="height" value="0.35" units="cm"/>
      <inkml:brushProperty name="color" value="#FFFFFF"/>
    </inkml:brush>
  </inkml:definitions>
  <inkml:trace contextRef="#ctx0" brushRef="#br0">0 0 24575,'0'1670'0,"2"-1643"0,1-1 0,9 42 0,-6-38 0,4 44 0,-9 168 19,-2-142-1403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13:55:08.007"/>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13:55:49.039"/>
    </inkml:context>
    <inkml:brush xml:id="br0">
      <inkml:brushProperty name="width" value="0.35" units="cm"/>
      <inkml:brushProperty name="height" value="0.35" units="cm"/>
      <inkml:brushProperty name="color" value="#FFFFFF"/>
    </inkml:brush>
  </inkml:definitions>
  <inkml:trace contextRef="#ctx0" brushRef="#br0">442 302 24575,'0'1006'0,"1"-973"0,2 0 0,9 38 0,-5-35 0,3 56 0,-10 83 0,2-330 0,-5-135 0,-13 198 0,10 64 0,-4-46 0,9 53 0,1 5 0,-1 0 0,0-1 0,-1 1 0,-1 0 0,-1 0 0,0 0 0,-8-17 0,-2-8 0,2-1 0,1-1 0,2 1 0,-5-75 0,8 67 0,-22-102 0,15 80 0,11 52 0,-1 1 0,-1 0 0,0 1 0,-1-1 0,-14-30 0,15 44 0,0 0 0,-1 0 0,0 0 0,0 1 0,0-1 0,0 1 0,0 1 0,-1-1 0,0 1 0,0 0 0,0 0 0,0 0 0,0 1 0,-11-3 0,14 4 0,0 0 0,0 0 0,-1 0 0,1 0 0,0 1 0,-1-1 0,1 1 0,0 0 0,-1 0 0,1 0 0,0 0 0,-1 1 0,1-1 0,0 1 0,-1 0 0,1 0 0,0 0 0,0 1 0,0-1 0,0 1 0,0-1 0,0 1 0,0 0 0,1 0 0,-1 0 0,1 1 0,-1-1 0,1 0 0,-4 6 0,2 5 0,0-1 0,0 1 0,1 0 0,1 0 0,1 0 0,-1 0 0,2 0 0,0 1 0,1-1 0,0 0 0,0 0 0,2 0 0,0 0 0,0 0 0,1-1 0,1 1 0,8 16 0,1 0 0,-2-1 0,0 2 0,12 56 0,5 10 0,-21-66 0,-1 0 0,6 51 0,-1 0 0,-4-30 0,2 66 0,5 40 0,-1-10 0,-11-102 0,13 78 0,-7-65 0,-3 1 0,-2-1 0,-7 97 0,0-37 0,2-69 0,3 0 0,2 1 0,11 49 0,-6-36 0,-2 0 0,-4 1 0,-6 91 0,1-32 0,0-41 0,0-38 0,1 0 0,8 53 0,-4-80 0,2-1 0,0 0 0,13 29 0,-11-30 0,-1 0 0,-1 0 0,0 0 0,4 27 0,-2 44 0,-9 136 0,-1-76 0,3 1639 0,-1-1763 0,0-1 0,-1 1 0,-1-1 0,-6 23 0,6-37 0,1 0 0,-1 1 0,0-1 0,0 0 0,-1 0 0,-7 10 0,9-14 0,0-1 0,0 0 0,-1 1 0,1-1 0,-1 0 0,1 0 0,-1 0 0,0 0 0,1-1 0,-1 1 0,0-1 0,0 0 0,0 0 0,0 0 0,0 0 0,-5 1 0,4-2 0,1 0 0,-1 0 0,1 0 0,-1-1 0,1 1 0,-1-1 0,1 0 0,-1 0 0,1 0 0,0 0 0,-1 0 0,1-1 0,0 0 0,0 0 0,0 0 0,0 0 0,0 0 0,1 0 0,-1-1 0,1 1 0,-1-1 0,1 0 0,0 0 0,0 1 0,0-1 0,0-1 0,-2-5 0,-4-9 0,1 0 0,1-1 0,-7-36 0,8 34 0,-7-40 0,8 40 0,0 0 0,-1 0 0,-15-38 0,11 40 0,2-1 0,1 0 0,0-1 0,2 1 0,0-1 0,-1-25 0,5-127 0,1 6 0,-17 65 0,10 72 0,1 0 0,-1-30 0,4-720 0,5 377 0,-1 244 0,-5-175 0,-13 231 0,10 70 0,-5-60 0,13-6 0,0 65 0,-2 0 0,-1-1 0,-1 1 0,-11-52 0,2 26 0,3 1 0,2-1 0,3-1 0,7-86 0,-1 20 0,-4 72 0,-1 31 0,2 1 0,0-1 0,1 1 0,1 0 0,2-1 0,0 1 0,1 0 0,14-38 0,-1 25 0,1 0 0,39-54 0,-26 42 0,43-84 0,-8 10 0,-59 111 0,0 0 0,1 1 0,0 1 0,11-10 0,27-32 0,59-116 0,-53 80 0,-28 47 0,1 2 0,39-44 0,-40 50 0,0-1 0,-3-1 0,0-1 0,19-45 0,38-61 0,-6 40 0,-68 95 0,-1 1 0,1 1 0,0-1 0,0 1 0,0 0 0,1 0 0,-1 0 0,1 1 0,0 0 0,0 0 0,0 1 0,1-1 0,-1 1 0,1 1 0,10-3 0,9 2 0,-1 0 0,50 4 0,-51 0 0,0-2 0,38-3 0,66-12 0,225 3 0,2408 12-6519,-2734 2 6519,1 1 0,-1 2 0,0 0 0,42 14 0,-39-9 0,0-2 0,0-2 0,42 5 0,52-11 995,-83-1-299,1 1 1,-1 2-1,46 9 0,-65-8-90,-14-2-358,-1 0 1,0 0-1,0 0 0,0 1 1,0 0-1,7 4 0,-72 12 147,27-11-395,0-2 0,-51 3 0,-31 5 0,-53 10-303,30-6-774,-138 10 786,-12-1-595,99-12 1028,65-6 1014,70-6-1066,1 3 1,-95 20-1,96-14-185,36-9 215,-1 1 1,1 0-1,0 1 0,0 1 1,0 0-1,0 1 0,1 0 1,-16 11-1,28-17-120,1 0 0,-1 0 0,1 1 0,-1-1 0,1 0 0,0 1 0,-1-1 0,1 0 0,0 1 0,-1-1 0,1 1 0,0-1 0,-1 1 0,1-1 0,0 1 0,0-1 0,0 1 0,-1-1 0,1 1 0,0-1 0,0 1 0,0-1 0,0 1 0,0-1 0,0 1 0,0-1 0,0 1 0,0-1 0,0 1 0,0-1 0,0 1 0,1 0 0,15 11 0,28 0 0,189 27 0,-144-24 0,-57-8 0,-1-2 0,39 2 0,117 12 0,-67-5 0,-4 1 0,-56-6 0,72 1 0,-99-9 0,-1 1 0,1 2 0,36 8 0,-35-8 0,-30-4 0,1 0 0,0 0 0,-1 0 0,1 1 0,0 0 0,-1 0 0,1 0 0,-1 1 0,1-1 0,-1 1 0,0 0 0,1 0 0,-1 0 0,5 4 0,-9-4 0,1-1 0,-1 1 0,1-1 0,-1 0 0,1 1 0,-1-1 0,0 1 0,0-1 0,1 1 0,-1-1 0,0 1 0,-1-1 0,1 1 0,0-1 0,0 1 0,-1-1 0,1 1 0,0-1 0,-1 1 0,0-1 0,1 0 0,-1 1 0,0-1 0,0 0 0,0 0 0,1 1 0,-1-1 0,0 0 0,-1 0 0,1 0 0,0 0 0,0 0 0,-2 0 0,-42 33 0,-8-2 0,20-13 0,2 1 0,0 1 0,-43 39 0,49-32 0,-29 40 0,38-45 0,-1-1 0,-1-1 0,-1 0 0,-28 22 0,7-8 0,0 2 0,-36 44 0,39-41 0,22-25 0,-1-1 0,-1-1 0,-1 0 0,-27 14 0,27-17 0,1 1 0,0 0 0,1 1 0,0 1 0,-17 19 0,16-12 0,2-2 0,0-1 0,-1 0 0,-1-1 0,0-1 0,-29 19 0,12-12-110,1 1 0,1 1 0,2 2 0,-31 32-1,-30 26 111,66-63 0,0 1 0,2 1 0,0 1 0,-29 42 0,33-41 0,0 0 0,-2-2 0,0 0 0,-2-1 0,-26 19 0,23-18 0,14-11 2,1 1 0,0 0 0,1 1-1,0 0 1,1 1 0,-8 17-1,-24 38 538,-36 23-784,56-70 135,0 1 0,2 0 0,-28 48 0,-18 40 110,-103 136 0,118-179 0,-13 34 215,47-74-121,-1-2 0,-1 1 0,-1-2 0,-28 29 0,24-28-94,0 0 0,-25 42 0,-13 17 0,32-50 0,18-20 0,-1-1 0,0 0 0,-1-1 0,-23 19 0,14-13 0,2 0 0,-1 2 0,2 0 0,-31 48 0,-22 26 0,-19 31 0,72-106 0,0 2 0,1 0 0,2 1 0,0 1 0,2 1 0,0 0 0,-11 32 0,-10 28 0,-5-1 0,-83 133 0,110-197 0,-41 82 0,34-61 0,-33 48 0,45-80 0,0 0 0,-1-1 0,0-1 0,0 1 0,-16 10 0,15-12 0,0 1 0,0 0 0,1 0 0,0 1 0,-14 19 0,-21 43 0,31-47 0,-1-1 0,0 0 0,-2-1 0,-1-1 0,0-1 0,-37 33 0,27-30 0,1 1 0,1 1 0,-23 31 0,28-31 0,-1-1 0,-2 0 0,0-2 0,-32 23 0,35-28 0,0 0 0,1 1 0,1 1 0,-24 32 0,-24 24 0,74-80 0,-1-1 0,1 1 0,1 0 0,-1 1 0,1 0 0,9-4 0,31-15 0,-23 7 0,0 2 0,1 2 0,1 0 0,0 2 0,0 0 0,1 2 0,55-7 0,62-15 0,-99 18 0,1 2 0,92-6 0,-107 14 0,56-12 0,21-1 0,45 15 0,27-2 0,-90-14 0,-66 10 0,49-4 0,59 8 0,-86 3 0,-1-1 0,1-3 0,68-13 0,-61 7 0,1 3 0,0 2 0,104 7 0,-46-1 0,-87-1 0,-10 0 0,0-1 0,1 0 0,-1-1 0,0-1 0,0-1 0,0 0 0,0-1 0,27-11 0,-23 6 0,0 2 0,1 0 0,0 1 0,1 1 0,-1 1 0,27-1 0,139 6 0,-2 0 0,-85-18 0,-72 11 0,0 1 0,34-1 0,38 6 0,-60 2 0,1-2 0,-1-2 0,60-10 0,-21-1 0,-1 5 0,1 3 0,125 8 0,-53 0 0,-92-3 0,1-3 0,91-15 0,-90 10 0,1 2 0,113 5 0,-120 2 0,-150 32 0,-73 29 0,132-51 0,-1 0 0,0-3 0,-1-1 0,0-1 0,-50 0 0,3 1 0,-214 7 0,121-8 0,47 9 0,-18 1 0,113-13 0,-58 11 0,57-7 0,-60 3 0,-266-11 0,-78 2 0,40 32 0,536-32 0,97-4 0,-114-12 0,-72 7 0,54-1 0,700 7 0,-388 4 0,383-2 0,-763 2 0,0 1 0,37 9 0,-33-5 0,57 3 0,-8-11 0,-57-1 0,0 2 0,1 0 0,-1 2 0,55 12 0,-32-4 0,-1-2 0,1-3 0,1-1 0,101-8 0,-38 1 0,2200 3 0,-2283 2 0,-1 1 0,39 9 0,-35-5 0,58 3 0,365-11 0,-454 1 0,0 0 0,1 0 0,-1 0 0,1 1 0,-1 0 0,1 0 0,-1 0 0,0 1 0,1-1 0,-1 1 0,0 0 0,0 1 0,-1 0 0,1-1 0,0 1 0,-1 1 0,0-1 0,0 1 0,4 4 0,-7-8 0,-1 1 0,0 0 0,0-1 0,0 1 0,0 0 0,1 0 0,-1-1 0,0 1 0,0 0 0,0 0 0,-1-1 0,1 1 0,0 0 0,0-1 0,0 1 0,0 0 0,-1-1 0,1 1 0,0 0 0,-1-1 0,1 1 0,-1 0 0,1-1 0,0 1 0,-1-1 0,1 1 0,-1-1 0,0 1 0,1-1 0,-1 1 0,1-1 0,-1 0 0,0 1 0,1-1 0,-1 0 0,0 1 0,1-1 0,-1 0 0,0 0 0,1 0 0,-1 0 0,0 0 0,0 0 0,1 1 0,-1-2 0,-1 1 0,-40 6 0,41-6 0,-175 14 0,-108 4 0,-382-19 0,636-1 0,0-1 0,0-2 0,0-1 0,-37-12 0,36 8 0,-1 2 0,0 2 0,-44-4 0,-90-9 0,55 4 0,102 15 0,0-2 0,0 1 0,0-2 0,0 1 0,1-1 0,-1 0 0,1-1 0,0 0 0,-8-5 0,-2-3 0,1-2 0,-23-22 0,27 24 0,-63-49 0,58 48 0,0 0 0,1-1 0,1-1 0,0 0 0,-22-29 0,28 31 0,1-1 0,0-1 0,1 1 0,1-1 0,0-1 0,1 1 0,1-1 0,0 0 0,-2-18 0,-4-23 0,3 17 0,2 0 0,-2-49 0,8-10 0,2 39 0,-4 0 0,-1 0 0,-13-63 0,4 33 0,11 71 0,-1 0 0,-1 1 0,0-1 0,-1 1 0,-12-33 0,0 13 0,2-2 0,1 1 0,3-2 0,-12-81 0,-8-25 0,19 105 0,-10-79 0,3 19 0,11 72 0,-5-57 0,10-324 0,4 207 0,-3 177 0,-2-1 0,-9-40 0,-4-38 0,13-428 0,5 274 0,-2-1223 0,0 1475 0,1 1 0,-1-1 0,1 1 0,0-1 0,1 1 0,0-1 0,0 1 0,4-11 0,-5 16 0,0 1 0,1-1 0,-1 0 0,0 0 0,0 1 0,1-1 0,-1 1 0,1-1 0,-1 1 0,1 0 0,-1 0 0,1 0 0,0-1 0,0 1 0,0 1 0,-1-1 0,1 0 0,0 0 0,0 1 0,0-1 0,0 1 0,0 0 0,0 0 0,0-1 0,1 1 0,-1 0 0,0 1 0,0-1 0,0 0 0,0 1 0,0-1 0,0 1 0,0-1 0,0 1 0,-1 0 0,4 1 0,2 2 0,1-1 0,-1 2 0,1-1 0,-1 1 0,0 0 0,-1 0 0,1 1 0,-1-1 0,0 2 0,-1-1 0,1 1 0,-1-1 0,-1 1 0,1 1 0,-1-1 0,0 1 0,-1 0 0,0 0 0,0 0 0,-1 0 0,3 16 0,0 12 0,-2 1 0,-2 0 0,-5 69 0,0-26 0,3 494 0,0-549 0,-2-1 0,-10 46 0,7-42 0,-4 47 0,7 45 0,4-68 0,-3-1 0,-15 90 0,8-77 0,3 2 0,2-1 0,8 92 0,-2-31 0,-2 1732 0,0-1845 0,0 1 0,-1 0 0,-1-1 0,0 1 0,-7 21 0,7-29 0,-1 0 0,1 0 0,-1 0 0,0-1 0,-1 1 0,1-1 0,-1 0 0,0 0 0,-1 0 0,1-1 0,-1 1 0,0-1 0,0 0 0,-7 4 0,-10 4 0,-1 0 0,-1-2 0,1-1 0,-2 0 0,1-2 0,-1-1 0,-27 3 0,-14 4 0,26-5 0,-41 3 0,65-8 0,1 0 0,-1 0 0,1 2 0,0-1 0,-23 12 0,22-9 0,1 0 0,-1-2 0,-1 0 0,1-1 0,-18 3 0,-79 5-41,-197 11-762,268-22 803,-74 14 0,70-7 0,-51 1 0,-296 6-1095,-181 3-866,-564-19 1708,1111 3 691,0 0-1,-44 11 0,40-6-156,-44 3-1,-28-8 1670,58-2-1840,-1 2 0,-80 14 0,116-14-110,-21 6 0,31-8 0,0 0 0,0 0 0,0 0 0,0 0 0,0 0 0,0 0 0,0 0 0,0 0 0,0 0 0,0 1 0,0-1 0,0 0 0,0 0 0,0 0 0,0 0 0,0 0 0,0 0 0,1 0 0,-1 0 0,0 0 0,0 0 0,0 0 0,0 0 0,0 0 0,0 0 0,0 1 0,0-1 0,0 0 0,0 0 0,0 0 0,0 0 0,0 0 0,0 0 0,0 0 0,0 0 0,0 0 0,-1 0 0,1 0 0,0 0 0,0 0 0,0 0 0,0 1 0,0-1 0,0 0 0,0 0 0,0 0 0,0 0 0,0 0 0,0 0 0,0 0 0,0 0 0,0 0 0,0 0 0,21 1 0,1167-2 0,-1140 5 0,-1 1 0,0 3 0,0 2 0,78 26 0,-16 7 0,-86-31 0,0-2 0,1-1 0,1-1 0,-1-1 0,50 8 0,212-13 0,-146-4 0,-1717 2 0,1274 18 0,8-1 0,225-17 0,21-1 0,-1 2 0,1 2 0,-69 13 0,63-8 0,0-1 0,0-4 0,0-1 0,-86-10 0,137 8 0,1 0 0,-1 0 0,0 0 0,0-1 0,1 1 0,-1-1 0,0 0 0,1 0 0,-1 0 0,0-1 0,1 0 0,0 1 0,-1-1 0,1 0 0,0 0 0,0-1 0,0 1 0,0-1 0,1 1 0,-1-1 0,1 0 0,-1 0 0,1 0 0,0 0 0,0-1 0,0 1 0,1-1 0,-1 1 0,1-1 0,0 1 0,0-1 0,-1-7 0,1-7 0,1 1 0,1-1 0,1 1 0,0-1 0,10-33 0,0-4 0,-4-31 0,-7 66 0,0-1 0,1 0 0,2 1 0,0-1 0,1 1 0,0 0 0,18-37 0,-21 53 0,1 0 0,1 0 0,-1 1 0,0-1 0,1 1 0,0 0 0,0 0 0,0 0 0,0 1 0,0-1 0,1 1 0,-1 0 0,1 0 0,-1 1 0,1-1 0,0 1 0,-1 0 0,1 0 0,8 0 0,13-1 0,0 1 0,39 4 0,-26 0 0,17-2 0,23 0 0,130 20 0,-2 13 0,-157-27 0,-36-6 0,-1 1 0,0 0 0,18 6 0,-30-8 0,0 0 0,0 0 0,0 1 0,0-1 0,0 1 0,0-1 0,0 1 0,0-1 0,0 1 0,0 0 0,0-1 0,0 1 0,0 0 0,0 0 0,-1 0 0,1 0 0,0-1 0,-1 1 0,1 0 0,0 2 0,-1-3 0,0 1 0,0 0 0,0 0 0,0 0 0,0 0 0,0-1 0,0 1 0,-1 0 0,1 0 0,0 0 0,-1-1 0,1 1 0,0 0 0,-1-1 0,1 1 0,-1 0 0,1-1 0,-1 1 0,1 0 0,-1-1 0,-1 1 0,-46 30 0,35-24 0,-30 18 0,-1-1 0,-2-3 0,0-1 0,0-3 0,-90 21 0,-3-10 0,134-27 0,1 0 0,-1 0 0,0 0 0,1 0 0,-1 0 0,0-1 0,0 0 0,1 0 0,-1-1 0,0 1 0,0-1 0,1 0 0,-7-2 0,8 2 0,1-1 0,-1 0 0,1 1 0,-1-1 0,1 0 0,-1 0 0,1 0 0,0-1 0,0 1 0,0 0 0,1-1 0,-1 1 0,0-1 0,1 0 0,0 1 0,-1-1 0,1 0 0,0 0 0,0 0 0,1 0 0,-1-5 0,-5-29 0,4 21 0,-1 1 0,0 0 0,-1-1 0,-11-25 0,7 19 0,1 0 0,1 0 0,1-1 0,0 0 0,2 0 0,1 0 0,1-36 0,-2-8 0,-26-126 0,27 158 0,0 13 0,1-1 0,1 1 0,0-1 0,7-34 0,-6 52 0,0 0 0,0 0 0,1 1 0,-1-1 0,1 0 0,1 0 0,-1 1 0,1-1 0,-1 1 0,1 0 0,0 0 0,1 0 0,-1 0 0,1 1 0,0-1 0,0 1 0,0 0 0,0 0 0,0 0 0,1 1 0,-1-1 0,1 1 0,0 0 0,-1 1 0,7-2 0,20-2 0,0 1 0,-1 2 0,1 1 0,0 1 0,33 6 0,26-1 0,72-7 0,88 5 0,-117 13 0,44 2 0,182 1 0,-180-1 0,157 24 0,-163-23 0,-113-14 0,69 13 0,-67-9 0,2-3 0,-1-2 0,94-8 0,-30 1 0,-104 4 0,-17 0 0,1 0 0,-1-1 0,0 1 0,1-1 0,-1-1 0,0 1 0,1-1 0,-1 0 0,0-1 0,0 0 0,0 0 0,0 0 0,10-5 0,-15 6 0,-1 1 0,1-1 0,-1 1 0,1-1 0,-1 1 0,1-1 0,-1 0 0,0 1 0,1-1 0,-1 1 0,0-1 0,1 0 0,-1 1 0,0-1 0,0 0 0,0 0 0,0 1 0,1-1 0,-1 0 0,0 1 0,0-1 0,0 0 0,-1 0 0,1 1 0,0-1 0,0 0 0,0 0 0,0 1 0,-1-1 0,1 0 0,0 1 0,-1-1 0,1 1 0,0-1 0,-1 0 0,1 1 0,-1-1 0,1 1 0,-1-1 0,1 1 0,-1-1 0,0 1 0,1-1 0,-1 1 0,1 0 0,-1-1 0,0 1 0,-1 0 0,-35-16 0,35 15 0,-7-2 0,-21-7 0,-1 2 0,0 0 0,-34-3 0,40 8 0,0-2 0,1-1 0,-24-9 0,-45-10 0,-1 14 0,-1 3 0,-154 9 0,110 2 0,-757 35 0,-110 54 0,890-86 0,-144 15 0,113-7 0,603-13 0,294-5 0,47-52 0,-355 18 0,-435 37 0,32-1 0,0-1 0,0-3 0,61-16 0,-53 10 0,1 1 0,0 3 0,0 2 0,1 3 0,87 3 0,-92-2 0,80-13 0,0 0 0,-484 17 0,182-4 0,-185-15 0,63 1 0,-163-10 0,350 18 0,-227-27 0,450 10 0,49 11 0,64-11 0,-78 4 0,104-21 0,-72 12 0,256-12 0,-240 28 0,19-6 0,256-14 0,-456 34 0,-8 1 0,0-1 0,1 1 0,-1-1 0,0-1 0,0 1 0,0 0 0,1-1 0,-1 0 0,0 0 0,0 0 0,0 0 0,0-1 0,0 0 0,5-3 0,-9 4 0,0 1 0,0-1 0,-1 1 0,1-1 0,0 1 0,0-1 0,-1 0 0,1 1 0,0-1 0,-1 1 0,1-1 0,0 1 0,-1-1 0,1 1 0,-1 0 0,1-1 0,-1 1 0,1-1 0,-1 1 0,1 0 0,-1-1 0,1 1 0,-1 0 0,1 0 0,-1-1 0,1 1 0,-1 0 0,0 0 0,1 0 0,-1 0 0,0 0 0,1 0 0,-1 0 0,1 0 0,-1 0 0,-1 0 0,-27-4 0,-103-9 0,-157-12 0,-116-24 0,-23 0 0,215 32 0,-46-1 0,245 18 0,8 1 0,1-1 0,0 0 0,0 0 0,-1 0 0,1 0 0,0-1 0,0 0 0,-1 0 0,1 0 0,0-1 0,0 0 0,-8-4 0,17 3 0,-1 1 0,1-1 0,0 1 0,0 0 0,1 0 0,-1 0 0,0 1 0,7-3 0,-7 3 0,33-10 0,0 1 0,60-7 0,-19 4 0,151-26 0,124-28 0,-59 11 0,-42 9 0,-403 21 0,-402-28 9,163 18-110,-154 12-360,543 21 741,11-5-91,15-6-105,-7 6-84,0 1 0,1 1 0,0 1 0,0 0 0,27-2 0,103 0 0,-48 3 0,773-48 0,-416 43 0,-455 9 0,4 0 0,-1 0 0,1 0 0,0-1 0,0 0 0,-1 0 0,1-1 0,-1 1 0,1-2 0,-1 1 0,9-5 0,-16 7 0,1-1 0,0 1 0,0-1 0,0 1 0,-1-1 0,1 1 0,0-1 0,-1 1 0,1 0 0,0-1 0,-1 1 0,1-1 0,0 1 0,-1 0 0,1-1 0,-1 1 0,1 0 0,-1 0 0,1-1 0,-1 1 0,1 0 0,-1 0 0,1 0 0,-1 0 0,1-1 0,-1 1 0,1 0 0,-1 0 0,1 0 0,-1 0 0,1 0 0,-1 0 0,1 0 0,-1 0 0,1 1 0,-2-1 0,-24-4 0,-491 1 0,262 6 0,152-3 0,1114 0 0,-1104 0-99,-1418-21-1610,581 7 587,897 15 1166,20 0 59,0-1 1,1 1-1,-1-2 0,0 0 0,1 0 0,-1-1 0,1-1 0,-17-6 248,29 9-332,0 0 0,0-1 0,0 1 0,0 0 0,-1 0 0,1 0 1,0 0-1,0-1 0,0 1 0,0 0 0,0 0 0,0 0 0,0 0 0,0-1 0,0 1 0,2-3 363,-2 3-363,0 0 0,1 0 0,-1 0 0,0 0 0,0 0 0,0 0 0,0-1 0,1 1 0,-1 0 0,0 0 0,0 0 0,0 0 0,1 0 0,-1 0 1,0 0-1,0 0 0,0 0 0,0 0 0,1 1 0,14-6 421,34-1-369,0 2-1,56 3 1,41-2-81,326-25 10,-1295 31 0,459-5 0,2141 2-1516,-2127 13 3032,-22 10-1516,49-4 0,-31-11 0,43-4 0,157 12 0,-64 2 0,203-17 0,7-2 0,0 1 0,-1 0 0,1 1 0,0 0 0,0 0 0,0 1 0,0 0 0,-11 5 0,19-7 0,0 0 0,1 0 0,-1 0 0,0 0 0,0 0 0,1 0 0,-1 0 0,0 0 0,0 0 0,1 0 0,-1 0 0,0 0 0,0 0 0,1 0 0,-1 0 0,0 0 0,0 0 0,0 1 0,1-1 0,-1 0 0,0 0 0,0 0 0,1 0 0,-1 1 0,0-1 0,0 0 0,0 0 0,0 0 0,0 1 0,1-1 0,-1 0 0,0 0 0,0 0 0,0 1 0,0-1 0,0 0 0,0 0 0,0 1 0,0-1 0,0 0 0,0 0 0,0 1 0,0-1 0,0 0 0,0 0 0,0 1 0,0-1 0,0 0 0,0 0 0,0 1 0,0-1 0,0 0 0,0 0 0,-1 1 0,1-1 0,0 0 0,0 0 0,0 0 0,0 1 0,-1-1 0,1 0 0,0 0 0,0 0 0,0 0 0,-1 1 0,1-1 0,22 5 0,56 0 0,93-4 0,40 2 0,-118 4 0,328 15 0,-455 4 0,13-17 0,0-1 0,0 0 0,-1-2 0,0 0 0,0-2 0,0 0 0,-41 1 0,9 0 0,-392 35 0,343-35 0,65-5 0,0 2 0,-54 10 0,76-4 0,26-1 0,30 1 0,204-1 0,11 1 0,-110 3 0,-65-7 0,122 23 0,-202-27 0,1 0 0,-1 0 0,1 0 0,-1 0 0,1 0 0,-1 0 0,1 0 0,0 0 0,-1 0 0,1 0 0,-1 0 0,1 0 0,-1 0 0,1 0 0,-1 1 0,1-1 0,-1 0 0,1 0 0,-1 1 0,1-1 0,-1 0 0,0 1 0,1-1 0,-1 0 0,1 1 0,-1-1 0,0 1 0,1-1 0,-1 1 0,0-1 0,1 1 0,-1-1 0,0 1 0,0-1 0,0 1 0,0-1 0,1 1 0,-22 10 0,-36 2 0,-52-3 0,-217-6 0,165-7 0,159 3 0,-48 3 0,48-2 0,0-1 0,0 0 0,0 1 0,0-1 0,0 1 0,0 0 0,0 0 0,0 0 0,0 0 0,0 0 0,0 0 0,1 0 0,-1 0 0,0 1 0,1-1 0,-1 1 0,1-1 0,-1 1 0,-1 3 0,3-5 0,0 1 0,0 0 0,0 0 0,0 0 0,0 0 0,0 0 0,0-1 0,0 1 0,0 0 0,1 0 0,-1 0 0,0 0 0,0-1 0,1 1 0,-1 0 0,1 0 0,-1-1 0,1 1 0,-1 0 0,1 0 0,-1-1 0,1 1 0,-1-1 0,1 1 0,0-1 0,-1 1 0,1-1 0,0 1 0,0-1 0,-1 1 0,1-1 0,0 0 0,0 1 0,0-1 0,0 0 0,1 0 0,34 10 0,31-2 0,1-3 0,116-7 0,-73 0 0,1522 0-2380,-1633 2 2386,0 0 0,0 0-1,0 1 1,0-1 0,0 0-1,0 0 1,0 0-1,0 0 1,0 0 0,0 0-1,0 0 1,0 0 0,0 1-1,0-1 1,0 0-1,0 0 1,1 0 0,-1 0-1,0 0 1,0 0 0,0 0-1,0 0 1,0 0-1,0 0 1,0 1 0,0-1-1,0 0 1,0 0 0,0 0-1,0 0 1,1 0-1,-1 0 1,0 0 0,0 0-1,0 0 1,0 0 0,0 0-1,0 0 1,0 0-1,0 0 1,1 0 0,-1 0-1,0 0 1,0 0 0,0 0-1,0 0 1,0 0 0,0 0-1,0 0 1,0 0-1,1 0 1,-16 6 659,-26 6 508,-102 4-919,24-4-259,-612 42-123,627-53 17,-552 16-421,488-5 532,378-13 428,1 2-85,348-57-407,-5-46-750,-386 75 814,-101 18 0,-1-2 0,-1-3 0,76-27 0,-138 41 32,-1-1-1,1 0 0,-1 0 1,0 0-1,1 0 0,-1 0 1,0-1-1,0 1 1,0 0-1,0-1 0,0 0 1,0 0-1,0 1 0,0-1 1,-1 0-1,1-1 0,1-3 1,-3 5-22,0-1 0,0 1 0,0 0 0,-1-1 0,1 1 0,-1 0 0,1-1 1,-1 1-1,0 0 0,1-1 0,-1 1 0,0 0 0,0 0 0,0 0 0,0 0 1,0 0-1,0 0 0,0 0 0,0 0 0,0 0 0,-1 1 0,1-1 0,0 0 0,0 1 1,-1-1-1,1 1 0,0-1 0,-1 1 0,1 0 0,-3-1 0,-550-169-346,-15 45-314,-87-23 218,529 115 369,-171-49-175,291 80 238,0 0 0,0 0 0,0 0 0,1-1 0,-1 0 0,1 0 0,-1 0 0,1-1 0,-9-8 0,14 12 4,1-1-1,0 1 0,-1 0 0,1-1 1,0 1-1,0-1 0,-1 1 0,1-1 1,0 1-1,0-1 0,0 1 0,0-1 1,0 1-1,0-1 0,0 1 0,0-1 1,0 1-1,0 0 0,0-1 0,0 1 1,0-1-1,0 1 0,0-1 0,1 1 1,-1-1-1,0 1 0,0-1 0,0 1 0,1-1 1,-1 1-1,0 0 0,1-1 0,-1 1 1,0 0-1,1-1 0,-1 1 0,0 0 1,1-1-1,-1 1 0,1 0 0,-1 0 1,1-1-1,-1 1 0,1 0 0,-1 0 1,0 0-1,1 0 0,-1 0 0,1 0 1,-1 0-1,1 0 0,-1 0 0,1 0 1,-1 0-1,1 0 0,0 0 0,32-5 658,-32 5-619,239-28 826,42-3-1007,699 21-2190,-610 13 1847,786-2 482,-1704-45 2591,411 28-2397,-85-8-388,-488-70-252,670 88 446,1-2 0,0-1 0,0-3 0,1-1 0,-44-22 0,80 35 4,0 0 0,0-1-1,-1 1 1,1-1 0,0 1 0,0-1-1,0 0 1,0 0 0,0 1 0,0-1-1,1 0 1,-1 0 0,0 0 0,0 0-1,1 0 1,-1 0 0,0 0 0,1 0-1,-1 0 1,1 0 0,-1 0 0,1-1-1,-1-1 1,2 2 6,-1 0 0,1 0 0,0 0 0,-1 0 0,1 0 0,0 1 0,0-1 0,0 0 0,0 0 0,-1 1 0,1-1 0,0 0 0,0 1 0,0-1 0,0 1 0,1-1 0,-1 1 0,0 0 0,0-1 0,1 1 0,16-4 131,0 1 0,26-2 0,-28 4-96,143-15-45,210 5 0,1 1 0,195-11 0,-529 21 0,-1138-43-100,397-12-401,1035 54 1102,416 1-601,-2807 2-105,2061-2 121,13 6 130,24 6-203,31-3 57,87 1 0,-8-2 0,366 15-709,-177-12 607,668 35 102,-953-44 0,-28-2 0,0 1 0,0 1 0,27 7 0,-50-10-1,1 1 1,0 0-1,-1 0 1,1 0-1,0 1 1,-1-1-1,1 0 0,0 0 1,-1 0-1,1 0 1,0 1-1,-1-1 1,1 0-1,-1 1 1,1-1-1,0 0 1,-1 1-1,1-1 1,-1 1-1,1-1 1,-1 1-1,0-1 0,1 1 1,-1-1-1,1 1 1,-1-1-1,0 1 1,1 0-1,-1-1 1,0 1-1,0-1 1,1 1-1,-1 0 1,0-1-1,0 1 1,0 0-1,0 0 0,-1 1 6,0 0 0,0 0 0,0-1 0,-1 1 0,1 0 0,0-1 0,-1 1 0,1-1 0,-1 0 0,0 1 0,1-1 0,-3 1 0,-57 29 627,4-12-581,-1-2 0,-1-2-1,-70 8 1,-186 6-556,235-24-4,-1008 15-1715,752-22 2961,437-2 1735,-19-5-2492,120-27 1,19-21 19,226-52 0,-248 60 0,-195 49 0,-1-1 0,0 0 0,0-1 0,0 1 0,0 0 0,0-1 0,0 0 0,0 0 0,0 0 0,0 0 0,-1 0 0,4-3 0,-6 4 0,0 1 0,1-1 0,-1 0 0,0 1 0,1-1 0,-1 1 0,0-1 0,0 0 0,1 1 0,-1-1 0,0 0 0,0 1 0,0-1 0,0 0 0,0 1 0,0-1 0,0 0 0,0 1 0,0-1 0,0 0 0,0 1 0,-1-1 0,1 1 0,0-2 0,-1 1 0,-1-1 0,1 1 0,0 0 0,0-1 0,-1 1 0,1 0 0,0 0 0,-1 0 0,1 0 0,-1 0 0,1 0 0,-1 0 0,-2 0 0,-14-5 0,-1 0 0,1 2 0,-1 0 0,0 2 0,-22-2 0,-53-8 0,-474-111-570,-1086-234-2662,1621 350 3228,23 6 11,-1-1 0,1 0 0,1-1 1,-1 0-1,0 0 0,1-1 0,-1 0 0,1-1 1,-10-7-1,18 12 1,1 0 1,0 0-1,0 0 1,-1 0-1,1 0 1,0-1-1,0 1 1,0 0-1,-1 0 1,1 0-1,0-1 1,0 1-1,0 0 1,0 0-1,0-1 1,-1 1-1,1 0 1,0 0-1,0-1 1,0 1 0,0 0-1,0 0 1,0-1-1,0 1 1,0 0-1,0 0 1,0-1-1,0 1 1,0 0-1,0 0 1,0-1-1,0 1 1,0 0-1,0-1 1,0 1-1,1 0 1,-1 0-1,0 0 1,0-1-1,0 1 1,1 0-1,12-6 268,18 1 471,-27 5-637,23-1 339,-1-2 0,0 0 0,0-2-1,34-10 1,-30 5-449,1 2 0,0 1 0,63-5 0,97 9 0,-186 3 0,36-1 0,79-14 0,-73 8 0,51-2 0,100 11 0,98-4 0,-262-8 0,-26 2 0,-22 0 0,-14 3 0,1 0 0,-1 3 0,0 0 0,-39 3 0,32 0 0,1-2 0,-54-7 0,-216-25-65,194 25-853,-369-26-1413,126 22-3611,343 12 6128,-1-1 1,1 1-1,0-2 1,-1 1-1,1-2 1,0 1-1,0-1 1,0-1-1,1 0 1,-1 0-1,1-1 1,-10-6-1,19 11-149,-1 0 0,1 0 0,0 0-1,-1-1 1,1 1 0,0 0 0,-1 0 0,1-1 0,0 1-1,-1 0 1,1 0 0,0-1 0,-1 1 0,1 0 0,0-1-1,0 1 1,-1 0 0,1-1 0,0 1 0,0-1 0,0 1-1,0 0 1,0-1 0,-1 1 0,1 0 0,0-1 0,0 1-1,0-1 1,0 1 0,0-1 0,0 1 0,0 0 0,0-1-1,0 1 1,1-1 0,-1 1 0,0 0 0,0-1 0,0 1-1,1-1 1,17-7 994,30 2 345,-48 6-1361,409-1 2871,-195 4-4615,965-3-1356,-875 17-320,-3 1 1724,119 5 1652,-299-14-186,248 24 703,19 1 277,-137-4 37,-229-27-802,-1 0 0,0 2 0,-1 1 0,21 8 0,45 11 0,-18-11 73,110 19 241,-172-32-99,1 0 0,-1 1 0,0 0 0,0 0 0,0 0 0,0 0 0,7 5 0,-13-7-175,0 0 0,1 0 0,-1 1 0,1-1 0,-1 0 0,1 1 0,-1-1 0,0 0 0,1 1 0,-1-1 0,1 1 0,-1-1 0,0 0 0,0 1 0,1-1 0,-1 1 0,0-1 0,0 1 0,0-1 0,1 1 0,-1-1 0,0 1 0,0-1 0,0 1 1,0 0-1,0-1 0,0 1 0,0-1 0,0 1 0,0-1 0,0 1 0,-1 0 0,0 1 23,-1-1 1,1 1 0,-1-1-1,0 1 1,1-1 0,-1 1-1,0-1 1,0 0-1,0 0 1,0 0 0,0 0-1,0-1 1,-4 2 0,-14 4 509,-1-1 1,0-2 0,-38 4 0,-23 3 362,-8 2-1937,-1-4 0,-183-8 0,116-3 404,-817 3-1109,713-22 3262,176 11-1320,-132-28 1374,137 23-937,57 9 203,33 3-183,43 2-478,1266 3-3013,-1115 16 1050,-33-1 816,4 1 383,-107-8 854,69 1-1,101 6 116,21 0 48,-243-14-468,-1-1 0,1 2 0,-1 0 0,0 1 0,1 0 0,24 12 0,-22-9 0,1 0 0,0-2 0,35 8 0,80-9 2202,-122 2-1574,-20 1 135,-23 3 71,-194 12-861,110-9-212,-1-4 0,-170-9 0,111-3-1534,67 3 1536,-494-21 137,567 18 43,-10-2-214,0-2-1,-70-18 1,-7-7-30,-1 5 0,-159-14 0,249 39 457,23 1 26,1 1 0,-1-1-1,1-1 1,0 0 0,0 0-1,0-1 1,-16-12 1584,26 14-1734,15-5 741,22 1-142,480 2-1598,-261 6 822,62-5-4067,353 5 807,-428 14 2574,44 0-98,128 20 421,-296-22 434,210 7-157,-81-9 81,2-4 141,76 8 182,-46-1 716,-134-11-748,4 12 1827,-100-10-512,2-2 1,63-1-1,-187 1 2225,-38 7-3416,36-4-353,-424 1-1207,299-11 260,-699 2-2877,604-19 3912,174 7 0,-201-22-1921,273 29 1843,0-2 1,-53-16 0,-33-5-55,91 21 180,-209-27 825,149 20-795,52 6 882,-60-2-1,12 11 3469,1053 1-5751,-498-4-1328,-213 19-238,-12 0 2695,-163-13-118,128 26 1,-124-17 488,106 8 0,57-6-91,87 2 778,-296-16-436,0 2 1,45 9-1,32 4 734,-42-14 2447,-88-2-2407,-987-1-4586,817-15 3384,58 1 0,91 10 2,0-3 0,-52-15 0,12 3-171,-513-82-1928,362 56 2327,92 16 1374,253 26 2457,938 5-4840,-1018 1 1126,0 0 1,44 11-1,-41-6-372,47 3-1,61-8 26,-895-4-2723,715 0 2405,0-1 1,0-3-1,-58-15 1,-50-34 311,60 32 167,11 2 1470,-118-16 0,319 40-1001,-61-3-657,92 11 0,-112-5-677,0 2 1,-1 1-1,40 16 0,-10-2 126,2-4 0,131 20 0,-122-25 424,109 13-535,-85-13-59,106 27-1,-127-22 749,-44-11 0,60 21 0,-39-9 972,1-4-1,101 15 1,52 13 1399,-207-42-2136,0 1 0,0-1 1,0 1-1,-1 1 0,12 7 0,-17-11-226,0 1-1,-1-1 1,1 0-1,-1 1 1,1-1 0,-1 1-1,1-1 1,-1 1-1,1-1 1,-1 1 0,0-1-1,1 1 1,-1 0-1,0-1 1,1 1 0,-1 0-1,0-1 1,0 1-1,0 0 1,1-1 0,-1 1-1,0 0 1,0-1-1,0 1 1,0 0 0,0 1-1,-1-1-10,0 0 0,-1 0-1,1 0 1,0 0 0,0 0 0,0 0 0,-1 0-1,1 0 1,0 0 0,-1 0 0,1-1 0,-1 1-1,1-1 1,-1 1 0,1-1 0,-1 0-1,-2 1 1,-25 4 2,0-1 0,-39 1 0,-30 3 0,-43 6-1434,-286-7 0,230-10 658,138 4 776,34 1 0,-1-2 0,0 0 0,1-2 0,-1 0 0,0-2 0,-42-12 0,67 16 8,-1-1 1,0 1-1,0-1 0,0 0 1,0 0-1,0 0 0,1 0 0,-1 0 1,0 0-1,1 0 0,-1 0 0,1-1 1,-1 1-1,1 0 0,-2-4 1,3 5 37,0-1 0,0 1 1,0-1-1,0 0 1,0 1-1,0-1 1,0 1-1,1-1 0,-1 0 1,0 1-1,0-1 1,1 1-1,-1-1 1,0 1-1,1-1 0,-1 1 1,0-1-1,1 1 1,-1-1-1,1 1 1,-1 0-1,1-1 0,-1 1 1,1 0-1,-1-1 1,1 1-1,-1 0 0,1 0 1,0-1-1,0 1 1,7-3 279,0 0 0,0 1 0,1 0 0,-1 1 0,14-2 0,466 1-324,-239 5-481,249-3-1439,-472 1 1918,1 2 0,43 10 0,-40-7 0,46 4 0,358-7 1314,-225-5-1482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13:55:04.639"/>
    </inkml:context>
    <inkml:brush xml:id="br0">
      <inkml:brushProperty name="width" value="0.35" units="cm"/>
      <inkml:brushProperty name="height" value="0.35" units="cm"/>
      <inkml:brushProperty name="color" value="#FFFFFF"/>
    </inkml:brush>
  </inkml:definitions>
  <inkml:trace contextRef="#ctx0" brushRef="#br0">0 0 24575,'0'1670'0,"2"-1643"0,1-1 0,9 42 0,-6-38 0,4 44 0,-9 168 19,-2-142-1403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13:55:08.007"/>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13:55:04.639"/>
    </inkml:context>
    <inkml:brush xml:id="br0">
      <inkml:brushProperty name="width" value="0.35" units="cm"/>
      <inkml:brushProperty name="height" value="0.35" units="cm"/>
      <inkml:brushProperty name="color" value="#FFFFFF"/>
    </inkml:brush>
  </inkml:definitions>
  <inkml:trace contextRef="#ctx0" brushRef="#br0">0 0 24575,'0'1670'0,"2"-1643"0,1-1 0,9 42 0,-6-38 0,4 44 0,-9 168 19,-2-142-1403</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13:55:08.007"/>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3:41:49.328"/>
    </inkml:context>
    <inkml:brush xml:id="br0">
      <inkml:brushProperty name="width" value="0.35" units="cm"/>
      <inkml:brushProperty name="height" value="0.35" units="cm"/>
      <inkml:brushProperty name="color" value="#FFFFFF"/>
    </inkml:brush>
  </inkml:definitions>
  <inkml:trace contextRef="#ctx0" brushRef="#br0">979 69 24575,'-35'0'0,"27"0"0,24 0 0,2 1 0,-1 1 0,0 1 0,22 6 0,38 5 0,-22-9 0,109 25 0,-260-26 0,-1020-5-809,1105 1 923,-1 1-1,1 0 1,0 1 0,-18 5-1,26-7-103,0 1 0,0 0 0,1 0 0,-1 0 1,0 0-1,1 0 0,-1 1 0,1-1 0,-1 1 0,1-1 0,0 1 0,0 0 0,-1 0 0,1 0 0,1 0 0,-1 0 0,0 1 0,0-1 0,1 0 0,0 1 0,-1 0 0,1-1 0,-2 6 0,4-7-10,-1 1 0,0 0 0,1 0 0,0-1 0,-1 1 0,1-1 0,0 1 0,-1 0 0,1-1 0,0 1 0,0-1 0,0 0 0,1 1 0,-1-1 0,0 0 0,0 0 0,1 1 0,-1-1 0,1 0 0,-1-1 0,1 1 0,-1 0 0,3 1 0,43 18 0,-44-19 0,63 21 0,2-4 0,75 10 0,17 5 0,-98-21 33,69 4 0,-17-2-928,187 19 681,-193-22 221,0-5 0,124-8 1,-64-1 1003,-133 3-1003,56 0-5,-65 0-5,-24 0 2,-9 0 1,-33-2-1,0-2 0,0-2 0,-53-15 0,45 9 0,-78-8 0,-4 0 0,33 3 0,-51-12 0,253 25 0,1038 5 0,-1184-3 0,-79-16 0,64 8 0,-18-4-4,-48-6-1070,109 18 1031,0-1 0,0 0 0,1-1 0,-1 0 0,1-1 0,-14-7 0,12 5 14,0 1 1,-1 1 0,-30-8-1,35 11 37,-243-36-1044,157 24 1036,-37-4 0,-5-1 334,56 5 856,246 16-329,-70-4-1745,146 22 688,-136-7-1028,5 2 1006,-56-6 6,66 2-1,-107-11 213,7 0 0,0 0 0,0 1 0,0 1 0,-1 1 0,1 0 0,-1 2 0,20 7 0,-5-2 9,1-1 0,1-1 0,-1-2 0,1-1 0,55-1 0,48 8-952,50 2 410,-74-7 680,1 8-119,-69-7-29,55 1-1,-78-8 91,-6-1 256,1 0 0,0 1 1,-1 1-1,28 7 0,-45-9-320,1 0 1,-1 0 0,0 0-1,1 0 1,-1 0-1,0 0 1,1 0-1,-1 0 1,0 0 0,1 0-1,-1 0 1,1 0-1,-1 0 1,0 0-1,1 1 1,-1-1 0,0 0-1,1 0 1,-1 0-1,0 0 1,1 1-1,-1-1 1,0 0 0,0 0-1,1 1 1,-1-1-1,0 0 1,0 1-1,1-1 1,-1 0 0,0 0-1,0 1 1,0-1-1,0 0 1,1 1-1,-1-1 1,0 1 0,0-1-1,0 0 1,0 1-1,0-1 1,0 0-1,0 1 1,-19 5 828,-31-1-315,-280-4-1291,150-3-469,136 0 1142,-72-12 0,68 6 95,-50-1-1,25 8-15,11 0 0,-82-10 0,-16-4 24,-250 8 0,284 8 269,685-1 429,-516 3-722,74 12 0,-71-7 0,56 1 0,323-8-1605,-193-2 968,-185 3 645,68 12 0,22 2-188,213-15 371,-306-2 2143,-125 2-1483,-13 0-1210,0-3 0,-108-17-1,57-4 364,-82-16-517,147 25 309,45 9-186,0-2 1,-37-13 0,1 0 222,-1 3-1,-144-14 0,175 28 356,21 2 105,0-1 0,0-1 0,0-1 0,-33-15 1267,53 19-1541,16-4 469,21 1-386,879 1-1704,-468 5 3103,-517-3-1413,16 2-84,-1-3 1,-97-14-1,22-3-4,-23-5 0,115 17 0,-1 1 0,0 3 0,-44 1 0,77 1 0,1135 2-950,-1083 0 603,70 13-1,33 1 186,360-16 1820,-1795 0-1679,1336 20 191,1-9-170,64 4 0,-39-6 0,-22-3-29,-36-5-55,-1 1 0,0 1 1,1 0-1,-1 1 0,-1 1 1,25 10-1,-15-4 64,1-2 1,0 0-1,0-3 0,1 0 0,54 3 1,8 3 14,21-3-5,-79-8 77,51 8-1,-56 0 448,-28-8-511,0-1 0,0 0 0,0 1 0,0-1 0,0 0 0,0 0 0,0 1 0,0-1 0,0 0 0,0 1 0,-1-1 0,1 0 0,0 0 0,0 1 1,0-1-1,0 0 0,-1 1 0,1-1 0,0 0 0,0 0 0,-1 0 0,1 1 0,0-1 0,0 0 0,-1 0 0,1 0 0,0 0 0,0 1 0,-1-1 0,1 0 1,0 0-1,-1 0 0,1 0 0,0 0 0,-1 0 0,1 0 0,0 0 0,0 0 0,-1 0 0,0 0 0,-54 8-27,-493-5-915,280-6 1739,233 4-669,20 0-130,1 0 1,-1-2 0,0 0 0,-29-5-1,43 6-1,1 0 0,-1 0 0,1 0 0,-1 0 0,0 0 0,1 0 0,-1 0 0,1 0 0,-1 0 0,1-1 0,-1 1 0,1 0 0,-1 0 0,1 0 0,-1-1 0,1 1 0,0 0 0,-1 0 0,1-1 0,-1 1 0,1 0 0,-1-1 0,1 1 0,0-1 0,-1 1 0,1-1 0,0 1 0,0 0 0,-1-1 0,1 1 0,0-1 0,0 1 0,0-1 0,-1 1 0,1-2 0,19-6 0,33 0 0,311 9 0,-332 3 0,0 1 0,43 14 0,-170-14 0,-404-7-1365</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13:55:04.639"/>
    </inkml:context>
    <inkml:brush xml:id="br0">
      <inkml:brushProperty name="width" value="0.35" units="cm"/>
      <inkml:brushProperty name="height" value="0.35" units="cm"/>
      <inkml:brushProperty name="color" value="#FFFFFF"/>
    </inkml:brush>
  </inkml:definitions>
  <inkml:trace contextRef="#ctx0" brushRef="#br0">0 0 24575,'0'1670'0,"2"-1643"0,1-1 0,9 42 0,-6-38 0,4 44 0,-9 168 19,-2-142-1403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5T13:55:08.007"/>
    </inkml:context>
    <inkml:brush xml:id="br0">
      <inkml:brushProperty name="width" value="0.35" units="cm"/>
      <inkml:brushProperty name="height" value="0.35" units="cm"/>
      <inkml:brushProperty name="color" value="#FFFFFF"/>
    </inkml:brush>
  </inkml:definitions>
  <inkml:trace contextRef="#ctx0" brushRef="#br0">1 1 24575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467F40-F767-44F2-AA8C-0A942D29D2BB}" type="datetimeFigureOut">
              <a:rPr lang="en-US" smtClean="0"/>
              <a:t>6/25/2025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Information hiding</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8D007-CB10-4C3E-A76A-23FBDDDC3D0C}" type="slidenum">
              <a:rPr lang="en-US" smtClean="0"/>
              <a:t>‹#›</a:t>
            </a:fld>
            <a:endParaRPr lang="en-US" dirty="0"/>
          </a:p>
        </p:txBody>
      </p:sp>
    </p:spTree>
    <p:extLst>
      <p:ext uri="{BB962C8B-B14F-4D97-AF65-F5344CB8AC3E}">
        <p14:creationId xmlns:p14="http://schemas.microsoft.com/office/powerpoint/2010/main" val="2578471475"/>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302097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7B8F6-291F-F535-2146-8207A1587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C47EA-89C4-9FF4-1631-05439BACD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3D1E3-504B-67EC-2CD9-90FA6035A77E}"/>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F76E43C4-F32A-8464-8690-EB72AD776735}"/>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348494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896A4-94DA-57C6-6BE1-6F03167B9F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F2564-91C5-BEC5-3AA0-B1DFD8B9B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A1021-D23B-147D-8BDB-EEA69F6BBA2B}"/>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E1C560B0-7D5A-29CC-8B31-CFE9EF873921}"/>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158544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202048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B2D54-979E-336F-695A-395FC09E6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FC286-F5DA-173E-1C08-D28B3804A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8ECAC-8BCA-F742-2A25-0F78A253D08B}"/>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8892C9D2-9B85-FE81-64B1-12CDD1181811}"/>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125590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5416C-99E5-C459-FEA4-F125E0542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D30E8-3CEB-8935-C9EB-B512F8D68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4B2FF-D35D-02D1-435F-07C493A65365}"/>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4A2FAC86-C6AF-E9DA-3552-65189B7CAD05}"/>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07411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0FD26-0E2F-F6ED-9245-A9F22752E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D756F-A6A9-F37E-E48A-60A7A9D28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E3735A-C95B-55AE-43D8-C6139E3ACDB1}"/>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1C58A4D8-6BC0-843C-8E5C-1C0B25EF7C0C}"/>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8914880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D57C0-11C8-79FE-4858-66A8D8EA7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EC1EA-2963-441A-E221-CA24E6E0D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87614-3018-564B-0056-6BE5E45387C3}"/>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90AA9152-1FD1-4BF6-B27A-CF1B4172A40C}"/>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577863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1BB60-0168-A177-4716-8206015DE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455B-5420-1BF6-B075-E1D601EE25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6ABFA-2197-2044-0DFC-64F16368469A}"/>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B103361-1101-0B4C-2D13-8C4C4F2200A5}"/>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4038408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DE99D-60D8-FA05-18FE-36A2A61F7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93B03-FC64-91B7-CBCD-B95E9D893E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A1CF3-4E60-6460-1DFD-D0B472649916}"/>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1977FF0E-B203-E0B8-6732-BD9F214EFF30}"/>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4081365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5F646-D819-CD05-A43D-B5FCFDC3D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D71E3-194C-AECC-E329-869D2B3FE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285A9-913A-6322-BDF5-0DCAC91F63CA}"/>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57913C9F-72FD-FDA7-99E0-1C96C007119A}"/>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891959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28BE1-79B0-1B44-3E87-DBA3E83C2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4F614-CF46-2589-6057-5FF7058B59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93892-5E10-D6FD-9D1B-99370B9EB878}"/>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644873B-A0A8-7AFD-0376-3F10DE9AEF67}"/>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588333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B31FF-FF00-983E-16D3-230CB1E770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8D063-083A-64E3-6AEE-1FCD1CB29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872B6-AF26-BBD4-F718-86858DE22411}"/>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96E48AC4-B8E2-F89B-5985-558729F82A57}"/>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044337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E9B18-EA7B-CB6C-0E94-83093AABB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2D147-0057-B0C5-8366-6BBAC87C8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706F0-C8E4-27A9-591F-348994155EA9}"/>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0C2E5689-D0DB-E378-00EB-87BE01444333}"/>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39673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ECD22-917E-518D-8922-1055071B4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DCE8D-409D-0E58-34AE-2B360BD02D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343A0-0F47-01B6-22B5-0C67239398DC}"/>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A4FB6B64-EE32-380F-9CBD-5B7531A8F5E9}"/>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694207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176C-81BB-73B2-580F-759707BE0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25C1F-D9B1-19E8-A20D-24132FB0C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61CD7-164C-107E-1C95-9BFCD0123822}"/>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165EC240-60FA-1232-BEF8-CC7835E1ECD0}"/>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9819962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03754-104B-E46D-9C1A-E16FB691B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C46FF-1E61-A4B5-28A5-43C8F5105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AA6E4C-5A3F-1562-E47C-7840038C100D}"/>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54CCB669-8785-7740-AD62-47788D48467E}"/>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8003601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C6067-E30F-60FF-C279-651D9C039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D3C97-20FE-378C-57F4-D8D0513DA1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E342A-F188-F5BE-8F87-2F7940DAF18E}"/>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901386CD-9AFB-B7B3-B6FE-EA448E9E04CC}"/>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472436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9F082-670F-01B3-A181-BA0426930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18988-69E3-B8BA-63ED-A4927D1A98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EA96A7-3F70-E5F6-9098-01ED2A059AA6}"/>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BE5D525B-D8C9-A96D-5346-1B4FBD40D7A8}"/>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802540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BA2EE-1E48-30BB-8061-0EC84095D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77C6D-EAA8-E530-2D08-50936BD53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C2310-4E7F-9A11-E844-F3BA156A5CC0}"/>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543EA527-08B4-65C0-2666-0D6D2AEE15D7}"/>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554675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B96A1-14A4-834B-1403-B170B5B11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11E73-D0B5-579B-408B-E27652719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6E1746-445E-D744-4A6C-6D0AA1A666C9}"/>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DF4A78B5-59D2-7284-ED09-F89823974640}"/>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0766503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12F67-AE96-23A7-61BA-2A892C9E9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839EB-7238-440C-6192-C28E8F94F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53A5C-0FC9-45BE-D2AE-66B866E9DC5D}"/>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878C1E34-AF70-F539-0789-C4AB2254DE66}"/>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214293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F6D34-4C8E-201D-AA98-D42048FF0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E98C3-22FE-94A6-6565-25E5158C0B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1A570-841D-8E46-C299-5087A695DDF6}"/>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B22FCB73-A21F-A6CA-87B0-3777D6E6276D}"/>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421358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B2979-B7A6-5AFE-6F66-8FBFF9F80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3713AB-1838-010E-8BBC-848BA24ED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4DF58-B30B-9C81-45FC-9953C06832BB}"/>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7016360D-1CE3-C0F6-96D3-FBF2EB8046B9}"/>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8794928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9C589-A593-F0C6-A7E7-70AA2B533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1386E-3F3C-26AF-AD78-3E75379657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D569B-0DA8-907C-E95B-1E48E270BE6B}"/>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C406BD1-377B-6482-775E-B610649A8CDF}"/>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7109199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37353-96F3-F4B5-B693-5D1D11B9E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AA43E-593C-8FCB-E128-4A5955EB1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F6CD8-808D-A3EF-3F72-397EB7ABB947}"/>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E035052F-2EAB-E5B7-538B-BF011F887B9B}"/>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8379377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6C72-739F-20C5-0A57-80229F0FD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52DF1-2C25-EFA4-A28D-5A66440286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193EF3-6F67-E8B8-78FC-E512FCB25252}"/>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C424D21-A5C2-E397-19C2-6193E6803708}"/>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1380349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AEF17-E1D8-900B-4653-E3B89602B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0EE36-87B3-14EC-4811-516124D4C0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ABD74-1A6B-B35B-4388-F036A82DB414}"/>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5A4BCED3-C184-5FFA-215C-A9F08DBB1827}"/>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3067814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88AC6-996F-080F-C21D-7AA6AAE91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4C01B-1E84-1D8D-3EF8-23C6DD948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6667F-51B0-608A-1D5A-C5B841489E74}"/>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7A54241-09BA-98B9-A682-2256316ADC86}"/>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837182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8A189-EE04-6F4C-3EEB-4349DD2B6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86740-6444-5C06-D718-AD60B9C45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C220BB-1333-678E-812F-A70B448D5A96}"/>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F448EB53-FC58-38CE-BDD9-5439D1259F16}"/>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4116082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5A51B-A546-6164-8A2F-6D0F323D21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9BD7B-D785-566C-2829-776D93F79E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C6EE6-1E47-A1C6-6BF2-B17A935978F2}"/>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0F9301CD-3140-E26C-1CDC-715EA36D2588}"/>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577122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2B6E0-6D02-8D78-8289-5ED3CA0EE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4DF55-BFCB-B11F-950E-568C57C9C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415DC-C06C-6CED-A59E-97A2313D8AEC}"/>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77922F42-642B-439E-CC8C-3660D18A9247}"/>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5045115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9E1D4-7470-5F5C-FF79-FB2CC54A0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48C10-A321-908D-6006-02FA316D5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B84AD6-82D3-568F-41E7-ABF9B724C6B8}"/>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9C6B5B58-BD94-8C7D-9327-BC3DA91B74B4}"/>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0410158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D9F3C-B397-771C-6981-B86F4CBC7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3D40B-811C-73C9-379F-DC1353B23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E78BD-C48A-2E37-F001-2F27042925A2}"/>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98FA243A-DBC1-01DD-6EC4-926BC8C4BA4C}"/>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5953577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BD930-8134-016F-29C9-8A2285861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BAD8C-C897-60A3-9312-8B341C2C5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1612B9-9A85-E2C0-89C3-345C59FEBE89}"/>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B5BFC90C-CA14-5287-9ACE-8CC8C18FDFF0}"/>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6996394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3DCAD-9262-AD58-60F7-A8D44D449E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B0D34-4E43-6EEA-1F51-2B8D0E5C3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A9DDDE-E192-BDD6-2E50-9DC410A194B2}"/>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8ACCC178-4969-02CB-29FF-EFDBBA5402F8}"/>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073318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6FE67-7438-9373-0A59-6A3B0C345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C5531-4EC5-A58A-D0F3-F520CDFB7E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07BEDE-2F91-F23A-9841-F9A1C498FADC}"/>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46272DB8-5783-DD48-CA45-20B9620A9E13}"/>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1651371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5AEC-9217-E185-D7CC-6DB20E9DE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78C28-B57B-4B00-03BF-089EF848D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0428C-9248-8299-5BF8-3E707DBDE7BE}"/>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D9760493-61D1-A9D9-3652-CF354EFE88CE}"/>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9925456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CE6AE-0755-5951-3852-E787AC348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090D2-9EFB-031A-1701-8DB113778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47623-CF13-D5B8-3CBD-99B8D9D10D27}"/>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04CF0B2-FC6D-2F88-E708-2CB70CAB11D4}"/>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8621953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3D00D-91A3-B134-AB59-DDD5BA8A49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5636C-DC61-1B80-A6AC-071FBF10A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766AE7-72AD-4285-F7BE-0E7C1D473A41}"/>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A7399ED0-B780-3755-EFAC-BF46774AFBE7}"/>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3881624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2452A-65C4-ECFB-752F-199E865AD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C6932-DAA9-A3B9-D75F-8832261C9F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84233D-69D1-869C-62C3-5E5DFF7D77A9}"/>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130891BC-B5E7-DAA7-2EFD-1C69F557A1D9}"/>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8736510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8094D-33F5-4AE7-1745-F84B21E24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D1808-9890-2C49-861B-A10C7C8A0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398B8-B012-121A-84B2-B7629D2207C3}"/>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49A385B0-F776-B67C-BACE-30D068B22BCE}"/>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182336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75B29-6A68-90AB-3219-1A7A0BB17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5A2C4-FD8F-0E6D-7AEF-8605D6D073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0FE5B-D426-7CA7-D4C7-BC48DB2A77E8}"/>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0A49EF85-84F5-F5F7-B4C9-5F763C2AC1A1}"/>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9549158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6E0D-3979-7396-57D5-DCFD2878C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6A3D0-0D89-71ED-42F6-FA9E679B5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1D72B3-6727-E746-BE01-7DD1970B354A}"/>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E73ACB2D-D949-CF74-4604-7D5C680C37FD}"/>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9953757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47C72-4B79-EAE7-8BB8-F681DC08C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6E0F3-BADF-1346-F5AE-F3A3F51E66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2941D-468C-20EB-F915-FAEB221A75C0}"/>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174B1759-0642-068C-ADF4-88325799FA09}"/>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6843609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C795-AB28-B739-6A48-F1E47F601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E04A68-C5B9-C4B3-B626-7CC85D8E3F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B8BDF-37D6-DF89-7779-0D09046BB5FD}"/>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53FCA1F2-6090-4B34-7BB5-42E1C31DED97}"/>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150271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88411-A8B0-2722-976B-91355E397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8F3F8-48AB-7F5E-BD6E-0E5B71F3A2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C49D7-7E41-377E-6EEC-848AF7BA9FE9}"/>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887D89E9-85F7-171A-CF6F-CF44313987D4}"/>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9764735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EFEBE-09EE-3293-4905-C65C1089A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35F93-F83E-D353-5DC4-90C58C922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793B35-1118-8FD4-5048-179571986FCA}"/>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99BE6344-5EBD-5D9A-EBA4-3A8902A63D14}"/>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0035225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F6E5C-8B3C-2CE4-6298-99957E7C5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34C1C-9557-09BF-77CA-F3D35E9AD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9C84E7-C4C7-2FB1-D5BC-A4A1D88BAD2F}"/>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261AF996-6AE0-4C2C-024B-C71E276D34DA}"/>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9911007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4A9C2-AA9B-3850-C822-885930F3E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B6440-023B-115E-4DAB-32CAFCD7F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6F825-7CB5-C5B6-8169-0E8BCFD6F333}"/>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85B13383-D7CF-14FC-9C36-C3F199F898DE}"/>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42206881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B79CE-9466-A478-4ED5-6C89AFE7E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40DFA-3305-23DF-B8D5-3F980213E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CD0B42-43B2-28BB-FAC4-D8BA2F552D70}"/>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E3ADA139-5129-9674-5C13-D1BC1D0162BD}"/>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4526963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E7DCC-4886-840D-80DB-340C917BA0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9875F-1EBA-43C6-2EFA-58D68700C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D4509-88E2-E9A8-05BC-8EDBC48126A2}"/>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0B4E9E1A-ABA9-C604-E547-A0EE0BE32F85}"/>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1694503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3BF8E-3AA6-B92B-E588-CE729E8A3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89AA5-9904-2EB6-EB05-4BA76641A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08034-69F4-5A43-4F87-A58263AF3C87}"/>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CADA1F29-C76A-5640-919E-E263CC3699BA}"/>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8201817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A1339-C613-FD5A-51B8-5C90ABDC1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5C275-3AA3-5A79-4332-3E3EDC646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21752-3EAB-C407-5506-9E1BB915EDCC}"/>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A6C63624-3B94-194F-C307-2225FE2911E7}"/>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9497218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418FA-C710-B1EC-8410-EC3B2ADEC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4287B-1987-14DE-DF50-9C21615AB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33B6D-3CAF-DE78-F9A3-2085F85F042D}"/>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2F96E722-1D8E-E337-5A99-05D28C772841}"/>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453128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F406D-F31D-8E08-EF8A-0C5ED70E22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9331A-71AD-0930-CAB6-2CD49A2AD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C2CDE-0834-C672-2A65-8AD8D26DC341}"/>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1BCB043-18E6-D2D6-9639-A5DFB5257F6A}"/>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0728686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81B11-DD9E-A7F7-8E3B-25B6E35E8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16C9B-9660-290C-D3D4-15BCB98ED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013F1-8F48-FB34-B576-607BB60E845F}"/>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2DCDB220-4A42-A763-3995-8DCB7CA5C985}"/>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5676841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A14A3-6F3D-039D-08F3-B4CD41761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0898F-AA5A-3505-08DB-C350DC0212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180E7-654D-9663-8FCA-B6DCE6DED3D7}"/>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85D622C0-AD43-2FA9-EB43-26DDFD43FEE6}"/>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41263706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27A2B-2D01-2A46-FED3-40C0255D2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04E56-A6E2-9F27-C2FA-B52A79F71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B5205-39AC-BA7F-BDD3-3DD495B5FA75}"/>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0FEE4B3C-04C5-8BD1-393E-4C38FA01BEB7}"/>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7856838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291D7-F342-C300-ACF1-556DBEC97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D6A18-76C0-CE7E-76CD-89E71EDD4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2AD006-A157-5A13-2A2C-BE45A825FF8A}"/>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B8FA6BA6-D458-AB97-17E9-EFC4C016A6A1}"/>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9163085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DB4FC-B803-D2FA-1450-82DE2E6D8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53AB5-5608-5917-0566-04B1EC119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9C1D4-ED64-522F-F496-7D62BEE5F173}"/>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AD86B7E9-4399-DE1C-65F3-AD03A8735AB3}"/>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4873022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E0149-7AFE-A736-C517-CD359548D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2638-D55C-1F16-F4A9-31E8D3583C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A0C3D-ACE6-67A8-DD1E-1C398342F05D}"/>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691569B8-F2CA-D507-DF64-95F7AA555EDA}"/>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23138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906C-3BDF-8F1D-32BB-65F0EAE302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11E07-4ABF-48C3-93D8-A57801A5E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D7C06-F891-30AF-A7C1-37068D996485}"/>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E4B6C2E2-7169-32BF-2064-EC394B45CC61}"/>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5885314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75615-3EF8-D571-64BE-A86F9981C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B705B-8235-728F-5469-85EA17028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9864BE-974B-773B-5BE0-5BE470FCABC0}"/>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599C5C3E-AEF0-D5B3-6A28-8084D3AB3E82}"/>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6259286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5AC65-D9B2-E895-AB06-A967895DF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B248F-B558-1483-0DA6-DEAC97457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C12293-AB0A-8019-5BB4-11E647407EB9}"/>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5D920D9E-4C98-81E4-FDC0-1D13A2C5E5B2}"/>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50458197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B1A78-2807-1569-E345-8BBEE4BAB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22A83-AA1D-F50F-DECA-6BBA497392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3350E-9214-F533-9918-9371B3DB4B2C}"/>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FF1A6EE3-A7A1-2C7D-07F8-A556522D607A}"/>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80576933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D3B7E-5A1B-41F1-5BF1-05AF19A6D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552943-E0DB-CCB1-17CC-C20AF0E60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6F257-4DBE-4567-7129-311E47CDF097}"/>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6005D712-2639-4EF6-8B43-27F9BE3B060A}"/>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764024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9859" y="4824784"/>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062259" y="489834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5" name="Footer Placeholder 4"/>
          <p:cNvSpPr>
            <a:spLocks noGrp="1"/>
          </p:cNvSpPr>
          <p:nvPr>
            <p:ph type="ftr" sz="quarter" idx="11"/>
          </p:nvPr>
        </p:nvSpPr>
        <p:spPr>
          <a:xfrm>
            <a:off x="457200" y="6470704"/>
            <a:ext cx="10287191" cy="274320"/>
          </a:xfrm>
        </p:spPr>
        <p:txBody>
          <a:bodyPr/>
          <a:lstStyle>
            <a:lvl1pPr algn="l">
              <a:defRPr sz="1600" b="1"/>
            </a:lvl1pPr>
          </a:lstStyle>
          <a:p>
            <a:r>
              <a:rPr lang="en-US" cap="none" dirty="0"/>
              <a:t>Information Hiding, Shiraz university of technology</a:t>
            </a:r>
            <a:endParaRPr lang="en-US" dirty="0"/>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2140629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266723" cy="1499616"/>
          </a:xfrm>
        </p:spPr>
        <p:txBody>
          <a:bodyPr/>
          <a:lstStyle/>
          <a:p>
            <a:r>
              <a:rPr lang="en-US"/>
              <a:t>Click to edit Master title style</a:t>
            </a:r>
            <a:endParaRPr lang="en-US" dirty="0"/>
          </a:p>
        </p:txBody>
      </p:sp>
      <p:sp>
        <p:nvSpPr>
          <p:cNvPr id="3" name="Content Placeholder 2"/>
          <p:cNvSpPr>
            <a:spLocks noGrp="1"/>
          </p:cNvSpPr>
          <p:nvPr>
            <p:ph idx="1"/>
          </p:nvPr>
        </p:nvSpPr>
        <p:spPr>
          <a:xfrm>
            <a:off x="1024128" y="2286000"/>
            <a:ext cx="10266724"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1024128" y="6461095"/>
            <a:ext cx="10266722" cy="274320"/>
          </a:xfrm>
        </p:spPr>
        <p:style>
          <a:lnRef idx="2">
            <a:schemeClr val="accent1"/>
          </a:lnRef>
          <a:fillRef idx="1">
            <a:schemeClr val="lt1"/>
          </a:fillRef>
          <a:effectRef idx="0">
            <a:schemeClr val="accent1"/>
          </a:effectRef>
          <a:fontRef idx="minor">
            <a:schemeClr val="dk1"/>
          </a:fontRef>
        </p:style>
        <p:txBody>
          <a:bodyPr/>
          <a:lstStyle>
            <a:lvl1pPr algn="l">
              <a:defRPr sz="1400" b="1"/>
            </a:lvl1pPr>
          </a:lstStyle>
          <a:p>
            <a:r>
              <a:rPr lang="en-US" cap="none" dirty="0"/>
              <a:t>Information Hiding, Shiraz University of Technology</a:t>
            </a:r>
            <a:endParaRPr lang="en-US" dirty="0"/>
          </a:p>
        </p:txBody>
      </p:sp>
      <p:sp>
        <p:nvSpPr>
          <p:cNvPr id="6" name="Slide Number Placeholder 5"/>
          <p:cNvSpPr>
            <a:spLocks noGrp="1"/>
          </p:cNvSpPr>
          <p:nvPr>
            <p:ph type="sldNum" sz="quarter" idx="12"/>
          </p:nvPr>
        </p:nvSpPr>
        <p:spPr>
          <a:xfrm>
            <a:off x="10813774" y="6461095"/>
            <a:ext cx="477076" cy="274320"/>
          </a:xfrm>
        </p:spPr>
        <p:txBody>
          <a:bodyPr/>
          <a:lstStyle>
            <a:lvl1pPr>
              <a:defRPr sz="1400" b="1"/>
            </a:lvl1pPr>
          </a:lstStyle>
          <a:p>
            <a:fld id="{382B47E1-F59F-47B3-8D16-B2A0740F319A}" type="slidenum">
              <a:rPr lang="en-US" smtClean="0"/>
              <a:pPr/>
              <a:t>‹#›</a:t>
            </a:fld>
            <a:endParaRPr lang="en-US" dirty="0"/>
          </a:p>
        </p:txBody>
      </p:sp>
    </p:spTree>
    <p:extLst>
      <p:ext uri="{BB962C8B-B14F-4D97-AF65-F5344CB8AC3E}">
        <p14:creationId xmlns:p14="http://schemas.microsoft.com/office/powerpoint/2010/main" val="19166500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
        <p:nvSpPr>
          <p:cNvPr id="10" name="Rectangle 9"/>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25400" ty="6350" sx="71000" sy="71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381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2261288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Information Hiding, Shiraz university of technology</a:t>
            </a:r>
          </a:p>
        </p:txBody>
      </p:sp>
      <p:sp>
        <p:nvSpPr>
          <p:cNvPr id="9" name="Slide Number Placeholder 8"/>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333617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Information Hiding, Shiraz university of technology</a:t>
            </a:r>
          </a:p>
        </p:txBody>
      </p:sp>
      <p:sp>
        <p:nvSpPr>
          <p:cNvPr id="5" name="Slide Number Placeholder 4"/>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485396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Information Hiding, Shiraz university of technology</a:t>
            </a:r>
          </a:p>
        </p:txBody>
      </p:sp>
      <p:sp>
        <p:nvSpPr>
          <p:cNvPr id="4" name="Slide Number Placeholder 3"/>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823376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sz="1600"/>
            </a:lvl1p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lvl1pPr>
              <a:defRPr sz="1600"/>
            </a:lvl1pPr>
          </a:lstStyle>
          <a:p>
            <a:fld id="{382B47E1-F59F-47B3-8D16-B2A0740F319A}" type="slidenum">
              <a:rPr lang="en-US" smtClean="0"/>
              <a:pPr/>
              <a:t>‹#›</a:t>
            </a:fld>
            <a:endParaRPr lang="en-US" dirty="0"/>
          </a:p>
        </p:txBody>
      </p:sp>
    </p:spTree>
    <p:extLst>
      <p:ext uri="{BB962C8B-B14F-4D97-AF65-F5344CB8AC3E}">
        <p14:creationId xmlns:p14="http://schemas.microsoft.com/office/powerpoint/2010/main" val="34712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43070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2432730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2597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dirty="0"/>
              <a:t>Information Hiding, Shiraz university of technology</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82B47E1-F59F-47B3-8D16-B2A0740F319A}" type="slidenum">
              <a:rPr lang="en-US" smtClean="0"/>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88099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5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ustomXml" Target="../ink/ink5.xml"/><Relationship Id="rId7" Type="http://schemas.openxmlformats.org/officeDocument/2006/relationships/image" Target="../media/image9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9.png"/><Relationship Id="rId4" Type="http://schemas.openxmlformats.org/officeDocument/2006/relationships/image" Target="../media/image810.png"/></Relationships>
</file>

<file path=ppt/slides/_rels/slide16.xml.rels><?xml version="1.0" encoding="UTF-8" standalone="yes"?>
<Relationships xmlns="http://schemas.openxmlformats.org/package/2006/relationships"><Relationship Id="rId3" Type="http://schemas.openxmlformats.org/officeDocument/2006/relationships/customXml" Target="../ink/ink7.xml"/><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customXml" Target="../ink/ink8.xml"/><Relationship Id="rId4" Type="http://schemas.openxmlformats.org/officeDocument/2006/relationships/image" Target="../media/image810.png"/></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customXml" Target="../ink/ink9.xml"/></Relationships>
</file>

<file path=ppt/slides/_rels/slide21.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12.xml"/><Relationship Id="rId5" Type="http://schemas.openxmlformats.org/officeDocument/2006/relationships/image" Target="../media/image19.png"/><Relationship Id="rId4" Type="http://schemas.openxmlformats.org/officeDocument/2006/relationships/customXml" Target="../ink/ink11.xml"/><Relationship Id="rId9"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customXml" Target="../ink/ink14.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02.png"/><Relationship Id="rId4" Type="http://schemas.openxmlformats.org/officeDocument/2006/relationships/customXml" Target="../ink/ink15.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customXml" Target="../ink/ink16.xml"/><Relationship Id="rId5" Type="http://schemas.openxmlformats.org/officeDocument/2006/relationships/image" Target="../media/image51.png"/><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customXml" Target="../ink/ink17.xml"/><Relationship Id="rId5" Type="http://schemas.openxmlformats.org/officeDocument/2006/relationships/image" Target="../media/image51.png"/><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3" Type="http://schemas.openxmlformats.org/officeDocument/2006/relationships/customXml" Target="../ink/ink18.xml"/><Relationship Id="rId7"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210.png"/></Relationships>
</file>

<file path=ppt/slides/_rels/slide48.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customXml" Target="../ink/ink19.xml"/><Relationship Id="rId7"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10" Type="http://schemas.openxmlformats.org/officeDocument/2006/relationships/image" Target="../media/image59.png"/><Relationship Id="rId4" Type="http://schemas.openxmlformats.org/officeDocument/2006/relationships/image" Target="../media/image210.png"/><Relationship Id="rId9" Type="http://schemas.openxmlformats.org/officeDocument/2006/relationships/customXml" Target="../ink/ink20.xml"/></Relationships>
</file>

<file path=ppt/slides/_rels/slide4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customXml" Target="../ink/ink21.xml"/><Relationship Id="rId7" Type="http://schemas.openxmlformats.org/officeDocument/2006/relationships/image" Target="../media/image62.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customXml" Target="../ink/ink22.xml"/><Relationship Id="rId4" Type="http://schemas.openxmlformats.org/officeDocument/2006/relationships/image" Target="../media/image60.png"/></Relationships>
</file>

<file path=ppt/slides/_rels/slide50.xml.rels><?xml version="1.0" encoding="UTF-8" standalone="yes"?>
<Relationships xmlns="http://schemas.openxmlformats.org/package/2006/relationships"><Relationship Id="rId8" Type="http://schemas.openxmlformats.org/officeDocument/2006/relationships/customXml" Target="../ink/ink25.xml"/><Relationship Id="rId3" Type="http://schemas.openxmlformats.org/officeDocument/2006/relationships/customXml" Target="../ink/ink23.xml"/><Relationship Id="rId7" Type="http://schemas.openxmlformats.org/officeDocument/2006/relationships/image" Target="../media/image64.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customXml" Target="../ink/ink24.xml"/><Relationship Id="rId4" Type="http://schemas.openxmlformats.org/officeDocument/2006/relationships/image" Target="../media/image60.png"/><Relationship Id="rId9" Type="http://schemas.openxmlformats.org/officeDocument/2006/relationships/image" Target="../media/image65.png"/></Relationships>
</file>

<file path=ppt/slides/_rels/slide5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customXml" Target="../ink/ink26.xml"/><Relationship Id="rId7" Type="http://schemas.openxmlformats.org/officeDocument/2006/relationships/customXml" Target="../ink/ink28.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9.png"/><Relationship Id="rId5" Type="http://schemas.openxmlformats.org/officeDocument/2006/relationships/customXml" Target="../ink/ink27.xml"/><Relationship Id="rId10" Type="http://schemas.openxmlformats.org/officeDocument/2006/relationships/image" Target="../media/image68.png"/><Relationship Id="rId4" Type="http://schemas.openxmlformats.org/officeDocument/2006/relationships/image" Target="../media/image60.png"/><Relationship Id="rId9" Type="http://schemas.openxmlformats.org/officeDocument/2006/relationships/image" Target="../media/image67.png"/></Relationships>
</file>

<file path=ppt/slides/_rels/slide52.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customXml" Target="../ink/ink29.xml"/><Relationship Id="rId7" Type="http://schemas.openxmlformats.org/officeDocument/2006/relationships/customXml" Target="../ink/ink31.xml"/><Relationship Id="rId12" Type="http://schemas.openxmlformats.org/officeDocument/2006/relationships/image" Target="../media/image7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customXml" Target="../ink/ink32.xml"/><Relationship Id="rId5" Type="http://schemas.openxmlformats.org/officeDocument/2006/relationships/customXml" Target="../ink/ink30.xml"/><Relationship Id="rId10" Type="http://schemas.openxmlformats.org/officeDocument/2006/relationships/image" Target="../media/image70.png"/><Relationship Id="rId4" Type="http://schemas.openxmlformats.org/officeDocument/2006/relationships/image" Target="../media/image60.png"/><Relationship Id="rId9" Type="http://schemas.openxmlformats.org/officeDocument/2006/relationships/image" Target="../media/image68.png"/></Relationships>
</file>

<file path=ppt/slides/_rels/slide5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customXml" Target="../ink/ink33.xml"/><Relationship Id="rId7" Type="http://schemas.openxmlformats.org/officeDocument/2006/relationships/customXml" Target="../ink/ink35.xml"/><Relationship Id="rId12" Type="http://schemas.openxmlformats.org/officeDocument/2006/relationships/image" Target="../media/image72.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customXml" Target="../ink/ink36.xml"/><Relationship Id="rId5" Type="http://schemas.openxmlformats.org/officeDocument/2006/relationships/customXml" Target="../ink/ink34.xml"/><Relationship Id="rId10" Type="http://schemas.openxmlformats.org/officeDocument/2006/relationships/image" Target="../media/image70.png"/><Relationship Id="rId4" Type="http://schemas.openxmlformats.org/officeDocument/2006/relationships/image" Target="../media/image60.png"/><Relationship Id="rId9" Type="http://schemas.openxmlformats.org/officeDocument/2006/relationships/image" Target="../media/image68.png"/></Relationships>
</file>

<file path=ppt/slides/_rels/slide54.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customXml" Target="../ink/ink37.xml"/><Relationship Id="rId7" Type="http://schemas.openxmlformats.org/officeDocument/2006/relationships/image" Target="../media/image68.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customXml" Target="../ink/ink38.xml"/><Relationship Id="rId10" Type="http://schemas.openxmlformats.org/officeDocument/2006/relationships/image" Target="../media/image72.png"/><Relationship Id="rId4" Type="http://schemas.openxmlformats.org/officeDocument/2006/relationships/image" Target="../media/image60.png"/><Relationship Id="rId9" Type="http://schemas.openxmlformats.org/officeDocument/2006/relationships/customXml" Target="../ink/ink39.xml"/></Relationships>
</file>

<file path=ppt/slides/_rels/slide55.xml.rels><?xml version="1.0" encoding="UTF-8" standalone="yes"?>
<Relationships xmlns="http://schemas.openxmlformats.org/package/2006/relationships"><Relationship Id="rId3" Type="http://schemas.openxmlformats.org/officeDocument/2006/relationships/customXml" Target="../ink/ink40.xml"/><Relationship Id="rId7" Type="http://schemas.openxmlformats.org/officeDocument/2006/relationships/image" Target="../media/image74.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68.png"/><Relationship Id="rId4" Type="http://schemas.openxmlformats.org/officeDocument/2006/relationships/image" Target="../media/image60.png"/></Relationships>
</file>

<file path=ppt/slides/_rels/slide5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customXml" Target="../ink/ink41.xml"/><Relationship Id="rId7" Type="http://schemas.openxmlformats.org/officeDocument/2006/relationships/image" Target="../media/image75.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8" Type="http://schemas.openxmlformats.org/officeDocument/2006/relationships/customXml" Target="../ink/ink43.xml"/><Relationship Id="rId13" Type="http://schemas.openxmlformats.org/officeDocument/2006/relationships/image" Target="../media/image80.png"/><Relationship Id="rId3" Type="http://schemas.openxmlformats.org/officeDocument/2006/relationships/customXml" Target="../ink/ink42.xml"/><Relationship Id="rId7" Type="http://schemas.openxmlformats.org/officeDocument/2006/relationships/image" Target="../media/image77.png"/><Relationship Id="rId12" Type="http://schemas.openxmlformats.org/officeDocument/2006/relationships/customXml" Target="../ink/ink45.xml"/><Relationship Id="rId17" Type="http://schemas.openxmlformats.org/officeDocument/2006/relationships/image" Target="../media/image83.png"/><Relationship Id="rId2" Type="http://schemas.openxmlformats.org/officeDocument/2006/relationships/notesSlide" Target="../notesSlides/notesSlide41.xml"/><Relationship Id="rId16"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image" Target="../media/image79.png"/><Relationship Id="rId5" Type="http://schemas.openxmlformats.org/officeDocument/2006/relationships/image" Target="../media/image68.png"/><Relationship Id="rId15" Type="http://schemas.openxmlformats.org/officeDocument/2006/relationships/image" Target="../media/image81.png"/><Relationship Id="rId10" Type="http://schemas.openxmlformats.org/officeDocument/2006/relationships/customXml" Target="../ink/ink44.xml"/><Relationship Id="rId4" Type="http://schemas.openxmlformats.org/officeDocument/2006/relationships/image" Target="../media/image5.png"/><Relationship Id="rId9" Type="http://schemas.openxmlformats.org/officeDocument/2006/relationships/image" Target="../media/image78.png"/><Relationship Id="rId14" Type="http://schemas.openxmlformats.org/officeDocument/2006/relationships/customXml" Target="../ink/ink46.xml"/></Relationships>
</file>

<file path=ppt/slides/_rels/slide58.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customXml" Target="../ink/ink47.xml"/><Relationship Id="rId7" Type="http://schemas.openxmlformats.org/officeDocument/2006/relationships/image" Target="../media/image84.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customXml" Target="../ink/ink48.xml"/><Relationship Id="rId5" Type="http://schemas.openxmlformats.org/officeDocument/2006/relationships/image" Target="../media/image68.png"/><Relationship Id="rId4" Type="http://schemas.openxmlformats.org/officeDocument/2006/relationships/image" Target="../media/image5.png"/><Relationship Id="rId9" Type="http://schemas.openxmlformats.org/officeDocument/2006/relationships/image" Target="../media/image83.png"/></Relationships>
</file>

<file path=ppt/slides/_rels/slide59.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customXml" Target="../ink/ink49.xml"/><Relationship Id="rId7" Type="http://schemas.openxmlformats.org/officeDocument/2006/relationships/image" Target="../media/image84.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customXml" Target="../ink/ink50.xml"/><Relationship Id="rId5" Type="http://schemas.openxmlformats.org/officeDocument/2006/relationships/image" Target="../media/image68.png"/><Relationship Id="rId4" Type="http://schemas.openxmlformats.org/officeDocument/2006/relationships/image" Target="../media/image5.png"/><Relationship Id="rId9" Type="http://schemas.openxmlformats.org/officeDocument/2006/relationships/image" Target="../media/image83.png"/></Relationships>
</file>

<file path=ppt/slides/_rels/slide60.xml.rels><?xml version="1.0" encoding="UTF-8" standalone="yes"?>
<Relationships xmlns="http://schemas.openxmlformats.org/package/2006/relationships"><Relationship Id="rId8" Type="http://schemas.openxmlformats.org/officeDocument/2006/relationships/customXml" Target="../ink/ink53.xml"/><Relationship Id="rId3" Type="http://schemas.openxmlformats.org/officeDocument/2006/relationships/customXml" Target="../ink/ink51.xml"/><Relationship Id="rId7" Type="http://schemas.openxmlformats.org/officeDocument/2006/relationships/image" Target="../media/image58.png"/><Relationship Id="rId12" Type="http://schemas.openxmlformats.org/officeDocument/2006/relationships/image" Target="../media/image85.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83.png"/><Relationship Id="rId5" Type="http://schemas.openxmlformats.org/officeDocument/2006/relationships/customXml" Target="../ink/ink52.xml"/><Relationship Id="rId10" Type="http://schemas.openxmlformats.org/officeDocument/2006/relationships/image" Target="../media/image82.png"/><Relationship Id="rId4" Type="http://schemas.openxmlformats.org/officeDocument/2006/relationships/image" Target="../media/image60.png"/><Relationship Id="rId9" Type="http://schemas.openxmlformats.org/officeDocument/2006/relationships/image" Target="../media/image750.png"/></Relationships>
</file>

<file path=ppt/slides/_rels/slide61.xml.rels><?xml version="1.0" encoding="UTF-8" standalone="yes"?>
<Relationships xmlns="http://schemas.openxmlformats.org/package/2006/relationships"><Relationship Id="rId3" Type="http://schemas.openxmlformats.org/officeDocument/2006/relationships/customXml" Target="../ink/ink54.xml"/><Relationship Id="rId7" Type="http://schemas.openxmlformats.org/officeDocument/2006/relationships/image" Target="../media/image86.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55.xml"/><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customXml" Target="../ink/ink56.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57.xml"/><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customXml" Target="../ink/ink58.xml"/><Relationship Id="rId7" Type="http://schemas.openxmlformats.org/officeDocument/2006/relationships/image" Target="../media/image87.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59.xml"/><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customXml" Target="../ink/ink61.xml"/><Relationship Id="rId5" Type="http://schemas.openxmlformats.org/officeDocument/2006/relationships/image" Target="../media/image5.png"/><Relationship Id="rId4" Type="http://schemas.openxmlformats.org/officeDocument/2006/relationships/customXml" Target="../ink/ink60.xml"/></Relationships>
</file>

<file path=ppt/slides/_rels/slide65.xml.rels><?xml version="1.0" encoding="UTF-8" standalone="yes"?>
<Relationships xmlns="http://schemas.openxmlformats.org/package/2006/relationships"><Relationship Id="rId3" Type="http://schemas.openxmlformats.org/officeDocument/2006/relationships/customXml" Target="../ink/ink62.xml"/><Relationship Id="rId7" Type="http://schemas.openxmlformats.org/officeDocument/2006/relationships/image" Target="../media/image90.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63.xml"/><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customXml" Target="../ink/ink64.xml"/><Relationship Id="rId7" Type="http://schemas.openxmlformats.org/officeDocument/2006/relationships/image" Target="../media/image91.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65.xml"/><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customXml" Target="../ink/ink66.xml"/><Relationship Id="rId7" Type="http://schemas.openxmlformats.org/officeDocument/2006/relationships/image" Target="../media/image92.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67.xml"/><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customXml" Target="../ink/ink68.xml"/><Relationship Id="rId7" Type="http://schemas.openxmlformats.org/officeDocument/2006/relationships/image" Target="../media/image93.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69.xml"/><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customXml" Target="../ink/ink70.xml"/><Relationship Id="rId7" Type="http://schemas.openxmlformats.org/officeDocument/2006/relationships/image" Target="../media/image94.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71.xml"/><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customXml" Target="../ink/ink73.xml"/><Relationship Id="rId5" Type="http://schemas.openxmlformats.org/officeDocument/2006/relationships/image" Target="../media/image5.png"/><Relationship Id="rId4" Type="http://schemas.openxmlformats.org/officeDocument/2006/relationships/customXml" Target="../ink/ink72.xml"/></Relationships>
</file>

<file path=ppt/slides/_rels/slide71.xml.rels><?xml version="1.0" encoding="UTF-8" standalone="yes"?>
<Relationships xmlns="http://schemas.openxmlformats.org/package/2006/relationships"><Relationship Id="rId3" Type="http://schemas.openxmlformats.org/officeDocument/2006/relationships/customXml" Target="../ink/ink74.xml"/><Relationship Id="rId7" Type="http://schemas.openxmlformats.org/officeDocument/2006/relationships/image" Target="../media/image96.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75.xml"/><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customXml" Target="../ink/ink76.xml"/><Relationship Id="rId7" Type="http://schemas.openxmlformats.org/officeDocument/2006/relationships/image" Target="../media/image97.png"/><Relationship Id="rId12" Type="http://schemas.openxmlformats.org/officeDocument/2006/relationships/image" Target="../media/image99.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ustomXml" Target="../ink/ink79.xml"/><Relationship Id="rId5" Type="http://schemas.openxmlformats.org/officeDocument/2006/relationships/customXml" Target="../ink/ink77.xml"/><Relationship Id="rId10" Type="http://schemas.openxmlformats.org/officeDocument/2006/relationships/image" Target="../media/image78.png"/><Relationship Id="rId4" Type="http://schemas.openxmlformats.org/officeDocument/2006/relationships/image" Target="../media/image5.png"/><Relationship Id="rId9" Type="http://schemas.openxmlformats.org/officeDocument/2006/relationships/customXml" Target="../ink/ink78.xml"/></Relationships>
</file>

<file path=ppt/slides/_rels/slide73.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customXml" Target="../ink/ink80.xml"/><Relationship Id="rId7" Type="http://schemas.openxmlformats.org/officeDocument/2006/relationships/image" Target="../media/image100.png"/><Relationship Id="rId12" Type="http://schemas.openxmlformats.org/officeDocument/2006/relationships/image" Target="../media/image102.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ustomXml" Target="../ink/ink83.xml"/><Relationship Id="rId5" Type="http://schemas.openxmlformats.org/officeDocument/2006/relationships/customXml" Target="../ink/ink81.xml"/><Relationship Id="rId10" Type="http://schemas.openxmlformats.org/officeDocument/2006/relationships/image" Target="../media/image78.png"/><Relationship Id="rId4" Type="http://schemas.openxmlformats.org/officeDocument/2006/relationships/image" Target="../media/image5.png"/><Relationship Id="rId9" Type="http://schemas.openxmlformats.org/officeDocument/2006/relationships/customXml" Target="../ink/ink82.xml"/></Relationships>
</file>

<file path=ppt/slides/_rels/slide74.xml.rels><?xml version="1.0" encoding="UTF-8" standalone="yes"?>
<Relationships xmlns="http://schemas.openxmlformats.org/package/2006/relationships"><Relationship Id="rId3" Type="http://schemas.openxmlformats.org/officeDocument/2006/relationships/customXml" Target="../ink/ink84.xml"/><Relationship Id="rId7" Type="http://schemas.openxmlformats.org/officeDocument/2006/relationships/image" Target="../media/image103.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85.xml"/><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customXml" Target="../ink/ink86.xml"/><Relationship Id="rId7" Type="http://schemas.openxmlformats.org/officeDocument/2006/relationships/image" Target="../media/image104.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87.xml"/><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customXml" Target="../ink/ink88.xml"/><Relationship Id="rId7" Type="http://schemas.openxmlformats.org/officeDocument/2006/relationships/image" Target="../media/image106.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89.xml"/><Relationship Id="rId4" Type="http://schemas.openxmlformats.org/officeDocument/2006/relationships/image" Target="../media/image5.png"/></Relationships>
</file>

<file path=ppt/slides/_rels/slide77.xml.rels><?xml version="1.0" encoding="UTF-8" standalone="yes"?>
<Relationships xmlns="http://schemas.openxmlformats.org/package/2006/relationships"><Relationship Id="rId3" Type="http://schemas.openxmlformats.org/officeDocument/2006/relationships/customXml" Target="../ink/ink90.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7.png"/><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customXml" Target="../ink/ink91.xml"/><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customXml" Target="../ink/ink92.xm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09.pn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8" Type="http://schemas.openxmlformats.org/officeDocument/2006/relationships/customXml" Target="../ink/ink95.xml"/><Relationship Id="rId3" Type="http://schemas.openxmlformats.org/officeDocument/2006/relationships/customXml" Target="../ink/ink93.xml"/><Relationship Id="rId7" Type="http://schemas.openxmlformats.org/officeDocument/2006/relationships/image" Target="../media/image114.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customXml" Target="../ink/ink94.xml"/><Relationship Id="rId11" Type="http://schemas.openxmlformats.org/officeDocument/2006/relationships/image" Target="../media/image116.png"/><Relationship Id="rId5" Type="http://schemas.openxmlformats.org/officeDocument/2006/relationships/image" Target="../media/image113.png"/><Relationship Id="rId10" Type="http://schemas.openxmlformats.org/officeDocument/2006/relationships/customXml" Target="../ink/ink96.xml"/><Relationship Id="rId4" Type="http://schemas.openxmlformats.org/officeDocument/2006/relationships/image" Target="../media/image112.png"/><Relationship Id="rId9" Type="http://schemas.openxmlformats.org/officeDocument/2006/relationships/image" Target="../media/image115.png"/></Relationships>
</file>

<file path=ppt/slides/_rels/slide81.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customXml" Target="../ink/ink97.xml"/><Relationship Id="rId7" Type="http://schemas.openxmlformats.org/officeDocument/2006/relationships/customXml" Target="../ink/ink99.xm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customXml" Target="../ink/ink98.xml"/><Relationship Id="rId4" Type="http://schemas.openxmlformats.org/officeDocument/2006/relationships/image" Target="../media/image112.png"/><Relationship Id="rId9" Type="http://schemas.openxmlformats.org/officeDocument/2006/relationships/image" Target="../media/image118.png"/></Relationships>
</file>

<file path=ppt/slides/_rels/slide82.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customXml" Target="../ink/ink100.xml"/><Relationship Id="rId7" Type="http://schemas.openxmlformats.org/officeDocument/2006/relationships/customXml" Target="../ink/ink102.xml"/><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customXml" Target="../ink/ink101.xml"/><Relationship Id="rId10" Type="http://schemas.openxmlformats.org/officeDocument/2006/relationships/image" Target="../media/image120.png"/><Relationship Id="rId4" Type="http://schemas.openxmlformats.org/officeDocument/2006/relationships/image" Target="../media/image112.png"/><Relationship Id="rId9" Type="http://schemas.openxmlformats.org/officeDocument/2006/relationships/image" Target="../media/image119.png"/></Relationships>
</file>

<file path=ppt/slides/_rels/slide83.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customXml" Target="../ink/ink103.xml"/><Relationship Id="rId7" Type="http://schemas.openxmlformats.org/officeDocument/2006/relationships/customXml" Target="../ink/ink105.xml"/><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customXml" Target="../ink/ink104.xml"/><Relationship Id="rId4" Type="http://schemas.openxmlformats.org/officeDocument/2006/relationships/image" Target="../media/image112.png"/><Relationship Id="rId9"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7F952-F51B-9E16-AE94-2AF7EC3BB433}"/>
              </a:ext>
            </a:extLst>
          </p:cNvPr>
          <p:cNvSpPr>
            <a:spLocks noGrp="1"/>
          </p:cNvSpPr>
          <p:nvPr>
            <p:ph type="ctrTitle"/>
          </p:nvPr>
        </p:nvSpPr>
        <p:spPr>
          <a:xfrm>
            <a:off x="-672428" y="5267914"/>
            <a:ext cx="7772400" cy="1463040"/>
          </a:xfrm>
        </p:spPr>
        <p:txBody>
          <a:bodyPr/>
          <a:lstStyle/>
          <a:p>
            <a:r>
              <a:rPr lang="en-US" b="1" dirty="0">
                <a:solidFill>
                  <a:srgbClr val="002060"/>
                </a:solidFill>
              </a:rPr>
              <a:t>INFORMATION HIDING</a:t>
            </a:r>
          </a:p>
        </p:txBody>
      </p:sp>
      <p:sp>
        <p:nvSpPr>
          <p:cNvPr id="3" name="Subtitle 2">
            <a:extLst>
              <a:ext uri="{FF2B5EF4-FFF2-40B4-BE49-F238E27FC236}">
                <a16:creationId xmlns:a16="http://schemas.microsoft.com/office/drawing/2014/main" id="{16550EBE-03C9-6663-B172-AE3DCD9F5899}"/>
              </a:ext>
            </a:extLst>
          </p:cNvPr>
          <p:cNvSpPr>
            <a:spLocks noGrp="1"/>
          </p:cNvSpPr>
          <p:nvPr>
            <p:ph type="subTitle" idx="1"/>
          </p:nvPr>
        </p:nvSpPr>
        <p:spPr>
          <a:xfrm>
            <a:off x="7244252" y="5174821"/>
            <a:ext cx="3632293" cy="1463040"/>
          </a:xfrm>
        </p:spPr>
        <p:txBody>
          <a:bodyPr>
            <a:normAutofit/>
          </a:bodyPr>
          <a:lstStyle/>
          <a:p>
            <a:pPr algn="ctr"/>
            <a:r>
              <a:rPr lang="en-US" sz="3200" b="1" dirty="0">
                <a:solidFill>
                  <a:srgbClr val="FF0000"/>
                </a:solidFill>
              </a:rPr>
              <a:t>Scalable Image Coding</a:t>
            </a:r>
            <a:endParaRPr lang="en-US" sz="1100" b="1" dirty="0">
              <a:solidFill>
                <a:srgbClr val="FF0000"/>
              </a:solidFill>
            </a:endParaRPr>
          </a:p>
        </p:txBody>
      </p:sp>
      <p:sp>
        <p:nvSpPr>
          <p:cNvPr id="11" name="TextBox 10">
            <a:extLst>
              <a:ext uri="{FF2B5EF4-FFF2-40B4-BE49-F238E27FC236}">
                <a16:creationId xmlns:a16="http://schemas.microsoft.com/office/drawing/2014/main" id="{0E33094A-8749-D231-8FF5-43D6BA1D77A6}"/>
              </a:ext>
            </a:extLst>
          </p:cNvPr>
          <p:cNvSpPr txBox="1"/>
          <p:nvPr/>
        </p:nvSpPr>
        <p:spPr>
          <a:xfrm>
            <a:off x="-205204" y="6550223"/>
            <a:ext cx="5092148"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1400" b="1" dirty="0">
                <a:solidFill>
                  <a:schemeClr val="bg2">
                    <a:lumMod val="25000"/>
                  </a:schemeClr>
                </a:solidFill>
              </a:rPr>
              <a:t>Adib Nikjou, Shiraz University of Technology, Summer 2025</a:t>
            </a:r>
          </a:p>
        </p:txBody>
      </p:sp>
      <p:cxnSp>
        <p:nvCxnSpPr>
          <p:cNvPr id="14" name="Straight Connector 13"/>
          <p:cNvCxnSpPr>
            <a:cxnSpLocks/>
          </p:cNvCxnSpPr>
          <p:nvPr/>
        </p:nvCxnSpPr>
        <p:spPr>
          <a:xfrm flipV="1">
            <a:off x="7244253" y="5217228"/>
            <a:ext cx="0" cy="137822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4C6A5053-2C31-9B23-82E1-C7ED981E99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996" y="236085"/>
            <a:ext cx="9399549" cy="4896329"/>
          </a:xfrm>
          <a:prstGeom prst="rect">
            <a:avLst/>
          </a:prstGeom>
          <a:ln>
            <a:noFill/>
          </a:ln>
          <a:effectLst>
            <a:softEdge rad="112500"/>
          </a:effectLst>
        </p:spPr>
      </p:pic>
    </p:spTree>
    <p:extLst>
      <p:ext uri="{BB962C8B-B14F-4D97-AF65-F5344CB8AC3E}">
        <p14:creationId xmlns:p14="http://schemas.microsoft.com/office/powerpoint/2010/main" val="136151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1D03AA-9614-66CE-7C25-D3D4BBBE96A0}"/>
              </a:ext>
            </a:extLst>
          </p:cNvPr>
          <p:cNvSpPr>
            <a:spLocks noGrp="1"/>
          </p:cNvSpPr>
          <p:nvPr>
            <p:ph type="ftr" sz="quarter" idx="11"/>
          </p:nvPr>
        </p:nvSpPr>
        <p:spPr/>
        <p:txBody>
          <a:bodyPr/>
          <a:lstStyle/>
          <a:p>
            <a:r>
              <a:rPr lang="en-US" sz="1400" dirty="0"/>
              <a:t>Information Hiding, Shiraz university of technology</a:t>
            </a:r>
          </a:p>
        </p:txBody>
      </p:sp>
      <p:sp>
        <p:nvSpPr>
          <p:cNvPr id="3" name="Slide Number Placeholder 2">
            <a:extLst>
              <a:ext uri="{FF2B5EF4-FFF2-40B4-BE49-F238E27FC236}">
                <a16:creationId xmlns:a16="http://schemas.microsoft.com/office/drawing/2014/main" id="{FCACF8F4-3E2A-EAA7-B9E2-BB3B30A7A339}"/>
              </a:ext>
            </a:extLst>
          </p:cNvPr>
          <p:cNvSpPr>
            <a:spLocks noGrp="1"/>
          </p:cNvSpPr>
          <p:nvPr>
            <p:ph type="sldNum" sz="quarter" idx="12"/>
          </p:nvPr>
        </p:nvSpPr>
        <p:spPr/>
        <p:txBody>
          <a:bodyPr/>
          <a:lstStyle/>
          <a:p>
            <a:fld id="{382B47E1-F59F-47B3-8D16-B2A0740F319A}" type="slidenum">
              <a:rPr lang="en-US" sz="1400" smtClean="0"/>
              <a:t>2</a:t>
            </a:fld>
            <a:endParaRPr lang="en-US" sz="1400" dirty="0"/>
          </a:p>
        </p:txBody>
      </p:sp>
      <p:sp>
        <p:nvSpPr>
          <p:cNvPr id="4" name="TextBox 3">
            <a:extLst>
              <a:ext uri="{FF2B5EF4-FFF2-40B4-BE49-F238E27FC236}">
                <a16:creationId xmlns:a16="http://schemas.microsoft.com/office/drawing/2014/main" id="{162467B2-1FF8-306C-30E2-3B168783AF0D}"/>
              </a:ext>
            </a:extLst>
          </p:cNvPr>
          <p:cNvSpPr txBox="1"/>
          <p:nvPr/>
        </p:nvSpPr>
        <p:spPr>
          <a:xfrm>
            <a:off x="1922611" y="2459504"/>
            <a:ext cx="8130209" cy="1938992"/>
          </a:xfrm>
          <a:prstGeom prst="rect">
            <a:avLst/>
          </a:prstGeom>
          <a:noFill/>
        </p:spPr>
        <p:txBody>
          <a:bodyPr wrap="square" rtlCol="0">
            <a:spAutoFit/>
          </a:bodyPr>
          <a:lstStyle/>
          <a:p>
            <a:pPr algn="ctr"/>
            <a:r>
              <a:rPr lang="en-US" sz="6000" b="1" dirty="0">
                <a:solidFill>
                  <a:srgbClr val="0070C0"/>
                </a:solidFill>
              </a:rPr>
              <a:t>Introduction to Scalable Coding</a:t>
            </a:r>
            <a:endParaRPr lang="en-US" sz="8800" b="1" dirty="0">
              <a:solidFill>
                <a:srgbClr val="0070C0"/>
              </a:solidFill>
            </a:endParaRPr>
          </a:p>
        </p:txBody>
      </p:sp>
    </p:spTree>
    <p:extLst>
      <p:ext uri="{BB962C8B-B14F-4D97-AF65-F5344CB8AC3E}">
        <p14:creationId xmlns:p14="http://schemas.microsoft.com/office/powerpoint/2010/main" val="4015068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28DE5-A25E-F2D4-D813-038A3EF4E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6C003-C496-42AB-2A11-F6D6B0543DEB}"/>
              </a:ext>
            </a:extLst>
          </p:cNvPr>
          <p:cNvSpPr>
            <a:spLocks noGrp="1"/>
          </p:cNvSpPr>
          <p:nvPr>
            <p:ph type="title"/>
          </p:nvPr>
        </p:nvSpPr>
        <p:spPr/>
        <p:txBody>
          <a:bodyPr/>
          <a:lstStyle/>
          <a:p>
            <a:r>
              <a:rPr lang="en-US" dirty="0">
                <a:solidFill>
                  <a:srgbClr val="0070C0"/>
                </a:solidFill>
              </a:rPr>
              <a:t>Traditional vs. New Generation compression </a:t>
            </a:r>
          </a:p>
        </p:txBody>
      </p:sp>
      <p:sp>
        <p:nvSpPr>
          <p:cNvPr id="4" name="Footer Placeholder 3">
            <a:extLst>
              <a:ext uri="{FF2B5EF4-FFF2-40B4-BE49-F238E27FC236}">
                <a16:creationId xmlns:a16="http://schemas.microsoft.com/office/drawing/2014/main" id="{189248A0-9A5D-880D-B962-286D51BB89B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DB126C0-0BA3-2EE2-E5F9-BD487555E7D1}"/>
              </a:ext>
            </a:extLst>
          </p:cNvPr>
          <p:cNvSpPr>
            <a:spLocks noGrp="1"/>
          </p:cNvSpPr>
          <p:nvPr>
            <p:ph type="sldNum" sz="quarter" idx="12"/>
          </p:nvPr>
        </p:nvSpPr>
        <p:spPr/>
        <p:txBody>
          <a:bodyPr/>
          <a:lstStyle/>
          <a:p>
            <a:fld id="{382B47E1-F59F-47B3-8D16-B2A0740F319A}" type="slidenum">
              <a:rPr lang="en-US" smtClean="0"/>
              <a:pPr/>
              <a:t>3</a:t>
            </a:fld>
            <a:endParaRPr lang="en-US" dirty="0"/>
          </a:p>
        </p:txBody>
      </p:sp>
      <p:sp>
        <p:nvSpPr>
          <p:cNvPr id="13" name="Content Placeholder 12">
            <a:extLst>
              <a:ext uri="{FF2B5EF4-FFF2-40B4-BE49-F238E27FC236}">
                <a16:creationId xmlns:a16="http://schemas.microsoft.com/office/drawing/2014/main" id="{35699250-4183-B654-8E01-BDAE2BAE235B}"/>
              </a:ext>
            </a:extLst>
          </p:cNvPr>
          <p:cNvSpPr>
            <a:spLocks noGrp="1"/>
          </p:cNvSpPr>
          <p:nvPr>
            <p:ph idx="1"/>
          </p:nvPr>
        </p:nvSpPr>
        <p:spPr>
          <a:xfrm>
            <a:off x="1024127" y="1828800"/>
            <a:ext cx="10266722" cy="4632295"/>
          </a:xfrm>
        </p:spPr>
        <p:txBody>
          <a:bodyPr>
            <a:normAutofit fontScale="85000" lnSpcReduction="20000"/>
          </a:bodyPr>
          <a:lstStyle/>
          <a:p>
            <a:r>
              <a:rPr lang="en-US" sz="3200" b="1" dirty="0"/>
              <a:t>Traditional Image Coding Systems</a:t>
            </a:r>
          </a:p>
          <a:p>
            <a:pPr marL="0" indent="0">
              <a:buNone/>
            </a:pPr>
            <a:r>
              <a:rPr lang="en-US" sz="2800" b="1" dirty="0"/>
              <a:t>	 Focused on compression efficiency (main objective)</a:t>
            </a:r>
          </a:p>
          <a:p>
            <a:pPr marL="0" indent="0">
              <a:buNone/>
            </a:pPr>
            <a:r>
              <a:rPr lang="en-US" sz="2800" b="1" dirty="0"/>
              <a:t>	 DCT-based</a:t>
            </a:r>
          </a:p>
          <a:p>
            <a:pPr marL="0" indent="0">
              <a:buNone/>
            </a:pPr>
            <a:r>
              <a:rPr lang="en-US" sz="2800" b="1" dirty="0"/>
              <a:t>	 Non-Scalable</a:t>
            </a:r>
          </a:p>
          <a:p>
            <a:pPr marL="0" indent="0">
              <a:spcAft>
                <a:spcPts val="1200"/>
              </a:spcAft>
              <a:buNone/>
            </a:pPr>
            <a:r>
              <a:rPr lang="en-US" sz="2800" b="1" dirty="0"/>
              <a:t>	 Block (Frame)-based</a:t>
            </a:r>
            <a:endParaRPr lang="en-US" sz="3200" b="1" dirty="0"/>
          </a:p>
          <a:p>
            <a:r>
              <a:rPr lang="en-US" sz="3200" b="1" dirty="0"/>
              <a:t>New Generation of Image Coding Systems</a:t>
            </a:r>
          </a:p>
          <a:p>
            <a:pPr marL="0" indent="0">
              <a:buNone/>
            </a:pPr>
            <a:r>
              <a:rPr lang="en-US" sz="2800" b="1" dirty="0"/>
              <a:t>	 Compression efficiency</a:t>
            </a:r>
          </a:p>
          <a:p>
            <a:pPr marL="0" indent="0">
              <a:buNone/>
            </a:pPr>
            <a:r>
              <a:rPr lang="en-US" sz="2800" b="1" dirty="0"/>
              <a:t>	 DWT-based</a:t>
            </a:r>
          </a:p>
          <a:p>
            <a:pPr marL="0" indent="0">
              <a:buNone/>
            </a:pPr>
            <a:r>
              <a:rPr lang="en-US" sz="2800" b="1" dirty="0"/>
              <a:t>	 Scalable</a:t>
            </a:r>
          </a:p>
          <a:p>
            <a:pPr marL="0" indent="0">
              <a:buNone/>
            </a:pPr>
            <a:r>
              <a:rPr lang="en-US" sz="2800" b="1" dirty="0"/>
              <a:t>	 Object-based</a:t>
            </a:r>
          </a:p>
        </p:txBody>
      </p:sp>
    </p:spTree>
    <p:extLst>
      <p:ext uri="{BB962C8B-B14F-4D97-AF65-F5344CB8AC3E}">
        <p14:creationId xmlns:p14="http://schemas.microsoft.com/office/powerpoint/2010/main" val="3290933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ABF2D-8196-529D-3F98-306AFB0F6F75}"/>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B98ACDA-3DBD-59E5-F6EA-367C663CF08E}"/>
              </a:ext>
            </a:extLst>
          </p:cNvPr>
          <p:cNvPicPr>
            <a:picLocks noGrp="1" noChangeAspect="1"/>
          </p:cNvPicPr>
          <p:nvPr>
            <p:ph idx="1"/>
          </p:nvPr>
        </p:nvPicPr>
        <p:blipFill>
          <a:blip r:embed="rId2"/>
          <a:stretch>
            <a:fillRect/>
          </a:stretch>
        </p:blipFill>
        <p:spPr>
          <a:xfrm>
            <a:off x="2332112" y="1761624"/>
            <a:ext cx="7527775" cy="4699471"/>
          </a:xfrm>
          <a:prstGeom prst="rect">
            <a:avLst/>
          </a:prstGeom>
        </p:spPr>
      </p:pic>
      <p:sp>
        <p:nvSpPr>
          <p:cNvPr id="2" name="Title 1">
            <a:extLst>
              <a:ext uri="{FF2B5EF4-FFF2-40B4-BE49-F238E27FC236}">
                <a16:creationId xmlns:a16="http://schemas.microsoft.com/office/drawing/2014/main" id="{C07DE753-419E-338D-61BF-802622C6F67E}"/>
              </a:ext>
            </a:extLst>
          </p:cNvPr>
          <p:cNvSpPr>
            <a:spLocks noGrp="1"/>
          </p:cNvSpPr>
          <p:nvPr>
            <p:ph type="title"/>
          </p:nvPr>
        </p:nvSpPr>
        <p:spPr/>
        <p:txBody>
          <a:bodyPr/>
          <a:lstStyle/>
          <a:p>
            <a:r>
              <a:rPr lang="en-US" dirty="0">
                <a:solidFill>
                  <a:srgbClr val="0070C0"/>
                </a:solidFill>
              </a:rPr>
              <a:t>introduction</a:t>
            </a:r>
          </a:p>
        </p:txBody>
      </p:sp>
      <p:sp>
        <p:nvSpPr>
          <p:cNvPr id="4" name="Footer Placeholder 3">
            <a:extLst>
              <a:ext uri="{FF2B5EF4-FFF2-40B4-BE49-F238E27FC236}">
                <a16:creationId xmlns:a16="http://schemas.microsoft.com/office/drawing/2014/main" id="{C00E57E2-5F86-21B4-C8B7-423D4D9B839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3F56E16-F805-0CD8-FABE-57BBE73F187D}"/>
              </a:ext>
            </a:extLst>
          </p:cNvPr>
          <p:cNvSpPr>
            <a:spLocks noGrp="1"/>
          </p:cNvSpPr>
          <p:nvPr>
            <p:ph type="sldNum" sz="quarter" idx="12"/>
          </p:nvPr>
        </p:nvSpPr>
        <p:spPr/>
        <p:txBody>
          <a:bodyPr/>
          <a:lstStyle/>
          <a:p>
            <a:fld id="{382B47E1-F59F-47B3-8D16-B2A0740F319A}" type="slidenum">
              <a:rPr lang="en-US" smtClean="0"/>
              <a:pPr/>
              <a:t>4</a:t>
            </a:fld>
            <a:endParaRPr lang="en-US" dirty="0"/>
          </a:p>
        </p:txBody>
      </p:sp>
      <p:sp>
        <p:nvSpPr>
          <p:cNvPr id="9" name="Rectangle 8">
            <a:extLst>
              <a:ext uri="{FF2B5EF4-FFF2-40B4-BE49-F238E27FC236}">
                <a16:creationId xmlns:a16="http://schemas.microsoft.com/office/drawing/2014/main" id="{9C7D3065-7593-9D68-2760-EAEAA0284B4D}"/>
              </a:ext>
            </a:extLst>
          </p:cNvPr>
          <p:cNvSpPr/>
          <p:nvPr/>
        </p:nvSpPr>
        <p:spPr>
          <a:xfrm>
            <a:off x="2955449" y="3958388"/>
            <a:ext cx="986589" cy="1130969"/>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13C130-B18B-FE04-6773-50BED8AD97B7}"/>
              </a:ext>
            </a:extLst>
          </p:cNvPr>
          <p:cNvSpPr/>
          <p:nvPr/>
        </p:nvSpPr>
        <p:spPr>
          <a:xfrm>
            <a:off x="4756727" y="3545874"/>
            <a:ext cx="986589" cy="1639737"/>
          </a:xfrm>
          <a:prstGeom prst="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9975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AD93F-7633-FA67-ED06-912651E65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F7F44-FA20-FFA2-F133-6978254A41BA}"/>
              </a:ext>
            </a:extLst>
          </p:cNvPr>
          <p:cNvSpPr>
            <a:spLocks noGrp="1"/>
          </p:cNvSpPr>
          <p:nvPr>
            <p:ph type="title"/>
          </p:nvPr>
        </p:nvSpPr>
        <p:spPr/>
        <p:txBody>
          <a:bodyPr/>
          <a:lstStyle/>
          <a:p>
            <a:r>
              <a:rPr lang="en-US" dirty="0">
                <a:solidFill>
                  <a:srgbClr val="0070C0"/>
                </a:solidFill>
              </a:rPr>
              <a:t>Region of interest (roi) coding</a:t>
            </a:r>
          </a:p>
        </p:txBody>
      </p:sp>
      <p:sp>
        <p:nvSpPr>
          <p:cNvPr id="4" name="Footer Placeholder 3">
            <a:extLst>
              <a:ext uri="{FF2B5EF4-FFF2-40B4-BE49-F238E27FC236}">
                <a16:creationId xmlns:a16="http://schemas.microsoft.com/office/drawing/2014/main" id="{562F1A82-B3AE-388B-A9E5-4045F2A8A7F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E252C57-20A4-888D-F358-970B3D7C18DB}"/>
              </a:ext>
            </a:extLst>
          </p:cNvPr>
          <p:cNvSpPr>
            <a:spLocks noGrp="1"/>
          </p:cNvSpPr>
          <p:nvPr>
            <p:ph type="sldNum" sz="quarter" idx="12"/>
          </p:nvPr>
        </p:nvSpPr>
        <p:spPr/>
        <p:txBody>
          <a:bodyPr/>
          <a:lstStyle/>
          <a:p>
            <a:fld id="{382B47E1-F59F-47B3-8D16-B2A0740F319A}" type="slidenum">
              <a:rPr lang="en-US" smtClean="0"/>
              <a:pPr/>
              <a:t>5</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CB7C0CF2-2596-88B5-4140-8C3B4AE8D2C5}"/>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CB7C0CF2-2596-88B5-4140-8C3B4AE8D2C5}"/>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21032AB5-D094-DBE6-01F2-5D04D99AEB83}"/>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21032AB5-D094-DBE6-01F2-5D04D99AEB83}"/>
                  </a:ext>
                </a:extLst>
              </p:cNvPr>
              <p:cNvPicPr/>
              <p:nvPr/>
            </p:nvPicPr>
            <p:blipFill>
              <a:blip r:embed="rId6"/>
              <a:stretch>
                <a:fillRect/>
              </a:stretch>
            </p:blipFill>
            <p:spPr>
              <a:xfrm>
                <a:off x="582897" y="5074882"/>
                <a:ext cx="370800" cy="216360"/>
              </a:xfrm>
              <a:prstGeom prst="rect">
                <a:avLst/>
              </a:prstGeom>
            </p:spPr>
          </p:pic>
        </mc:Fallback>
      </mc:AlternateContent>
      <p:pic>
        <p:nvPicPr>
          <p:cNvPr id="3" name="Picture 2">
            <a:extLst>
              <a:ext uri="{FF2B5EF4-FFF2-40B4-BE49-F238E27FC236}">
                <a16:creationId xmlns:a16="http://schemas.microsoft.com/office/drawing/2014/main" id="{737D7F99-762C-9BB1-2121-641676B319F2}"/>
              </a:ext>
            </a:extLst>
          </p:cNvPr>
          <p:cNvPicPr>
            <a:picLocks noChangeAspect="1"/>
          </p:cNvPicPr>
          <p:nvPr/>
        </p:nvPicPr>
        <p:blipFill>
          <a:blip r:embed="rId7"/>
          <a:stretch>
            <a:fillRect/>
          </a:stretch>
        </p:blipFill>
        <p:spPr>
          <a:xfrm>
            <a:off x="1299493" y="1624322"/>
            <a:ext cx="9593014" cy="4696480"/>
          </a:xfrm>
          <a:prstGeom prst="rect">
            <a:avLst/>
          </a:prstGeom>
        </p:spPr>
      </p:pic>
    </p:spTree>
    <p:extLst>
      <p:ext uri="{BB962C8B-B14F-4D97-AF65-F5344CB8AC3E}">
        <p14:creationId xmlns:p14="http://schemas.microsoft.com/office/powerpoint/2010/main" val="905972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6D044-9F54-EF2E-EFCA-DF67EF6F1FC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BFCA9A6-321F-4CC9-30C1-B2DAAC3824C5}"/>
              </a:ext>
            </a:extLst>
          </p:cNvPr>
          <p:cNvPicPr>
            <a:picLocks noChangeAspect="1"/>
          </p:cNvPicPr>
          <p:nvPr/>
        </p:nvPicPr>
        <p:blipFill>
          <a:blip r:embed="rId3"/>
          <a:stretch>
            <a:fillRect/>
          </a:stretch>
        </p:blipFill>
        <p:spPr>
          <a:xfrm>
            <a:off x="1402918" y="1314680"/>
            <a:ext cx="9386164" cy="5146415"/>
          </a:xfrm>
          <a:prstGeom prst="rect">
            <a:avLst/>
          </a:prstGeom>
        </p:spPr>
      </p:pic>
      <p:sp>
        <p:nvSpPr>
          <p:cNvPr id="2" name="Title 1">
            <a:extLst>
              <a:ext uri="{FF2B5EF4-FFF2-40B4-BE49-F238E27FC236}">
                <a16:creationId xmlns:a16="http://schemas.microsoft.com/office/drawing/2014/main" id="{38DB5EC7-A927-BAE3-BDC8-86019547AD04}"/>
              </a:ext>
            </a:extLst>
          </p:cNvPr>
          <p:cNvSpPr>
            <a:spLocks noGrp="1"/>
          </p:cNvSpPr>
          <p:nvPr>
            <p:ph type="title"/>
          </p:nvPr>
        </p:nvSpPr>
        <p:spPr/>
        <p:txBody>
          <a:bodyPr/>
          <a:lstStyle/>
          <a:p>
            <a:r>
              <a:rPr lang="en-US" dirty="0">
                <a:solidFill>
                  <a:srgbClr val="0070C0"/>
                </a:solidFill>
              </a:rPr>
              <a:t>Object-based coding</a:t>
            </a:r>
          </a:p>
        </p:txBody>
      </p:sp>
      <p:sp>
        <p:nvSpPr>
          <p:cNvPr id="4" name="Footer Placeholder 3">
            <a:extLst>
              <a:ext uri="{FF2B5EF4-FFF2-40B4-BE49-F238E27FC236}">
                <a16:creationId xmlns:a16="http://schemas.microsoft.com/office/drawing/2014/main" id="{0BAB19D4-DEC3-5E04-87A8-B221605A393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9401665-5EF5-7BB5-B8F8-7D16DAC2B46C}"/>
              </a:ext>
            </a:extLst>
          </p:cNvPr>
          <p:cNvSpPr>
            <a:spLocks noGrp="1"/>
          </p:cNvSpPr>
          <p:nvPr>
            <p:ph type="sldNum" sz="quarter" idx="12"/>
          </p:nvPr>
        </p:nvSpPr>
        <p:spPr/>
        <p:txBody>
          <a:bodyPr/>
          <a:lstStyle/>
          <a:p>
            <a:fld id="{382B47E1-F59F-47B3-8D16-B2A0740F319A}" type="slidenum">
              <a:rPr lang="en-US" smtClean="0"/>
              <a:pPr/>
              <a:t>6</a:t>
            </a:fld>
            <a:endParaRPr lang="en-US" dirty="0"/>
          </a:p>
        </p:txBody>
      </p:sp>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50B69AE6-EC0A-BAE4-201B-98C50E28FE84}"/>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50B69AE6-EC0A-BAE4-201B-98C50E28FE84}"/>
                  </a:ext>
                </a:extLst>
              </p:cNvPr>
              <p:cNvPicPr/>
              <p:nvPr/>
            </p:nvPicPr>
            <p:blipFill>
              <a:blip r:embed="rId5"/>
              <a:stretch>
                <a:fillRect/>
              </a:stretch>
            </p:blipFill>
            <p:spPr>
              <a:xfrm>
                <a:off x="582897" y="5074882"/>
                <a:ext cx="370800" cy="216360"/>
              </a:xfrm>
              <a:prstGeom prst="rect">
                <a:avLst/>
              </a:prstGeom>
            </p:spPr>
          </p:pic>
        </mc:Fallback>
      </mc:AlternateContent>
    </p:spTree>
    <p:extLst>
      <p:ext uri="{BB962C8B-B14F-4D97-AF65-F5344CB8AC3E}">
        <p14:creationId xmlns:p14="http://schemas.microsoft.com/office/powerpoint/2010/main" val="3119738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ACD88-3A98-A561-6D92-56C9342F79AC}"/>
              </a:ext>
            </a:extLst>
          </p:cNvPr>
          <p:cNvSpPr>
            <a:spLocks noGrp="1"/>
          </p:cNvSpPr>
          <p:nvPr>
            <p:ph type="title"/>
          </p:nvPr>
        </p:nvSpPr>
        <p:spPr/>
        <p:txBody>
          <a:bodyPr/>
          <a:lstStyle/>
          <a:p>
            <a:r>
              <a:rPr lang="en-US" dirty="0">
                <a:solidFill>
                  <a:srgbClr val="0070C0"/>
                </a:solidFill>
              </a:rPr>
              <a:t>What is Scalability?</a:t>
            </a:r>
          </a:p>
        </p:txBody>
      </p:sp>
      <p:sp>
        <p:nvSpPr>
          <p:cNvPr id="4" name="Footer Placeholder 3">
            <a:extLst>
              <a:ext uri="{FF2B5EF4-FFF2-40B4-BE49-F238E27FC236}">
                <a16:creationId xmlns:a16="http://schemas.microsoft.com/office/drawing/2014/main" id="{145693B3-773B-193A-0831-FBAD16A32B8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D4C41C2-0D46-7A18-06AE-D6D6824EDABA}"/>
              </a:ext>
            </a:extLst>
          </p:cNvPr>
          <p:cNvSpPr>
            <a:spLocks noGrp="1"/>
          </p:cNvSpPr>
          <p:nvPr>
            <p:ph type="sldNum" sz="quarter" idx="12"/>
          </p:nvPr>
        </p:nvSpPr>
        <p:spPr/>
        <p:txBody>
          <a:bodyPr/>
          <a:lstStyle/>
          <a:p>
            <a:fld id="{382B47E1-F59F-47B3-8D16-B2A0740F319A}" type="slidenum">
              <a:rPr lang="en-US" smtClean="0"/>
              <a:pPr/>
              <a:t>7</a:t>
            </a:fld>
            <a:endParaRPr lang="en-US" dirty="0"/>
          </a:p>
        </p:txBody>
      </p:sp>
      <p:sp>
        <p:nvSpPr>
          <p:cNvPr id="11" name="TextBox 10">
            <a:extLst>
              <a:ext uri="{FF2B5EF4-FFF2-40B4-BE49-F238E27FC236}">
                <a16:creationId xmlns:a16="http://schemas.microsoft.com/office/drawing/2014/main" id="{7D26E98C-0582-5222-4BAE-10873A52072A}"/>
              </a:ext>
            </a:extLst>
          </p:cNvPr>
          <p:cNvSpPr txBox="1"/>
          <p:nvPr/>
        </p:nvSpPr>
        <p:spPr>
          <a:xfrm>
            <a:off x="1024127" y="2448865"/>
            <a:ext cx="10177273" cy="1384995"/>
          </a:xfrm>
          <a:prstGeom prst="rect">
            <a:avLst/>
          </a:prstGeom>
          <a:noFill/>
        </p:spPr>
        <p:txBody>
          <a:bodyPr wrap="square">
            <a:spAutoFit/>
          </a:bodyPr>
          <a:lstStyle/>
          <a:p>
            <a:r>
              <a:rPr lang="en-US" sz="2800" b="1" dirty="0">
                <a:solidFill>
                  <a:srgbClr val="FF0000"/>
                </a:solidFill>
              </a:rPr>
              <a:t>Scalability</a:t>
            </a:r>
            <a:r>
              <a:rPr lang="en-US" sz="2800" b="1" dirty="0"/>
              <a:t> refers to a potential in the coded bitstream, which allows a decoder to usefully decode from only parts of the bitstream in order to meet certain requirements.</a:t>
            </a:r>
          </a:p>
        </p:txBody>
      </p:sp>
      <p:sp>
        <p:nvSpPr>
          <p:cNvPr id="13" name="Content Placeholder 12">
            <a:extLst>
              <a:ext uri="{FF2B5EF4-FFF2-40B4-BE49-F238E27FC236}">
                <a16:creationId xmlns:a16="http://schemas.microsoft.com/office/drawing/2014/main" id="{6D7F679B-B95D-7E50-F6FD-4456F3CA920D}"/>
              </a:ext>
            </a:extLst>
          </p:cNvPr>
          <p:cNvSpPr>
            <a:spLocks noGrp="1"/>
          </p:cNvSpPr>
          <p:nvPr>
            <p:ph idx="1"/>
          </p:nvPr>
        </p:nvSpPr>
        <p:spPr>
          <a:xfrm>
            <a:off x="1024127" y="4328283"/>
            <a:ext cx="10266724" cy="1384995"/>
          </a:xfrm>
        </p:spPr>
        <p:txBody>
          <a:bodyPr>
            <a:normAutofit/>
          </a:bodyPr>
          <a:lstStyle/>
          <a:p>
            <a:r>
              <a:rPr lang="en-US" sz="2800" b="1" dirty="0"/>
              <a:t>A </a:t>
            </a:r>
            <a:r>
              <a:rPr lang="en-US" sz="2800" b="1" dirty="0">
                <a:solidFill>
                  <a:srgbClr val="FF0000"/>
                </a:solidFill>
              </a:rPr>
              <a:t>scalable bitstream </a:t>
            </a:r>
            <a:r>
              <a:rPr lang="en-US" sz="2800" b="1" dirty="0"/>
              <a:t>consists of a set of embedded parts that offer increasingly better signal-to-noise ratio (SNR) and/or greater spatial resolution.</a:t>
            </a:r>
          </a:p>
        </p:txBody>
      </p:sp>
    </p:spTree>
    <p:extLst>
      <p:ext uri="{BB962C8B-B14F-4D97-AF65-F5344CB8AC3E}">
        <p14:creationId xmlns:p14="http://schemas.microsoft.com/office/powerpoint/2010/main" val="992256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F6159-0831-70A1-D5FD-DA9F2AEAA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E4D13-A9EE-CB05-A710-2437D523DDC5}"/>
              </a:ext>
            </a:extLst>
          </p:cNvPr>
          <p:cNvSpPr>
            <a:spLocks noGrp="1"/>
          </p:cNvSpPr>
          <p:nvPr>
            <p:ph type="title"/>
          </p:nvPr>
        </p:nvSpPr>
        <p:spPr/>
        <p:txBody>
          <a:bodyPr/>
          <a:lstStyle/>
          <a:p>
            <a:r>
              <a:rPr lang="en-US" dirty="0">
                <a:solidFill>
                  <a:srgbClr val="0070C0"/>
                </a:solidFill>
              </a:rPr>
              <a:t>Why Scalable Image Coding?</a:t>
            </a:r>
          </a:p>
        </p:txBody>
      </p:sp>
      <p:sp>
        <p:nvSpPr>
          <p:cNvPr id="4" name="Footer Placeholder 3">
            <a:extLst>
              <a:ext uri="{FF2B5EF4-FFF2-40B4-BE49-F238E27FC236}">
                <a16:creationId xmlns:a16="http://schemas.microsoft.com/office/drawing/2014/main" id="{F394EE09-E5BB-FA83-B3FC-17EF3B457FF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804F947-64C0-5524-3D8B-306BAEF780A5}"/>
              </a:ext>
            </a:extLst>
          </p:cNvPr>
          <p:cNvSpPr>
            <a:spLocks noGrp="1"/>
          </p:cNvSpPr>
          <p:nvPr>
            <p:ph type="sldNum" sz="quarter" idx="12"/>
          </p:nvPr>
        </p:nvSpPr>
        <p:spPr/>
        <p:txBody>
          <a:bodyPr/>
          <a:lstStyle/>
          <a:p>
            <a:fld id="{382B47E1-F59F-47B3-8D16-B2A0740F319A}" type="slidenum">
              <a:rPr lang="en-US" smtClean="0"/>
              <a:pPr/>
              <a:t>8</a:t>
            </a:fld>
            <a:endParaRPr lang="en-US" dirty="0"/>
          </a:p>
        </p:txBody>
      </p:sp>
      <p:sp>
        <p:nvSpPr>
          <p:cNvPr id="6" name="Content Placeholder 5">
            <a:extLst>
              <a:ext uri="{FF2B5EF4-FFF2-40B4-BE49-F238E27FC236}">
                <a16:creationId xmlns:a16="http://schemas.microsoft.com/office/drawing/2014/main" id="{BECD295E-4CA7-2993-487E-347708BE5437}"/>
              </a:ext>
            </a:extLst>
          </p:cNvPr>
          <p:cNvSpPr>
            <a:spLocks noGrp="1"/>
          </p:cNvSpPr>
          <p:nvPr>
            <p:ph idx="1"/>
          </p:nvPr>
        </p:nvSpPr>
        <p:spPr>
          <a:xfrm>
            <a:off x="962638" y="2261283"/>
            <a:ext cx="10266724" cy="4023360"/>
          </a:xfrm>
        </p:spPr>
        <p:txBody>
          <a:bodyPr>
            <a:normAutofit/>
          </a:bodyPr>
          <a:lstStyle/>
          <a:p>
            <a:pPr>
              <a:buFont typeface="Wingdings" panose="05000000000000000000" pitchFamily="2" charset="2"/>
              <a:buChar char="§"/>
            </a:pPr>
            <a:r>
              <a:rPr lang="en-US" sz="2800" b="1" dirty="0">
                <a:solidFill>
                  <a:srgbClr val="C00000"/>
                </a:solidFill>
              </a:rPr>
              <a:t> Efficient storage and retrieval</a:t>
            </a:r>
          </a:p>
          <a:p>
            <a:pPr>
              <a:buFont typeface="Wingdings" panose="05000000000000000000" pitchFamily="2" charset="2"/>
              <a:buChar char="§"/>
            </a:pPr>
            <a:endParaRPr lang="en-US" sz="2800" b="1" dirty="0">
              <a:solidFill>
                <a:srgbClr val="C00000"/>
              </a:solidFill>
            </a:endParaRPr>
          </a:p>
          <a:p>
            <a:pPr>
              <a:buFont typeface="Wingdings" panose="05000000000000000000" pitchFamily="2" charset="2"/>
              <a:buChar char="§"/>
            </a:pPr>
            <a:r>
              <a:rPr lang="en-US" sz="2800" b="1" dirty="0"/>
              <a:t> </a:t>
            </a:r>
            <a:r>
              <a:rPr lang="en-US" sz="2800" b="1" dirty="0">
                <a:solidFill>
                  <a:srgbClr val="C00000"/>
                </a:solidFill>
              </a:rPr>
              <a:t>Efficient transmission over heterogenous networks</a:t>
            </a:r>
          </a:p>
          <a:p>
            <a:pPr marL="128016" lvl="1" indent="0">
              <a:buNone/>
            </a:pPr>
            <a:r>
              <a:rPr lang="en-US" sz="2400" b="1" dirty="0"/>
              <a:t>        - Progressive transmission such as progressive World Wide Web browsing</a:t>
            </a:r>
          </a:p>
          <a:p>
            <a:pPr marL="128016" lvl="1" indent="0">
              <a:buNone/>
            </a:pPr>
            <a:r>
              <a:rPr lang="en-US" sz="2400" b="1" dirty="0"/>
              <a:t>        - Multicasting visual information</a:t>
            </a:r>
          </a:p>
          <a:p>
            <a:pPr lvl="1">
              <a:buFont typeface="Arial" panose="020B0604020202020204" pitchFamily="34" charset="0"/>
              <a:buChar char="•"/>
            </a:pPr>
            <a:endParaRPr lang="en-US" sz="2400" b="1" dirty="0"/>
          </a:p>
          <a:p>
            <a:pPr lvl="1">
              <a:buFont typeface="Wingdings" panose="05000000000000000000" pitchFamily="2" charset="2"/>
              <a:buChar char="§"/>
            </a:pPr>
            <a:r>
              <a:rPr lang="en-US" sz="2400" b="1" dirty="0"/>
              <a:t> </a:t>
            </a:r>
            <a:r>
              <a:rPr lang="en-US" sz="2800" b="1" dirty="0"/>
              <a:t>An important feature of the new generation of visual coding standards such as </a:t>
            </a:r>
            <a:r>
              <a:rPr lang="en-US" sz="2400" b="1" dirty="0">
                <a:solidFill>
                  <a:srgbClr val="C00000"/>
                </a:solidFill>
              </a:rPr>
              <a:t>MPEG-4</a:t>
            </a:r>
          </a:p>
        </p:txBody>
      </p:sp>
    </p:spTree>
    <p:extLst>
      <p:ext uri="{BB962C8B-B14F-4D97-AF65-F5344CB8AC3E}">
        <p14:creationId xmlns:p14="http://schemas.microsoft.com/office/powerpoint/2010/main" val="1488868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BB93E-EAFA-FE40-E3EC-AD2145F0F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3A9FF-0A0B-23E0-B7DE-5C41BDF89D1E}"/>
              </a:ext>
            </a:extLst>
          </p:cNvPr>
          <p:cNvSpPr>
            <a:spLocks noGrp="1"/>
          </p:cNvSpPr>
          <p:nvPr>
            <p:ph type="title"/>
          </p:nvPr>
        </p:nvSpPr>
        <p:spPr/>
        <p:txBody>
          <a:bodyPr/>
          <a:lstStyle/>
          <a:p>
            <a:r>
              <a:rPr lang="en-US" dirty="0">
                <a:solidFill>
                  <a:srgbClr val="0070C0"/>
                </a:solidFill>
              </a:rPr>
              <a:t>Why Scalable Image Coding?</a:t>
            </a:r>
          </a:p>
        </p:txBody>
      </p:sp>
      <p:sp>
        <p:nvSpPr>
          <p:cNvPr id="4" name="Footer Placeholder 3">
            <a:extLst>
              <a:ext uri="{FF2B5EF4-FFF2-40B4-BE49-F238E27FC236}">
                <a16:creationId xmlns:a16="http://schemas.microsoft.com/office/drawing/2014/main" id="{B5262268-830D-9CF0-0847-90C734EAAF6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2FC2B11-9C98-9443-0D0D-B81A00E36C8A}"/>
              </a:ext>
            </a:extLst>
          </p:cNvPr>
          <p:cNvSpPr>
            <a:spLocks noGrp="1"/>
          </p:cNvSpPr>
          <p:nvPr>
            <p:ph type="sldNum" sz="quarter" idx="12"/>
          </p:nvPr>
        </p:nvSpPr>
        <p:spPr/>
        <p:txBody>
          <a:bodyPr/>
          <a:lstStyle/>
          <a:p>
            <a:fld id="{382B47E1-F59F-47B3-8D16-B2A0740F319A}" type="slidenum">
              <a:rPr lang="en-US" smtClean="0"/>
              <a:pPr/>
              <a:t>9</a:t>
            </a:fld>
            <a:endParaRPr lang="en-US" dirty="0"/>
          </a:p>
        </p:txBody>
      </p:sp>
      <p:sp>
        <p:nvSpPr>
          <p:cNvPr id="6" name="Content Placeholder 5">
            <a:extLst>
              <a:ext uri="{FF2B5EF4-FFF2-40B4-BE49-F238E27FC236}">
                <a16:creationId xmlns:a16="http://schemas.microsoft.com/office/drawing/2014/main" id="{A5AF209F-D5F0-B0AD-CCFE-B85B6C31CF68}"/>
              </a:ext>
            </a:extLst>
          </p:cNvPr>
          <p:cNvSpPr>
            <a:spLocks noGrp="1"/>
          </p:cNvSpPr>
          <p:nvPr>
            <p:ph idx="1"/>
          </p:nvPr>
        </p:nvSpPr>
        <p:spPr>
          <a:xfrm>
            <a:off x="1024127" y="2834640"/>
            <a:ext cx="10266724" cy="2170497"/>
          </a:xfrm>
        </p:spPr>
        <p:txBody>
          <a:bodyPr>
            <a:normAutofit/>
          </a:bodyPr>
          <a:lstStyle/>
          <a:p>
            <a:pPr marL="0" indent="0">
              <a:buNone/>
            </a:pPr>
            <a:r>
              <a:rPr lang="en-US" sz="2800" b="1" dirty="0"/>
              <a:t>In today's digital age, the speed at which a website loads is crucial. A slow-loading website can lead to higher bounce rates, lower user engagement, and can negatively impact your site’s SEO rankings. One of the main culprits of slow loading times is the use of large, unoptimized images.</a:t>
            </a:r>
            <a:endParaRPr lang="en-US" sz="2800" b="1" dirty="0">
              <a:solidFill>
                <a:srgbClr val="C00000"/>
              </a:solidFill>
            </a:endParaRPr>
          </a:p>
        </p:txBody>
      </p:sp>
    </p:spTree>
    <p:extLst>
      <p:ext uri="{BB962C8B-B14F-4D97-AF65-F5344CB8AC3E}">
        <p14:creationId xmlns:p14="http://schemas.microsoft.com/office/powerpoint/2010/main" val="637712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3646F-4EA6-33CC-7510-59468B4A8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1E7E4-BBEC-F352-3E5B-C2998C2257F7}"/>
              </a:ext>
            </a:extLst>
          </p:cNvPr>
          <p:cNvSpPr>
            <a:spLocks noGrp="1"/>
          </p:cNvSpPr>
          <p:nvPr>
            <p:ph type="title"/>
          </p:nvPr>
        </p:nvSpPr>
        <p:spPr/>
        <p:txBody>
          <a:bodyPr/>
          <a:lstStyle/>
          <a:p>
            <a:r>
              <a:rPr lang="en-US" dirty="0">
                <a:solidFill>
                  <a:srgbClr val="0070C0"/>
                </a:solidFill>
              </a:rPr>
              <a:t>Why Scalable Image Coding?</a:t>
            </a:r>
          </a:p>
        </p:txBody>
      </p:sp>
      <p:sp>
        <p:nvSpPr>
          <p:cNvPr id="4" name="Footer Placeholder 3">
            <a:extLst>
              <a:ext uri="{FF2B5EF4-FFF2-40B4-BE49-F238E27FC236}">
                <a16:creationId xmlns:a16="http://schemas.microsoft.com/office/drawing/2014/main" id="{4227CD3C-7E9A-E796-12A1-6948EAAFDB0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670B791-9FAD-D171-E3CE-39C75C64976A}"/>
              </a:ext>
            </a:extLst>
          </p:cNvPr>
          <p:cNvSpPr>
            <a:spLocks noGrp="1"/>
          </p:cNvSpPr>
          <p:nvPr>
            <p:ph type="sldNum" sz="quarter" idx="12"/>
          </p:nvPr>
        </p:nvSpPr>
        <p:spPr/>
        <p:txBody>
          <a:bodyPr/>
          <a:lstStyle/>
          <a:p>
            <a:fld id="{382B47E1-F59F-47B3-8D16-B2A0740F319A}" type="slidenum">
              <a:rPr lang="en-US" smtClean="0"/>
              <a:pPr/>
              <a:t>10</a:t>
            </a:fld>
            <a:endParaRPr lang="en-US" dirty="0"/>
          </a:p>
        </p:txBody>
      </p:sp>
      <p:sp>
        <p:nvSpPr>
          <p:cNvPr id="7" name="Content Placeholder 6">
            <a:extLst>
              <a:ext uri="{FF2B5EF4-FFF2-40B4-BE49-F238E27FC236}">
                <a16:creationId xmlns:a16="http://schemas.microsoft.com/office/drawing/2014/main" id="{3D8594D6-B5BB-6BBB-953A-98DDCDE36C36}"/>
              </a:ext>
            </a:extLst>
          </p:cNvPr>
          <p:cNvSpPr>
            <a:spLocks noGrp="1"/>
          </p:cNvSpPr>
          <p:nvPr>
            <p:ph idx="1"/>
          </p:nvPr>
        </p:nvSpPr>
        <p:spPr>
          <a:xfrm>
            <a:off x="1024127" y="1866579"/>
            <a:ext cx="10266724" cy="4812769"/>
          </a:xfrm>
        </p:spPr>
        <p:txBody>
          <a:bodyPr>
            <a:normAutofit lnSpcReduction="10000"/>
          </a:bodyPr>
          <a:lstStyle/>
          <a:p>
            <a:r>
              <a:rPr lang="en-US" b="1" dirty="0"/>
              <a:t>🌐 Network &amp; Storage Efficiency</a:t>
            </a:r>
          </a:p>
          <a:p>
            <a:pPr marL="0" indent="0">
              <a:buNone/>
            </a:pPr>
            <a:r>
              <a:rPr lang="en-US" b="1" dirty="0"/>
              <a:t>	Progressive transmission</a:t>
            </a:r>
            <a:r>
              <a:rPr lang="en-US" dirty="0"/>
              <a:t> - Quality improves as more data arrives</a:t>
            </a:r>
          </a:p>
          <a:p>
            <a:pPr marL="0" indent="0">
              <a:buNone/>
            </a:pPr>
            <a:r>
              <a:rPr lang="en-US" b="1" dirty="0"/>
              <a:t>	Heterogeneous network support</a:t>
            </a:r>
            <a:r>
              <a:rPr lang="en-US" dirty="0"/>
              <a:t> - Adapt to varying bandwidths</a:t>
            </a:r>
          </a:p>
          <a:p>
            <a:pPr marL="0" indent="0">
              <a:buNone/>
            </a:pPr>
            <a:r>
              <a:rPr lang="en-US" b="1" dirty="0"/>
              <a:t>	Efficient multicasting</a:t>
            </a:r>
            <a:r>
              <a:rPr lang="en-US" dirty="0"/>
              <a:t> - Encode once, decode at multiple rates</a:t>
            </a:r>
          </a:p>
          <a:p>
            <a:pPr marL="0" indent="0">
              <a:spcAft>
                <a:spcPts val="1200"/>
              </a:spcAft>
              <a:buNone/>
            </a:pPr>
            <a:r>
              <a:rPr lang="en-US" b="1" dirty="0"/>
              <a:t>	Reduced storage redundancy</a:t>
            </a:r>
            <a:r>
              <a:rPr lang="en-US" dirty="0"/>
              <a:t> - Single bitstream for all resolutions</a:t>
            </a:r>
          </a:p>
          <a:p>
            <a:r>
              <a:rPr lang="en-US" b="1" dirty="0"/>
              <a:t>🏥 Critical Applications</a:t>
            </a:r>
          </a:p>
          <a:p>
            <a:pPr marL="0" indent="0">
              <a:buNone/>
            </a:pPr>
            <a:r>
              <a:rPr lang="en-US" b="1" dirty="0"/>
              <a:t>	Medical imaging</a:t>
            </a:r>
            <a:r>
              <a:rPr lang="en-US" dirty="0"/>
              <a:t> - MRI/CT scans with diagnostic-quality zoom</a:t>
            </a:r>
          </a:p>
          <a:p>
            <a:pPr marL="0" indent="0">
              <a:buNone/>
            </a:pPr>
            <a:r>
              <a:rPr lang="en-US" b="1" dirty="0"/>
              <a:t>	Progressive web browsing</a:t>
            </a:r>
            <a:r>
              <a:rPr lang="en-US" dirty="0"/>
              <a:t> - Fast initial display, detail on demand</a:t>
            </a:r>
          </a:p>
          <a:p>
            <a:pPr marL="0" indent="0">
              <a:buNone/>
            </a:pPr>
            <a:r>
              <a:rPr lang="en-US" b="1" dirty="0"/>
              <a:t>	Visual transmission</a:t>
            </a:r>
            <a:r>
              <a:rPr lang="en-US" dirty="0"/>
              <a:t> - Adapt to client capabilities automatically</a:t>
            </a:r>
          </a:p>
          <a:p>
            <a:pPr marL="0" indent="0">
              <a:buNone/>
            </a:pPr>
            <a:r>
              <a:rPr lang="en-US" b="1" dirty="0"/>
              <a:t>	Image databases</a:t>
            </a:r>
            <a:r>
              <a:rPr lang="en-US" dirty="0"/>
              <a:t> - Efficient storage and retrieval systems</a:t>
            </a:r>
          </a:p>
          <a:p>
            <a:pPr marL="0" indent="0">
              <a:buNone/>
            </a:pPr>
            <a:endParaRPr lang="en-US" dirty="0"/>
          </a:p>
          <a:p>
            <a:endParaRPr lang="en-US" dirty="0"/>
          </a:p>
        </p:txBody>
      </p:sp>
    </p:spTree>
    <p:extLst>
      <p:ext uri="{BB962C8B-B14F-4D97-AF65-F5344CB8AC3E}">
        <p14:creationId xmlns:p14="http://schemas.microsoft.com/office/powerpoint/2010/main" val="3791207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F0903-6335-D0DD-2BFF-8FB5755DB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7A6A1-F9F0-5EF2-8829-6604AD5FE470}"/>
              </a:ext>
            </a:extLst>
          </p:cNvPr>
          <p:cNvSpPr>
            <a:spLocks noGrp="1"/>
          </p:cNvSpPr>
          <p:nvPr>
            <p:ph type="title"/>
          </p:nvPr>
        </p:nvSpPr>
        <p:spPr/>
        <p:txBody>
          <a:bodyPr/>
          <a:lstStyle/>
          <a:p>
            <a:r>
              <a:rPr lang="en-US" dirty="0">
                <a:solidFill>
                  <a:srgbClr val="0070C0"/>
                </a:solidFill>
              </a:rPr>
              <a:t>Why Scalable Image Coding?</a:t>
            </a:r>
          </a:p>
        </p:txBody>
      </p:sp>
      <p:sp>
        <p:nvSpPr>
          <p:cNvPr id="4" name="Footer Placeholder 3">
            <a:extLst>
              <a:ext uri="{FF2B5EF4-FFF2-40B4-BE49-F238E27FC236}">
                <a16:creationId xmlns:a16="http://schemas.microsoft.com/office/drawing/2014/main" id="{020A5F04-7419-7014-91AB-ABEBBA8001A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9D2FF41-9F28-A7EA-8855-7A39D5C10819}"/>
              </a:ext>
            </a:extLst>
          </p:cNvPr>
          <p:cNvSpPr>
            <a:spLocks noGrp="1"/>
          </p:cNvSpPr>
          <p:nvPr>
            <p:ph type="sldNum" sz="quarter" idx="12"/>
          </p:nvPr>
        </p:nvSpPr>
        <p:spPr/>
        <p:txBody>
          <a:bodyPr/>
          <a:lstStyle/>
          <a:p>
            <a:fld id="{382B47E1-F59F-47B3-8D16-B2A0740F319A}" type="slidenum">
              <a:rPr lang="en-US" smtClean="0"/>
              <a:pPr/>
              <a:t>11</a:t>
            </a:fld>
            <a:endParaRPr lang="en-US" dirty="0"/>
          </a:p>
        </p:txBody>
      </p:sp>
      <p:sp>
        <p:nvSpPr>
          <p:cNvPr id="7" name="Content Placeholder 6">
            <a:extLst>
              <a:ext uri="{FF2B5EF4-FFF2-40B4-BE49-F238E27FC236}">
                <a16:creationId xmlns:a16="http://schemas.microsoft.com/office/drawing/2014/main" id="{68744FD5-79EC-9349-1D48-7E767A943BAA}"/>
              </a:ext>
            </a:extLst>
          </p:cNvPr>
          <p:cNvSpPr>
            <a:spLocks noGrp="1"/>
          </p:cNvSpPr>
          <p:nvPr>
            <p:ph idx="1"/>
          </p:nvPr>
        </p:nvSpPr>
        <p:spPr>
          <a:xfrm>
            <a:off x="1024126" y="2378162"/>
            <a:ext cx="10266724" cy="2395007"/>
          </a:xfrm>
        </p:spPr>
        <p:txBody>
          <a:bodyPr>
            <a:normAutofit/>
          </a:bodyPr>
          <a:lstStyle/>
          <a:p>
            <a:r>
              <a:rPr lang="en-US" b="1" dirty="0"/>
              <a:t>📈 Technical Advantages</a:t>
            </a:r>
          </a:p>
          <a:p>
            <a:pPr marL="0" indent="0">
              <a:buNone/>
            </a:pPr>
            <a:r>
              <a:rPr lang="en-US" b="1" dirty="0"/>
              <a:t>	Embedded bitstreams</a:t>
            </a:r>
            <a:r>
              <a:rPr lang="en-US" dirty="0"/>
              <a:t> - Can stop decoding at any point</a:t>
            </a:r>
          </a:p>
          <a:p>
            <a:pPr marL="0" indent="0">
              <a:buNone/>
            </a:pPr>
            <a:r>
              <a:rPr lang="en-US" b="1" dirty="0"/>
              <a:t>	Rate-distortion optimization</a:t>
            </a:r>
            <a:r>
              <a:rPr lang="en-US" dirty="0"/>
              <a:t> - Best quality for given bit budget</a:t>
            </a:r>
          </a:p>
          <a:p>
            <a:pPr marL="0" indent="0">
              <a:buNone/>
            </a:pPr>
            <a:r>
              <a:rPr lang="en-US" b="1" dirty="0"/>
              <a:t>	Object-based support</a:t>
            </a:r>
            <a:r>
              <a:rPr lang="en-US" dirty="0"/>
              <a:t> - Focus encoding on regions of interest</a:t>
            </a:r>
          </a:p>
          <a:p>
            <a:pPr marL="0" indent="0">
              <a:buNone/>
            </a:pPr>
            <a:endParaRPr lang="en-US" dirty="0"/>
          </a:p>
          <a:p>
            <a:endParaRPr lang="en-US" dirty="0"/>
          </a:p>
        </p:txBody>
      </p:sp>
      <p:pic>
        <p:nvPicPr>
          <p:cNvPr id="3" name="Content Placeholder 28">
            <a:extLst>
              <a:ext uri="{FF2B5EF4-FFF2-40B4-BE49-F238E27FC236}">
                <a16:creationId xmlns:a16="http://schemas.microsoft.com/office/drawing/2014/main" id="{55C59B93-11AD-2CCF-267E-D61DA6EAA08F}"/>
              </a:ext>
            </a:extLst>
          </p:cNvPr>
          <p:cNvPicPr>
            <a:picLocks noChangeAspect="1"/>
          </p:cNvPicPr>
          <p:nvPr/>
        </p:nvPicPr>
        <p:blipFill>
          <a:blip r:embed="rId2"/>
          <a:stretch>
            <a:fillRect/>
          </a:stretch>
        </p:blipFill>
        <p:spPr>
          <a:xfrm>
            <a:off x="1360981" y="4619939"/>
            <a:ext cx="9593014" cy="1495634"/>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69543BF-9717-DFBE-F214-EA0B3CBCB29E}"/>
                  </a:ext>
                </a:extLst>
              </p14:cNvPr>
              <p14:cNvContentPartPr/>
              <p14:nvPr/>
            </p14:nvContentPartPr>
            <p14:xfrm>
              <a:off x="5760057" y="4595002"/>
              <a:ext cx="1014840" cy="193680"/>
            </p14:xfrm>
          </p:contentPart>
        </mc:Choice>
        <mc:Fallback xmlns="">
          <p:pic>
            <p:nvPicPr>
              <p:cNvPr id="6" name="Ink 5">
                <a:extLst>
                  <a:ext uri="{FF2B5EF4-FFF2-40B4-BE49-F238E27FC236}">
                    <a16:creationId xmlns:a16="http://schemas.microsoft.com/office/drawing/2014/main" id="{669543BF-9717-DFBE-F214-EA0B3CBCB29E}"/>
                  </a:ext>
                </a:extLst>
              </p:cNvPr>
              <p:cNvPicPr/>
              <p:nvPr/>
            </p:nvPicPr>
            <p:blipFill>
              <a:blip r:embed="rId4"/>
              <a:stretch>
                <a:fillRect/>
              </a:stretch>
            </p:blipFill>
            <p:spPr>
              <a:xfrm>
                <a:off x="5697057" y="4532362"/>
                <a:ext cx="1140480" cy="319320"/>
              </a:xfrm>
              <a:prstGeom prst="rect">
                <a:avLst/>
              </a:prstGeom>
            </p:spPr>
          </p:pic>
        </mc:Fallback>
      </mc:AlternateContent>
    </p:spTree>
    <p:extLst>
      <p:ext uri="{BB962C8B-B14F-4D97-AF65-F5344CB8AC3E}">
        <p14:creationId xmlns:p14="http://schemas.microsoft.com/office/powerpoint/2010/main" val="1620472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7F883-1062-08E0-E27E-7DCD9E22A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E04AB-C28D-E39C-B561-91B5FD1A84CD}"/>
              </a:ext>
            </a:extLst>
          </p:cNvPr>
          <p:cNvSpPr>
            <a:spLocks noGrp="1"/>
          </p:cNvSpPr>
          <p:nvPr>
            <p:ph type="title"/>
          </p:nvPr>
        </p:nvSpPr>
        <p:spPr/>
        <p:txBody>
          <a:bodyPr/>
          <a:lstStyle/>
          <a:p>
            <a:r>
              <a:rPr lang="en-US" dirty="0">
                <a:solidFill>
                  <a:srgbClr val="0070C0"/>
                </a:solidFill>
              </a:rPr>
              <a:t>Scalability types</a:t>
            </a:r>
          </a:p>
        </p:txBody>
      </p:sp>
      <p:sp>
        <p:nvSpPr>
          <p:cNvPr id="4" name="Footer Placeholder 3">
            <a:extLst>
              <a:ext uri="{FF2B5EF4-FFF2-40B4-BE49-F238E27FC236}">
                <a16:creationId xmlns:a16="http://schemas.microsoft.com/office/drawing/2014/main" id="{0C17A159-ABFE-57FC-1069-EABE7736C3E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8862908-8AF5-12F6-09BE-255C86515A89}"/>
              </a:ext>
            </a:extLst>
          </p:cNvPr>
          <p:cNvSpPr>
            <a:spLocks noGrp="1"/>
          </p:cNvSpPr>
          <p:nvPr>
            <p:ph type="sldNum" sz="quarter" idx="12"/>
          </p:nvPr>
        </p:nvSpPr>
        <p:spPr/>
        <p:txBody>
          <a:bodyPr/>
          <a:lstStyle/>
          <a:p>
            <a:fld id="{382B47E1-F59F-47B3-8D16-B2A0740F319A}" type="slidenum">
              <a:rPr lang="en-US" smtClean="0"/>
              <a:pPr/>
              <a:t>12</a:t>
            </a:fld>
            <a:endParaRPr lang="en-US" dirty="0"/>
          </a:p>
        </p:txBody>
      </p:sp>
      <p:sp>
        <p:nvSpPr>
          <p:cNvPr id="6" name="Content Placeholder 5">
            <a:extLst>
              <a:ext uri="{FF2B5EF4-FFF2-40B4-BE49-F238E27FC236}">
                <a16:creationId xmlns:a16="http://schemas.microsoft.com/office/drawing/2014/main" id="{21C5AA0C-C183-3785-925E-4D16B76887DD}"/>
              </a:ext>
            </a:extLst>
          </p:cNvPr>
          <p:cNvSpPr>
            <a:spLocks noGrp="1"/>
          </p:cNvSpPr>
          <p:nvPr>
            <p:ph idx="1"/>
          </p:nvPr>
        </p:nvSpPr>
        <p:spPr>
          <a:xfrm>
            <a:off x="1024127" y="2712055"/>
            <a:ext cx="10538221" cy="4023360"/>
          </a:xfrm>
        </p:spPr>
        <p:txBody>
          <a:bodyPr>
            <a:normAutofit/>
          </a:bodyPr>
          <a:lstStyle/>
          <a:p>
            <a:pPr marL="0" indent="0">
              <a:buNone/>
            </a:pPr>
            <a:r>
              <a:rPr lang="en-US" sz="3200" b="1" dirty="0"/>
              <a:t> • Signal-to-Noise Ratio (SNR) scalability (Quality Scalability)</a:t>
            </a:r>
          </a:p>
          <a:p>
            <a:r>
              <a:rPr lang="en-US" sz="3200" b="1" dirty="0"/>
              <a:t>• Spatial scalability (Resolution Scalability)</a:t>
            </a:r>
          </a:p>
          <a:p>
            <a:r>
              <a:rPr lang="en-US" sz="3200" b="1" dirty="0"/>
              <a:t>• Frame-rate scalability (for video case)</a:t>
            </a:r>
          </a:p>
          <a:p>
            <a:r>
              <a:rPr lang="en-US" sz="3200" b="1" dirty="0"/>
              <a:t>• Combined Scalability</a:t>
            </a:r>
          </a:p>
        </p:txBody>
      </p:sp>
    </p:spTree>
    <p:extLst>
      <p:ext uri="{BB962C8B-B14F-4D97-AF65-F5344CB8AC3E}">
        <p14:creationId xmlns:p14="http://schemas.microsoft.com/office/powerpoint/2010/main" val="3489639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E608D-1005-C7EF-7405-E64FA14E2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80029-4A59-A8B0-E8DA-3128A0496DCF}"/>
              </a:ext>
            </a:extLst>
          </p:cNvPr>
          <p:cNvSpPr>
            <a:spLocks noGrp="1"/>
          </p:cNvSpPr>
          <p:nvPr>
            <p:ph type="title"/>
          </p:nvPr>
        </p:nvSpPr>
        <p:spPr/>
        <p:txBody>
          <a:bodyPr/>
          <a:lstStyle/>
          <a:p>
            <a:r>
              <a:rPr lang="en-US" dirty="0">
                <a:solidFill>
                  <a:srgbClr val="0070C0"/>
                </a:solidFill>
              </a:rPr>
              <a:t>BASELINE (SEQUENTIAL) JPEG</a:t>
            </a:r>
          </a:p>
        </p:txBody>
      </p:sp>
      <p:sp>
        <p:nvSpPr>
          <p:cNvPr id="4" name="Footer Placeholder 3">
            <a:extLst>
              <a:ext uri="{FF2B5EF4-FFF2-40B4-BE49-F238E27FC236}">
                <a16:creationId xmlns:a16="http://schemas.microsoft.com/office/drawing/2014/main" id="{BDEF499C-BC87-048A-2838-68E2FD8A44B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56690D4-305E-D4E4-2044-53D2CD6A26DF}"/>
              </a:ext>
            </a:extLst>
          </p:cNvPr>
          <p:cNvSpPr>
            <a:spLocks noGrp="1"/>
          </p:cNvSpPr>
          <p:nvPr>
            <p:ph type="sldNum" sz="quarter" idx="12"/>
          </p:nvPr>
        </p:nvSpPr>
        <p:spPr/>
        <p:txBody>
          <a:bodyPr/>
          <a:lstStyle/>
          <a:p>
            <a:fld id="{382B47E1-F59F-47B3-8D16-B2A0740F319A}" type="slidenum">
              <a:rPr lang="en-US" smtClean="0"/>
              <a:pPr/>
              <a:t>13</a:t>
            </a:fld>
            <a:endParaRPr lang="en-US" dirty="0"/>
          </a:p>
        </p:txBody>
      </p:sp>
      <p:pic>
        <p:nvPicPr>
          <p:cNvPr id="7" name="Content Placeholder 6">
            <a:extLst>
              <a:ext uri="{FF2B5EF4-FFF2-40B4-BE49-F238E27FC236}">
                <a16:creationId xmlns:a16="http://schemas.microsoft.com/office/drawing/2014/main" id="{304D2F55-98E8-8516-E174-6AC8382E4642}"/>
              </a:ext>
            </a:extLst>
          </p:cNvPr>
          <p:cNvPicPr>
            <a:picLocks noGrp="1" noChangeAspect="1"/>
          </p:cNvPicPr>
          <p:nvPr>
            <p:ph idx="1"/>
          </p:nvPr>
        </p:nvPicPr>
        <p:blipFill>
          <a:blip r:embed="rId2"/>
          <a:stretch>
            <a:fillRect/>
          </a:stretch>
        </p:blipFill>
        <p:spPr>
          <a:xfrm>
            <a:off x="586625" y="2442411"/>
            <a:ext cx="11018750" cy="3404936"/>
          </a:xfrm>
          <a:prstGeom prst="rect">
            <a:avLst/>
          </a:prstGeom>
        </p:spPr>
      </p:pic>
      <p:sp>
        <p:nvSpPr>
          <p:cNvPr id="8" name="TextBox 7">
            <a:extLst>
              <a:ext uri="{FF2B5EF4-FFF2-40B4-BE49-F238E27FC236}">
                <a16:creationId xmlns:a16="http://schemas.microsoft.com/office/drawing/2014/main" id="{80ECCF0D-0F9C-A73B-4463-28A994131A44}"/>
              </a:ext>
            </a:extLst>
          </p:cNvPr>
          <p:cNvSpPr txBox="1"/>
          <p:nvPr/>
        </p:nvSpPr>
        <p:spPr>
          <a:xfrm>
            <a:off x="4852061" y="1823222"/>
            <a:ext cx="2610853"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b="1" dirty="0"/>
              <a:t>NOT SCALABLE</a:t>
            </a:r>
          </a:p>
        </p:txBody>
      </p:sp>
    </p:spTree>
    <p:extLst>
      <p:ext uri="{BB962C8B-B14F-4D97-AF65-F5344CB8AC3E}">
        <p14:creationId xmlns:p14="http://schemas.microsoft.com/office/powerpoint/2010/main" val="3987390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09025-5D3D-2696-50FE-AF5D84DC3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BE87C-2E2B-78DF-D21D-2DA608050F85}"/>
              </a:ext>
            </a:extLst>
          </p:cNvPr>
          <p:cNvSpPr>
            <a:spLocks noGrp="1"/>
          </p:cNvSpPr>
          <p:nvPr>
            <p:ph type="title"/>
          </p:nvPr>
        </p:nvSpPr>
        <p:spPr/>
        <p:txBody>
          <a:bodyPr/>
          <a:lstStyle/>
          <a:p>
            <a:r>
              <a:rPr lang="en-US" dirty="0">
                <a:solidFill>
                  <a:srgbClr val="0070C0"/>
                </a:solidFill>
              </a:rPr>
              <a:t>Scalability types</a:t>
            </a:r>
          </a:p>
        </p:txBody>
      </p:sp>
      <p:sp>
        <p:nvSpPr>
          <p:cNvPr id="4" name="Footer Placeholder 3">
            <a:extLst>
              <a:ext uri="{FF2B5EF4-FFF2-40B4-BE49-F238E27FC236}">
                <a16:creationId xmlns:a16="http://schemas.microsoft.com/office/drawing/2014/main" id="{D7233B85-E8CE-2406-50E2-EEA7A9C1DA3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12FF997-1BF4-50C4-5EBB-EAC237C76A3C}"/>
              </a:ext>
            </a:extLst>
          </p:cNvPr>
          <p:cNvSpPr>
            <a:spLocks noGrp="1"/>
          </p:cNvSpPr>
          <p:nvPr>
            <p:ph type="sldNum" sz="quarter" idx="12"/>
          </p:nvPr>
        </p:nvSpPr>
        <p:spPr/>
        <p:txBody>
          <a:bodyPr/>
          <a:lstStyle/>
          <a:p>
            <a:fld id="{382B47E1-F59F-47B3-8D16-B2A0740F319A}" type="slidenum">
              <a:rPr lang="en-US" smtClean="0"/>
              <a:pPr/>
              <a:t>14</a:t>
            </a:fld>
            <a:endParaRPr lang="en-US" dirty="0"/>
          </a:p>
        </p:txBody>
      </p:sp>
      <p:sp>
        <p:nvSpPr>
          <p:cNvPr id="6" name="Content Placeholder 5">
            <a:extLst>
              <a:ext uri="{FF2B5EF4-FFF2-40B4-BE49-F238E27FC236}">
                <a16:creationId xmlns:a16="http://schemas.microsoft.com/office/drawing/2014/main" id="{1434F25A-DEE2-32E8-7946-05492176E655}"/>
              </a:ext>
            </a:extLst>
          </p:cNvPr>
          <p:cNvSpPr>
            <a:spLocks noGrp="1"/>
          </p:cNvSpPr>
          <p:nvPr>
            <p:ph idx="1"/>
          </p:nvPr>
        </p:nvSpPr>
        <p:spPr>
          <a:xfrm>
            <a:off x="1024127" y="2712055"/>
            <a:ext cx="10538221" cy="4023360"/>
          </a:xfrm>
        </p:spPr>
        <p:txBody>
          <a:bodyPr>
            <a:normAutofit/>
          </a:bodyPr>
          <a:lstStyle/>
          <a:p>
            <a:pPr marL="0" indent="0">
              <a:buNone/>
            </a:pPr>
            <a:r>
              <a:rPr lang="en-US" sz="3200" b="1" dirty="0"/>
              <a:t> • Signal-to-Noise Ratio (SNR) scalability (Quality Scalability)</a:t>
            </a:r>
          </a:p>
          <a:p>
            <a:r>
              <a:rPr lang="en-US" sz="3200" b="1" dirty="0"/>
              <a:t>• Spatial scalability (Resolution Scalability)</a:t>
            </a:r>
          </a:p>
          <a:p>
            <a:r>
              <a:rPr lang="en-US" sz="3200" b="1" dirty="0"/>
              <a:t>• Frame-rate scalability (for video case)</a:t>
            </a:r>
          </a:p>
          <a:p>
            <a:r>
              <a:rPr lang="en-US" sz="3200" b="1" dirty="0"/>
              <a:t>• Combined Scalability</a:t>
            </a:r>
          </a:p>
        </p:txBody>
      </p:sp>
      <p:cxnSp>
        <p:nvCxnSpPr>
          <p:cNvPr id="8" name="Straight Arrow Connector 7">
            <a:extLst>
              <a:ext uri="{FF2B5EF4-FFF2-40B4-BE49-F238E27FC236}">
                <a16:creationId xmlns:a16="http://schemas.microsoft.com/office/drawing/2014/main" id="{905EFBE8-CAEE-C3F8-3CDA-166478686713}"/>
              </a:ext>
            </a:extLst>
          </p:cNvPr>
          <p:cNvCxnSpPr/>
          <p:nvPr/>
        </p:nvCxnSpPr>
        <p:spPr>
          <a:xfrm flipV="1">
            <a:off x="9685422" y="1840832"/>
            <a:ext cx="0" cy="871223"/>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Rectangle 8">
            <a:extLst>
              <a:ext uri="{FF2B5EF4-FFF2-40B4-BE49-F238E27FC236}">
                <a16:creationId xmlns:a16="http://schemas.microsoft.com/office/drawing/2014/main" id="{9904A1F5-1EE9-70ED-4933-FBE780D36130}"/>
              </a:ext>
            </a:extLst>
          </p:cNvPr>
          <p:cNvSpPr/>
          <p:nvPr/>
        </p:nvSpPr>
        <p:spPr>
          <a:xfrm>
            <a:off x="1335503" y="2700023"/>
            <a:ext cx="10166685" cy="54850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30F78D6-A391-FA0B-0B3C-B828D16CE3CD}"/>
              </a:ext>
            </a:extLst>
          </p:cNvPr>
          <p:cNvSpPr txBox="1"/>
          <p:nvPr/>
        </p:nvSpPr>
        <p:spPr>
          <a:xfrm>
            <a:off x="8444885" y="1379167"/>
            <a:ext cx="248107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Progressive JPEG</a:t>
            </a:r>
          </a:p>
        </p:txBody>
      </p:sp>
    </p:spTree>
    <p:extLst>
      <p:ext uri="{BB962C8B-B14F-4D97-AF65-F5344CB8AC3E}">
        <p14:creationId xmlns:p14="http://schemas.microsoft.com/office/powerpoint/2010/main" val="3807781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014F0-724C-CF43-3AFA-753223F0D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BCB0B-CD98-60C8-B2F6-F68990965011}"/>
              </a:ext>
            </a:extLst>
          </p:cNvPr>
          <p:cNvSpPr>
            <a:spLocks noGrp="1"/>
          </p:cNvSpPr>
          <p:nvPr>
            <p:ph type="title"/>
          </p:nvPr>
        </p:nvSpPr>
        <p:spPr/>
        <p:txBody>
          <a:bodyPr/>
          <a:lstStyle/>
          <a:p>
            <a:r>
              <a:rPr lang="en-US" dirty="0">
                <a:solidFill>
                  <a:srgbClr val="0070C0"/>
                </a:solidFill>
              </a:rPr>
              <a:t>Snr (quality) Scalability</a:t>
            </a:r>
          </a:p>
        </p:txBody>
      </p:sp>
      <p:sp>
        <p:nvSpPr>
          <p:cNvPr id="4" name="Footer Placeholder 3">
            <a:extLst>
              <a:ext uri="{FF2B5EF4-FFF2-40B4-BE49-F238E27FC236}">
                <a16:creationId xmlns:a16="http://schemas.microsoft.com/office/drawing/2014/main" id="{F2B23F2C-80E0-A3BF-D7FC-D0201CE6F0A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C341B07-1873-3432-C018-0E26933C33FF}"/>
              </a:ext>
            </a:extLst>
          </p:cNvPr>
          <p:cNvSpPr>
            <a:spLocks noGrp="1"/>
          </p:cNvSpPr>
          <p:nvPr>
            <p:ph type="sldNum" sz="quarter" idx="12"/>
          </p:nvPr>
        </p:nvSpPr>
        <p:spPr/>
        <p:txBody>
          <a:bodyPr/>
          <a:lstStyle/>
          <a:p>
            <a:fld id="{382B47E1-F59F-47B3-8D16-B2A0740F319A}" type="slidenum">
              <a:rPr lang="en-US" smtClean="0"/>
              <a:pPr/>
              <a:t>15</a:t>
            </a:fld>
            <a:endParaRPr lang="en-US" dirty="0"/>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A5F3BA0C-EAFD-4642-0DAC-39C8FAEC7BCD}"/>
                  </a:ext>
                </a:extLst>
              </p14:cNvPr>
              <p14:cNvContentPartPr/>
              <p14:nvPr/>
            </p14:nvContentPartPr>
            <p14:xfrm>
              <a:off x="5847177" y="4812442"/>
              <a:ext cx="364320" cy="360"/>
            </p14:xfrm>
          </p:contentPart>
        </mc:Choice>
        <mc:Fallback xmlns="">
          <p:pic>
            <p:nvPicPr>
              <p:cNvPr id="21" name="Ink 20">
                <a:extLst>
                  <a:ext uri="{FF2B5EF4-FFF2-40B4-BE49-F238E27FC236}">
                    <a16:creationId xmlns:a16="http://schemas.microsoft.com/office/drawing/2014/main" id="{A5F3BA0C-EAFD-4642-0DAC-39C8FAEC7BCD}"/>
                  </a:ext>
                </a:extLst>
              </p:cNvPr>
              <p:cNvPicPr/>
              <p:nvPr/>
            </p:nvPicPr>
            <p:blipFill>
              <a:blip r:embed="rId4"/>
              <a:stretch>
                <a:fillRect/>
              </a:stretch>
            </p:blipFill>
            <p:spPr>
              <a:xfrm>
                <a:off x="5784177" y="4749802"/>
                <a:ext cx="489960" cy="126000"/>
              </a:xfrm>
              <a:prstGeom prst="rect">
                <a:avLst/>
              </a:prstGeom>
            </p:spPr>
          </p:pic>
        </mc:Fallback>
      </mc:AlternateContent>
      <p:pic>
        <p:nvPicPr>
          <p:cNvPr id="29" name="Content Placeholder 28">
            <a:extLst>
              <a:ext uri="{FF2B5EF4-FFF2-40B4-BE49-F238E27FC236}">
                <a16:creationId xmlns:a16="http://schemas.microsoft.com/office/drawing/2014/main" id="{E60DCAE5-57C8-7510-8AFD-E4D3C85CC414}"/>
              </a:ext>
            </a:extLst>
          </p:cNvPr>
          <p:cNvPicPr>
            <a:picLocks noGrp="1" noChangeAspect="1"/>
          </p:cNvPicPr>
          <p:nvPr>
            <p:ph idx="1"/>
          </p:nvPr>
        </p:nvPicPr>
        <p:blipFill>
          <a:blip r:embed="rId5"/>
          <a:stretch>
            <a:fillRect/>
          </a:stretch>
        </p:blipFill>
        <p:spPr>
          <a:xfrm>
            <a:off x="1299493" y="4872602"/>
            <a:ext cx="9593014" cy="1495634"/>
          </a:xfrm>
          <a:prstGeom prst="rect">
            <a:avLst/>
          </a:prstGeom>
        </p:spPr>
      </p:pic>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B65B186B-22DC-996F-FA6E-90A6CF3573BA}"/>
                  </a:ext>
                </a:extLst>
              </p14:cNvPr>
              <p14:cNvContentPartPr/>
              <p14:nvPr/>
            </p14:nvContentPartPr>
            <p14:xfrm>
              <a:off x="5823057" y="4823962"/>
              <a:ext cx="826560" cy="97920"/>
            </p14:xfrm>
          </p:contentPart>
        </mc:Choice>
        <mc:Fallback xmlns="">
          <p:pic>
            <p:nvPicPr>
              <p:cNvPr id="30" name="Ink 29">
                <a:extLst>
                  <a:ext uri="{FF2B5EF4-FFF2-40B4-BE49-F238E27FC236}">
                    <a16:creationId xmlns:a16="http://schemas.microsoft.com/office/drawing/2014/main" id="{B65B186B-22DC-996F-FA6E-90A6CF3573BA}"/>
                  </a:ext>
                </a:extLst>
              </p:cNvPr>
              <p:cNvPicPr/>
              <p:nvPr/>
            </p:nvPicPr>
            <p:blipFill>
              <a:blip r:embed="rId7"/>
              <a:stretch>
                <a:fillRect/>
              </a:stretch>
            </p:blipFill>
            <p:spPr>
              <a:xfrm>
                <a:off x="5760057" y="4760962"/>
                <a:ext cx="952200" cy="223560"/>
              </a:xfrm>
              <a:prstGeom prst="rect">
                <a:avLst/>
              </a:prstGeom>
            </p:spPr>
          </p:pic>
        </mc:Fallback>
      </mc:AlternateContent>
      <p:pic>
        <p:nvPicPr>
          <p:cNvPr id="31" name="Picture 30">
            <a:extLst>
              <a:ext uri="{FF2B5EF4-FFF2-40B4-BE49-F238E27FC236}">
                <a16:creationId xmlns:a16="http://schemas.microsoft.com/office/drawing/2014/main" id="{1B587AEA-828A-6EBA-2CD6-AE116D4162C1}"/>
              </a:ext>
            </a:extLst>
          </p:cNvPr>
          <p:cNvPicPr>
            <a:picLocks noChangeAspect="1"/>
          </p:cNvPicPr>
          <p:nvPr/>
        </p:nvPicPr>
        <p:blipFill>
          <a:blip r:embed="rId8"/>
          <a:stretch>
            <a:fillRect/>
          </a:stretch>
        </p:blipFill>
        <p:spPr>
          <a:xfrm>
            <a:off x="1158558" y="1682682"/>
            <a:ext cx="9997860" cy="3141792"/>
          </a:xfrm>
          <a:prstGeom prst="rect">
            <a:avLst/>
          </a:prstGeom>
        </p:spPr>
      </p:pic>
    </p:spTree>
    <p:extLst>
      <p:ext uri="{BB962C8B-B14F-4D97-AF65-F5344CB8AC3E}">
        <p14:creationId xmlns:p14="http://schemas.microsoft.com/office/powerpoint/2010/main" val="3868919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98D81-4B6D-7D06-E8C7-ED0E6622B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C025D-6C1A-B597-9F1D-12DA50F6E934}"/>
              </a:ext>
            </a:extLst>
          </p:cNvPr>
          <p:cNvSpPr>
            <a:spLocks noGrp="1"/>
          </p:cNvSpPr>
          <p:nvPr>
            <p:ph type="title"/>
          </p:nvPr>
        </p:nvSpPr>
        <p:spPr/>
        <p:txBody>
          <a:bodyPr/>
          <a:lstStyle/>
          <a:p>
            <a:r>
              <a:rPr lang="en-US" dirty="0">
                <a:solidFill>
                  <a:srgbClr val="0070C0"/>
                </a:solidFill>
              </a:rPr>
              <a:t>Snr (quality) Scalability</a:t>
            </a:r>
          </a:p>
        </p:txBody>
      </p:sp>
      <p:sp>
        <p:nvSpPr>
          <p:cNvPr id="4" name="Footer Placeholder 3">
            <a:extLst>
              <a:ext uri="{FF2B5EF4-FFF2-40B4-BE49-F238E27FC236}">
                <a16:creationId xmlns:a16="http://schemas.microsoft.com/office/drawing/2014/main" id="{3452AFBF-5D15-B899-99D4-555065793EC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165AE4B-4739-7073-6E6D-0B7A7F6BF146}"/>
              </a:ext>
            </a:extLst>
          </p:cNvPr>
          <p:cNvSpPr>
            <a:spLocks noGrp="1"/>
          </p:cNvSpPr>
          <p:nvPr>
            <p:ph type="sldNum" sz="quarter" idx="12"/>
          </p:nvPr>
        </p:nvSpPr>
        <p:spPr/>
        <p:txBody>
          <a:bodyPr/>
          <a:lstStyle/>
          <a:p>
            <a:fld id="{382B47E1-F59F-47B3-8D16-B2A0740F319A}" type="slidenum">
              <a:rPr lang="en-US" smtClean="0"/>
              <a:pPr/>
              <a:t>16</a:t>
            </a:fld>
            <a:endParaRPr lang="en-US" dirty="0"/>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EA8E9651-1477-D524-E69D-49AC348BF5F4}"/>
                  </a:ext>
                </a:extLst>
              </p14:cNvPr>
              <p14:cNvContentPartPr/>
              <p14:nvPr/>
            </p14:nvContentPartPr>
            <p14:xfrm>
              <a:off x="5847177" y="4812442"/>
              <a:ext cx="364320" cy="360"/>
            </p14:xfrm>
          </p:contentPart>
        </mc:Choice>
        <mc:Fallback xmlns="">
          <p:pic>
            <p:nvPicPr>
              <p:cNvPr id="21" name="Ink 20">
                <a:extLst>
                  <a:ext uri="{FF2B5EF4-FFF2-40B4-BE49-F238E27FC236}">
                    <a16:creationId xmlns:a16="http://schemas.microsoft.com/office/drawing/2014/main" id="{EA8E9651-1477-D524-E69D-49AC348BF5F4}"/>
                  </a:ext>
                </a:extLst>
              </p:cNvPr>
              <p:cNvPicPr/>
              <p:nvPr/>
            </p:nvPicPr>
            <p:blipFill>
              <a:blip r:embed="rId4"/>
              <a:stretch>
                <a:fillRect/>
              </a:stretch>
            </p:blipFill>
            <p:spPr>
              <a:xfrm>
                <a:off x="5784177" y="4749442"/>
                <a:ext cx="4899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0" name="Ink 29">
                <a:extLst>
                  <a:ext uri="{FF2B5EF4-FFF2-40B4-BE49-F238E27FC236}">
                    <a16:creationId xmlns:a16="http://schemas.microsoft.com/office/drawing/2014/main" id="{C6D09742-BE03-F9E4-645B-B70F494E600B}"/>
                  </a:ext>
                </a:extLst>
              </p14:cNvPr>
              <p14:cNvContentPartPr/>
              <p14:nvPr/>
            </p14:nvContentPartPr>
            <p14:xfrm>
              <a:off x="5823057" y="4823962"/>
              <a:ext cx="826560" cy="97920"/>
            </p14:xfrm>
          </p:contentPart>
        </mc:Choice>
        <mc:Fallback xmlns="">
          <p:pic>
            <p:nvPicPr>
              <p:cNvPr id="30" name="Ink 29">
                <a:extLst>
                  <a:ext uri="{FF2B5EF4-FFF2-40B4-BE49-F238E27FC236}">
                    <a16:creationId xmlns:a16="http://schemas.microsoft.com/office/drawing/2014/main" id="{C6D09742-BE03-F9E4-645B-B70F494E600B}"/>
                  </a:ext>
                </a:extLst>
              </p:cNvPr>
              <p:cNvPicPr/>
              <p:nvPr/>
            </p:nvPicPr>
            <p:blipFill>
              <a:blip r:embed="rId6"/>
              <a:stretch>
                <a:fillRect/>
              </a:stretch>
            </p:blipFill>
            <p:spPr>
              <a:xfrm>
                <a:off x="5760084" y="4760962"/>
                <a:ext cx="952145" cy="223560"/>
              </a:xfrm>
              <a:prstGeom prst="rect">
                <a:avLst/>
              </a:prstGeom>
            </p:spPr>
          </p:pic>
        </mc:Fallback>
      </mc:AlternateContent>
      <p:pic>
        <p:nvPicPr>
          <p:cNvPr id="7" name="Content Placeholder 6">
            <a:extLst>
              <a:ext uri="{FF2B5EF4-FFF2-40B4-BE49-F238E27FC236}">
                <a16:creationId xmlns:a16="http://schemas.microsoft.com/office/drawing/2014/main" id="{3B41C138-B0BD-C7D1-2115-6470196A1D87}"/>
              </a:ext>
            </a:extLst>
          </p:cNvPr>
          <p:cNvPicPr>
            <a:picLocks noGrp="1" noChangeAspect="1"/>
          </p:cNvPicPr>
          <p:nvPr>
            <p:ph idx="1"/>
          </p:nvPr>
        </p:nvPicPr>
        <p:blipFill>
          <a:blip r:embed="rId7"/>
          <a:stretch>
            <a:fillRect/>
          </a:stretch>
        </p:blipFill>
        <p:spPr>
          <a:xfrm>
            <a:off x="1102975" y="1706449"/>
            <a:ext cx="10266723" cy="4694487"/>
          </a:xfrm>
          <a:prstGeom prst="rect">
            <a:avLst/>
          </a:prstGeom>
        </p:spPr>
      </p:pic>
    </p:spTree>
    <p:extLst>
      <p:ext uri="{BB962C8B-B14F-4D97-AF65-F5344CB8AC3E}">
        <p14:creationId xmlns:p14="http://schemas.microsoft.com/office/powerpoint/2010/main" val="3704756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4EB5C-F014-05DF-377F-2B5A03DFF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C0E79-D266-50A1-8CE9-4FF20FC95845}"/>
              </a:ext>
            </a:extLst>
          </p:cNvPr>
          <p:cNvSpPr>
            <a:spLocks noGrp="1"/>
          </p:cNvSpPr>
          <p:nvPr>
            <p:ph type="title"/>
          </p:nvPr>
        </p:nvSpPr>
        <p:spPr/>
        <p:txBody>
          <a:bodyPr/>
          <a:lstStyle/>
          <a:p>
            <a:r>
              <a:rPr lang="en-US" dirty="0">
                <a:solidFill>
                  <a:srgbClr val="0070C0"/>
                </a:solidFill>
              </a:rPr>
              <a:t>Snr (quality) Scalability</a:t>
            </a:r>
          </a:p>
        </p:txBody>
      </p:sp>
      <p:sp>
        <p:nvSpPr>
          <p:cNvPr id="4" name="Footer Placeholder 3">
            <a:extLst>
              <a:ext uri="{FF2B5EF4-FFF2-40B4-BE49-F238E27FC236}">
                <a16:creationId xmlns:a16="http://schemas.microsoft.com/office/drawing/2014/main" id="{4D8BB8B2-E505-8168-C716-93DD54CC5D1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EE859E0-2DDD-D8E5-9DEB-74BC5964841C}"/>
              </a:ext>
            </a:extLst>
          </p:cNvPr>
          <p:cNvSpPr>
            <a:spLocks noGrp="1"/>
          </p:cNvSpPr>
          <p:nvPr>
            <p:ph type="sldNum" sz="quarter" idx="12"/>
          </p:nvPr>
        </p:nvSpPr>
        <p:spPr/>
        <p:txBody>
          <a:bodyPr/>
          <a:lstStyle/>
          <a:p>
            <a:fld id="{382B47E1-F59F-47B3-8D16-B2A0740F319A}" type="slidenum">
              <a:rPr lang="en-US" smtClean="0"/>
              <a:pPr/>
              <a:t>17</a:t>
            </a:fld>
            <a:endParaRPr lang="en-US" dirty="0"/>
          </a:p>
        </p:txBody>
      </p:sp>
      <p:pic>
        <p:nvPicPr>
          <p:cNvPr id="13" name="Content Placeholder 12">
            <a:extLst>
              <a:ext uri="{FF2B5EF4-FFF2-40B4-BE49-F238E27FC236}">
                <a16:creationId xmlns:a16="http://schemas.microsoft.com/office/drawing/2014/main" id="{6AB90AFF-6970-2400-5BB5-0404C1B2EC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8981" y="1679856"/>
            <a:ext cx="6974037" cy="4641056"/>
          </a:xfrm>
        </p:spPr>
      </p:pic>
    </p:spTree>
    <p:extLst>
      <p:ext uri="{BB962C8B-B14F-4D97-AF65-F5344CB8AC3E}">
        <p14:creationId xmlns:p14="http://schemas.microsoft.com/office/powerpoint/2010/main" val="1146371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2F822-143D-D6C8-1010-322F94D90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FAB1F-697F-FC2C-65D4-87A596D34F22}"/>
              </a:ext>
            </a:extLst>
          </p:cNvPr>
          <p:cNvSpPr>
            <a:spLocks noGrp="1"/>
          </p:cNvSpPr>
          <p:nvPr>
            <p:ph type="title"/>
          </p:nvPr>
        </p:nvSpPr>
        <p:spPr/>
        <p:txBody>
          <a:bodyPr/>
          <a:lstStyle/>
          <a:p>
            <a:r>
              <a:rPr lang="en-US" dirty="0">
                <a:solidFill>
                  <a:srgbClr val="0070C0"/>
                </a:solidFill>
              </a:rPr>
              <a:t>Snr (quality) Scalability</a:t>
            </a:r>
          </a:p>
        </p:txBody>
      </p:sp>
      <p:sp>
        <p:nvSpPr>
          <p:cNvPr id="4" name="Footer Placeholder 3">
            <a:extLst>
              <a:ext uri="{FF2B5EF4-FFF2-40B4-BE49-F238E27FC236}">
                <a16:creationId xmlns:a16="http://schemas.microsoft.com/office/drawing/2014/main" id="{E38A8436-EE84-2D68-081A-5AB3D12C117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D7B80F9-10B5-F7A4-666D-FB9C0067F84A}"/>
              </a:ext>
            </a:extLst>
          </p:cNvPr>
          <p:cNvSpPr>
            <a:spLocks noGrp="1"/>
          </p:cNvSpPr>
          <p:nvPr>
            <p:ph type="sldNum" sz="quarter" idx="12"/>
          </p:nvPr>
        </p:nvSpPr>
        <p:spPr/>
        <p:txBody>
          <a:bodyPr/>
          <a:lstStyle/>
          <a:p>
            <a:fld id="{382B47E1-F59F-47B3-8D16-B2A0740F319A}" type="slidenum">
              <a:rPr lang="en-US" smtClean="0"/>
              <a:pPr/>
              <a:t>18</a:t>
            </a:fld>
            <a:endParaRPr lang="en-US" dirty="0"/>
          </a:p>
        </p:txBody>
      </p:sp>
      <p:pic>
        <p:nvPicPr>
          <p:cNvPr id="7" name="Content Placeholder 6">
            <a:extLst>
              <a:ext uri="{FF2B5EF4-FFF2-40B4-BE49-F238E27FC236}">
                <a16:creationId xmlns:a16="http://schemas.microsoft.com/office/drawing/2014/main" id="{6CF29DA3-5465-97A1-1246-A3F2AC05F178}"/>
              </a:ext>
            </a:extLst>
          </p:cNvPr>
          <p:cNvPicPr>
            <a:picLocks noGrp="1" noChangeAspect="1"/>
          </p:cNvPicPr>
          <p:nvPr>
            <p:ph idx="1"/>
          </p:nvPr>
        </p:nvPicPr>
        <p:blipFill>
          <a:blip r:embed="rId2"/>
          <a:stretch>
            <a:fillRect/>
          </a:stretch>
        </p:blipFill>
        <p:spPr>
          <a:xfrm>
            <a:off x="672932" y="2084832"/>
            <a:ext cx="10846136" cy="3882831"/>
          </a:xfrm>
          <a:prstGeom prst="rect">
            <a:avLst/>
          </a:prstGeom>
        </p:spPr>
      </p:pic>
    </p:spTree>
    <p:extLst>
      <p:ext uri="{BB962C8B-B14F-4D97-AF65-F5344CB8AC3E}">
        <p14:creationId xmlns:p14="http://schemas.microsoft.com/office/powerpoint/2010/main" val="3731165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EC3A7-CC4A-2AAA-BBE3-97240DCED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7B078-EFCD-E46D-B444-17A1B6201372}"/>
              </a:ext>
            </a:extLst>
          </p:cNvPr>
          <p:cNvSpPr>
            <a:spLocks noGrp="1"/>
          </p:cNvSpPr>
          <p:nvPr>
            <p:ph type="title"/>
          </p:nvPr>
        </p:nvSpPr>
        <p:spPr/>
        <p:txBody>
          <a:bodyPr/>
          <a:lstStyle/>
          <a:p>
            <a:r>
              <a:rPr lang="en-US" dirty="0">
                <a:solidFill>
                  <a:srgbClr val="0070C0"/>
                </a:solidFill>
              </a:rPr>
              <a:t>Scalability types</a:t>
            </a:r>
          </a:p>
        </p:txBody>
      </p:sp>
      <p:sp>
        <p:nvSpPr>
          <p:cNvPr id="4" name="Footer Placeholder 3">
            <a:extLst>
              <a:ext uri="{FF2B5EF4-FFF2-40B4-BE49-F238E27FC236}">
                <a16:creationId xmlns:a16="http://schemas.microsoft.com/office/drawing/2014/main" id="{506B8DAA-5829-E917-1D5F-148976DA564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8930232-FE4A-4010-8B2A-75B332A354B3}"/>
              </a:ext>
            </a:extLst>
          </p:cNvPr>
          <p:cNvSpPr>
            <a:spLocks noGrp="1"/>
          </p:cNvSpPr>
          <p:nvPr>
            <p:ph type="sldNum" sz="quarter" idx="12"/>
          </p:nvPr>
        </p:nvSpPr>
        <p:spPr/>
        <p:txBody>
          <a:bodyPr/>
          <a:lstStyle/>
          <a:p>
            <a:fld id="{382B47E1-F59F-47B3-8D16-B2A0740F319A}" type="slidenum">
              <a:rPr lang="en-US" smtClean="0"/>
              <a:pPr/>
              <a:t>19</a:t>
            </a:fld>
            <a:endParaRPr lang="en-US" dirty="0"/>
          </a:p>
        </p:txBody>
      </p:sp>
      <p:sp>
        <p:nvSpPr>
          <p:cNvPr id="6" name="Content Placeholder 5">
            <a:extLst>
              <a:ext uri="{FF2B5EF4-FFF2-40B4-BE49-F238E27FC236}">
                <a16:creationId xmlns:a16="http://schemas.microsoft.com/office/drawing/2014/main" id="{C24BDB04-B5A5-E95D-B2B0-F7998FCA1825}"/>
              </a:ext>
            </a:extLst>
          </p:cNvPr>
          <p:cNvSpPr>
            <a:spLocks noGrp="1"/>
          </p:cNvSpPr>
          <p:nvPr>
            <p:ph idx="1"/>
          </p:nvPr>
        </p:nvSpPr>
        <p:spPr>
          <a:xfrm>
            <a:off x="1024127" y="2712055"/>
            <a:ext cx="10538221" cy="4023360"/>
          </a:xfrm>
        </p:spPr>
        <p:txBody>
          <a:bodyPr>
            <a:normAutofit/>
          </a:bodyPr>
          <a:lstStyle/>
          <a:p>
            <a:pPr marL="0" indent="0">
              <a:buNone/>
            </a:pPr>
            <a:r>
              <a:rPr lang="en-US" sz="3200" b="1" dirty="0"/>
              <a:t> • Signal-to-Noise Ratio (SNR) scalability (Quality Scalability)</a:t>
            </a:r>
          </a:p>
          <a:p>
            <a:r>
              <a:rPr lang="en-US" sz="3200" b="1" dirty="0"/>
              <a:t>• Spatial scalability (Resolution Scalability)</a:t>
            </a:r>
          </a:p>
          <a:p>
            <a:r>
              <a:rPr lang="en-US" sz="3200" b="1" dirty="0"/>
              <a:t>• Frame-rate scalability (for video case)</a:t>
            </a:r>
          </a:p>
          <a:p>
            <a:r>
              <a:rPr lang="en-US" sz="3200" b="1" dirty="0"/>
              <a:t>• Combined Scalability</a:t>
            </a:r>
          </a:p>
        </p:txBody>
      </p:sp>
      <p:cxnSp>
        <p:nvCxnSpPr>
          <p:cNvPr id="8" name="Straight Arrow Connector 7">
            <a:extLst>
              <a:ext uri="{FF2B5EF4-FFF2-40B4-BE49-F238E27FC236}">
                <a16:creationId xmlns:a16="http://schemas.microsoft.com/office/drawing/2014/main" id="{8978016F-7E6E-F36C-A471-F5497EF9D87E}"/>
              </a:ext>
            </a:extLst>
          </p:cNvPr>
          <p:cNvCxnSpPr>
            <a:cxnSpLocks/>
          </p:cNvCxnSpPr>
          <p:nvPr/>
        </p:nvCxnSpPr>
        <p:spPr>
          <a:xfrm flipV="1">
            <a:off x="7719391" y="1987826"/>
            <a:ext cx="669235" cy="1351452"/>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Rectangle 8">
            <a:extLst>
              <a:ext uri="{FF2B5EF4-FFF2-40B4-BE49-F238E27FC236}">
                <a16:creationId xmlns:a16="http://schemas.microsoft.com/office/drawing/2014/main" id="{4D9FC924-0178-2B6F-A3F3-B7ACC3DE6AEE}"/>
              </a:ext>
            </a:extLst>
          </p:cNvPr>
          <p:cNvSpPr/>
          <p:nvPr/>
        </p:nvSpPr>
        <p:spPr>
          <a:xfrm>
            <a:off x="1124165" y="3339278"/>
            <a:ext cx="7377105" cy="54850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423DD8A-89AB-5E56-65ED-9D880AF23323}"/>
              </a:ext>
            </a:extLst>
          </p:cNvPr>
          <p:cNvSpPr txBox="1"/>
          <p:nvPr/>
        </p:nvSpPr>
        <p:spPr>
          <a:xfrm>
            <a:off x="7260733" y="1526161"/>
            <a:ext cx="248107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Hierarchical JPEG</a:t>
            </a:r>
          </a:p>
        </p:txBody>
      </p:sp>
    </p:spTree>
    <p:extLst>
      <p:ext uri="{BB962C8B-B14F-4D97-AF65-F5344CB8AC3E}">
        <p14:creationId xmlns:p14="http://schemas.microsoft.com/office/powerpoint/2010/main" val="4017075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B7F7B-90E7-2979-41B4-72203E0FF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82048-3CE1-E04D-AC3B-2F03BD2683D0}"/>
              </a:ext>
            </a:extLst>
          </p:cNvPr>
          <p:cNvSpPr>
            <a:spLocks noGrp="1"/>
          </p:cNvSpPr>
          <p:nvPr>
            <p:ph type="title"/>
          </p:nvPr>
        </p:nvSpPr>
        <p:spPr/>
        <p:txBody>
          <a:bodyPr/>
          <a:lstStyle/>
          <a:p>
            <a:r>
              <a:rPr lang="en-US" dirty="0">
                <a:solidFill>
                  <a:srgbClr val="0070C0"/>
                </a:solidFill>
              </a:rPr>
              <a:t>Resolution</a:t>
            </a:r>
            <a:r>
              <a:rPr lang="en-US" sz="5400" b="1" dirty="0"/>
              <a:t> </a:t>
            </a:r>
            <a:r>
              <a:rPr lang="en-US" dirty="0">
                <a:solidFill>
                  <a:srgbClr val="0070C0"/>
                </a:solidFill>
              </a:rPr>
              <a:t>Scalability</a:t>
            </a:r>
          </a:p>
        </p:txBody>
      </p:sp>
      <p:sp>
        <p:nvSpPr>
          <p:cNvPr id="4" name="Footer Placeholder 3">
            <a:extLst>
              <a:ext uri="{FF2B5EF4-FFF2-40B4-BE49-F238E27FC236}">
                <a16:creationId xmlns:a16="http://schemas.microsoft.com/office/drawing/2014/main" id="{A8B39049-5A99-9BE3-CE72-4FEFEB03A23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0AEA8A2-DE4C-6D9B-7D78-C8471C04E648}"/>
              </a:ext>
            </a:extLst>
          </p:cNvPr>
          <p:cNvSpPr>
            <a:spLocks noGrp="1"/>
          </p:cNvSpPr>
          <p:nvPr>
            <p:ph type="sldNum" sz="quarter" idx="12"/>
          </p:nvPr>
        </p:nvSpPr>
        <p:spPr/>
        <p:txBody>
          <a:bodyPr/>
          <a:lstStyle/>
          <a:p>
            <a:fld id="{382B47E1-F59F-47B3-8D16-B2A0740F319A}" type="slidenum">
              <a:rPr lang="en-US" smtClean="0"/>
              <a:pPr/>
              <a:t>20</a:t>
            </a:fld>
            <a:endParaRPr lang="en-US" dirty="0"/>
          </a:p>
        </p:txBody>
      </p:sp>
      <p:pic>
        <p:nvPicPr>
          <p:cNvPr id="11" name="Content Placeholder 10">
            <a:extLst>
              <a:ext uri="{FF2B5EF4-FFF2-40B4-BE49-F238E27FC236}">
                <a16:creationId xmlns:a16="http://schemas.microsoft.com/office/drawing/2014/main" id="{0C453CD0-E081-98A4-8B00-1A151B7F9E7E}"/>
              </a:ext>
            </a:extLst>
          </p:cNvPr>
          <p:cNvPicPr>
            <a:picLocks noGrp="1" noChangeAspect="1"/>
          </p:cNvPicPr>
          <p:nvPr>
            <p:ph idx="1"/>
          </p:nvPr>
        </p:nvPicPr>
        <p:blipFill>
          <a:blip r:embed="rId2"/>
          <a:stretch>
            <a:fillRect/>
          </a:stretch>
        </p:blipFill>
        <p:spPr>
          <a:xfrm>
            <a:off x="1867667" y="1640986"/>
            <a:ext cx="10143746" cy="4725953"/>
          </a:xfrm>
          <a:prstGeom prst="rect">
            <a:avLst/>
          </a:prstGeom>
        </p:spPr>
      </p:pic>
      <p:pic>
        <p:nvPicPr>
          <p:cNvPr id="12" name="Picture 11">
            <a:extLst>
              <a:ext uri="{FF2B5EF4-FFF2-40B4-BE49-F238E27FC236}">
                <a16:creationId xmlns:a16="http://schemas.microsoft.com/office/drawing/2014/main" id="{9282FA13-E3B6-52A3-0911-95484F5550EF}"/>
              </a:ext>
            </a:extLst>
          </p:cNvPr>
          <p:cNvPicPr>
            <a:picLocks noChangeAspect="1"/>
          </p:cNvPicPr>
          <p:nvPr/>
        </p:nvPicPr>
        <p:blipFill>
          <a:blip r:embed="rId3"/>
          <a:stretch>
            <a:fillRect/>
          </a:stretch>
        </p:blipFill>
        <p:spPr>
          <a:xfrm>
            <a:off x="371198" y="5453709"/>
            <a:ext cx="5724802" cy="913230"/>
          </a:xfrm>
          <a:prstGeom prst="rect">
            <a:avLst/>
          </a:prstGeom>
        </p:spPr>
      </p:pic>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A36459AC-9251-47C7-DD9F-A1BD9D815ACC}"/>
                  </a:ext>
                </a:extLst>
              </p14:cNvPr>
              <p14:cNvContentPartPr/>
              <p14:nvPr/>
            </p14:nvContentPartPr>
            <p14:xfrm>
              <a:off x="3861777" y="5449282"/>
              <a:ext cx="1095120" cy="111240"/>
            </p14:xfrm>
          </p:contentPart>
        </mc:Choice>
        <mc:Fallback xmlns="">
          <p:pic>
            <p:nvPicPr>
              <p:cNvPr id="17" name="Ink 16">
                <a:extLst>
                  <a:ext uri="{FF2B5EF4-FFF2-40B4-BE49-F238E27FC236}">
                    <a16:creationId xmlns:a16="http://schemas.microsoft.com/office/drawing/2014/main" id="{A36459AC-9251-47C7-DD9F-A1BD9D815ACC}"/>
                  </a:ext>
                </a:extLst>
              </p:cNvPr>
              <p:cNvPicPr/>
              <p:nvPr/>
            </p:nvPicPr>
            <p:blipFill>
              <a:blip r:embed="rId5"/>
              <a:stretch>
                <a:fillRect/>
              </a:stretch>
            </p:blipFill>
            <p:spPr>
              <a:xfrm>
                <a:off x="3799137" y="5386642"/>
                <a:ext cx="1220760" cy="236880"/>
              </a:xfrm>
              <a:prstGeom prst="rect">
                <a:avLst/>
              </a:prstGeom>
            </p:spPr>
          </p:pic>
        </mc:Fallback>
      </mc:AlternateContent>
    </p:spTree>
    <p:extLst>
      <p:ext uri="{BB962C8B-B14F-4D97-AF65-F5344CB8AC3E}">
        <p14:creationId xmlns:p14="http://schemas.microsoft.com/office/powerpoint/2010/main" val="4020155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0B72A-04C7-BADD-8870-5A67EC7D9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93E96-8102-53DD-7928-4005704E04D4}"/>
              </a:ext>
            </a:extLst>
          </p:cNvPr>
          <p:cNvSpPr>
            <a:spLocks noGrp="1"/>
          </p:cNvSpPr>
          <p:nvPr>
            <p:ph type="title"/>
          </p:nvPr>
        </p:nvSpPr>
        <p:spPr/>
        <p:txBody>
          <a:bodyPr/>
          <a:lstStyle/>
          <a:p>
            <a:r>
              <a:rPr lang="en-US" dirty="0">
                <a:solidFill>
                  <a:srgbClr val="0070C0"/>
                </a:solidFill>
              </a:rPr>
              <a:t>combined</a:t>
            </a:r>
            <a:r>
              <a:rPr lang="en-US" sz="5400" b="1" dirty="0"/>
              <a:t> </a:t>
            </a:r>
            <a:r>
              <a:rPr lang="en-US" dirty="0">
                <a:solidFill>
                  <a:srgbClr val="0070C0"/>
                </a:solidFill>
              </a:rPr>
              <a:t>Scalability</a:t>
            </a:r>
          </a:p>
        </p:txBody>
      </p:sp>
      <p:sp>
        <p:nvSpPr>
          <p:cNvPr id="4" name="Footer Placeholder 3">
            <a:extLst>
              <a:ext uri="{FF2B5EF4-FFF2-40B4-BE49-F238E27FC236}">
                <a16:creationId xmlns:a16="http://schemas.microsoft.com/office/drawing/2014/main" id="{7DD51D61-8A08-8F53-7905-2860D950571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9B81B83-9063-5513-DC22-CA9C5EDB69F7}"/>
              </a:ext>
            </a:extLst>
          </p:cNvPr>
          <p:cNvSpPr>
            <a:spLocks noGrp="1"/>
          </p:cNvSpPr>
          <p:nvPr>
            <p:ph type="sldNum" sz="quarter" idx="12"/>
          </p:nvPr>
        </p:nvSpPr>
        <p:spPr/>
        <p:txBody>
          <a:bodyPr/>
          <a:lstStyle/>
          <a:p>
            <a:fld id="{382B47E1-F59F-47B3-8D16-B2A0740F319A}" type="slidenum">
              <a:rPr lang="en-US" smtClean="0"/>
              <a:pPr/>
              <a:t>21</a:t>
            </a:fld>
            <a:endParaRPr lang="en-US" dirty="0"/>
          </a:p>
        </p:txBody>
      </p:sp>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395453B7-1B45-6B0F-6B36-4596AACCD144}"/>
                  </a:ext>
                </a:extLst>
              </p14:cNvPr>
              <p14:cNvContentPartPr/>
              <p14:nvPr/>
            </p14:nvContentPartPr>
            <p14:xfrm>
              <a:off x="1696085" y="6307878"/>
              <a:ext cx="360" cy="360"/>
            </p14:xfrm>
          </p:contentPart>
        </mc:Choice>
        <mc:Fallback xmlns="">
          <p:pic>
            <p:nvPicPr>
              <p:cNvPr id="13" name="Ink 12">
                <a:extLst>
                  <a:ext uri="{FF2B5EF4-FFF2-40B4-BE49-F238E27FC236}">
                    <a16:creationId xmlns:a16="http://schemas.microsoft.com/office/drawing/2014/main" id="{395453B7-1B45-6B0F-6B36-4596AACCD144}"/>
                  </a:ext>
                </a:extLst>
              </p:cNvPr>
              <p:cNvPicPr/>
              <p:nvPr/>
            </p:nvPicPr>
            <p:blipFill>
              <a:blip r:embed="rId3"/>
              <a:stretch>
                <a:fillRect/>
              </a:stretch>
            </p:blipFill>
            <p:spPr>
              <a:xfrm>
                <a:off x="1633085" y="624487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FA8508A2-C243-4262-05B8-5CBED54FD5D7}"/>
                  </a:ext>
                </a:extLst>
              </p14:cNvPr>
              <p14:cNvContentPartPr/>
              <p14:nvPr/>
            </p14:nvContentPartPr>
            <p14:xfrm>
              <a:off x="1616165" y="6254598"/>
              <a:ext cx="2927880" cy="81000"/>
            </p14:xfrm>
          </p:contentPart>
        </mc:Choice>
        <mc:Fallback xmlns="">
          <p:pic>
            <p:nvPicPr>
              <p:cNvPr id="15" name="Ink 14">
                <a:extLst>
                  <a:ext uri="{FF2B5EF4-FFF2-40B4-BE49-F238E27FC236}">
                    <a16:creationId xmlns:a16="http://schemas.microsoft.com/office/drawing/2014/main" id="{FA8508A2-C243-4262-05B8-5CBED54FD5D7}"/>
                  </a:ext>
                </a:extLst>
              </p:cNvPr>
              <p:cNvPicPr/>
              <p:nvPr/>
            </p:nvPicPr>
            <p:blipFill>
              <a:blip r:embed="rId5"/>
              <a:stretch>
                <a:fillRect/>
              </a:stretch>
            </p:blipFill>
            <p:spPr>
              <a:xfrm>
                <a:off x="1553165" y="6191877"/>
                <a:ext cx="3053520" cy="20608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3FEE936B-2033-4543-C50A-3511CE00062D}"/>
                  </a:ext>
                </a:extLst>
              </p14:cNvPr>
              <p14:cNvContentPartPr/>
              <p14:nvPr/>
            </p14:nvContentPartPr>
            <p14:xfrm>
              <a:off x="3014045" y="5313198"/>
              <a:ext cx="1103400" cy="113760"/>
            </p14:xfrm>
          </p:contentPart>
        </mc:Choice>
        <mc:Fallback xmlns="">
          <p:pic>
            <p:nvPicPr>
              <p:cNvPr id="16" name="Ink 15">
                <a:extLst>
                  <a:ext uri="{FF2B5EF4-FFF2-40B4-BE49-F238E27FC236}">
                    <a16:creationId xmlns:a16="http://schemas.microsoft.com/office/drawing/2014/main" id="{3FEE936B-2033-4543-C50A-3511CE00062D}"/>
                  </a:ext>
                </a:extLst>
              </p:cNvPr>
              <p:cNvPicPr/>
              <p:nvPr/>
            </p:nvPicPr>
            <p:blipFill>
              <a:blip r:embed="rId7"/>
              <a:stretch>
                <a:fillRect/>
              </a:stretch>
            </p:blipFill>
            <p:spPr>
              <a:xfrm>
                <a:off x="2951045" y="5250198"/>
                <a:ext cx="12290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6796985D-8F7D-051A-80F9-35542E213114}"/>
                  </a:ext>
                </a:extLst>
              </p14:cNvPr>
              <p14:cNvContentPartPr/>
              <p14:nvPr/>
            </p14:nvContentPartPr>
            <p14:xfrm>
              <a:off x="1788965" y="5287638"/>
              <a:ext cx="360" cy="360"/>
            </p14:xfrm>
          </p:contentPart>
        </mc:Choice>
        <mc:Fallback xmlns="">
          <p:pic>
            <p:nvPicPr>
              <p:cNvPr id="3" name="Ink 2">
                <a:extLst>
                  <a:ext uri="{FF2B5EF4-FFF2-40B4-BE49-F238E27FC236}">
                    <a16:creationId xmlns:a16="http://schemas.microsoft.com/office/drawing/2014/main" id="{6796985D-8F7D-051A-80F9-35542E213114}"/>
                  </a:ext>
                </a:extLst>
              </p:cNvPr>
              <p:cNvPicPr/>
              <p:nvPr/>
            </p:nvPicPr>
            <p:blipFill>
              <a:blip r:embed="rId3"/>
              <a:stretch>
                <a:fillRect/>
              </a:stretch>
            </p:blipFill>
            <p:spPr>
              <a:xfrm>
                <a:off x="1725965" y="5224638"/>
                <a:ext cx="126000" cy="126000"/>
              </a:xfrm>
              <a:prstGeom prst="rect">
                <a:avLst/>
              </a:prstGeom>
            </p:spPr>
          </p:pic>
        </mc:Fallback>
      </mc:AlternateContent>
      <p:pic>
        <p:nvPicPr>
          <p:cNvPr id="8" name="Content Placeholder 7">
            <a:extLst>
              <a:ext uri="{FF2B5EF4-FFF2-40B4-BE49-F238E27FC236}">
                <a16:creationId xmlns:a16="http://schemas.microsoft.com/office/drawing/2014/main" id="{5A4FF101-4BE7-4469-0768-940A8B981A8B}"/>
              </a:ext>
            </a:extLst>
          </p:cNvPr>
          <p:cNvPicPr>
            <a:picLocks noGrp="1" noChangeAspect="1"/>
          </p:cNvPicPr>
          <p:nvPr>
            <p:ph idx="1"/>
          </p:nvPr>
        </p:nvPicPr>
        <p:blipFill>
          <a:blip r:embed="rId9"/>
          <a:stretch>
            <a:fillRect/>
          </a:stretch>
        </p:blipFill>
        <p:spPr>
          <a:xfrm>
            <a:off x="629573" y="1994006"/>
            <a:ext cx="11055830" cy="4351419"/>
          </a:xfrm>
          <a:prstGeom prst="rect">
            <a:avLst/>
          </a:prstGeom>
        </p:spPr>
      </p:pic>
    </p:spTree>
    <p:extLst>
      <p:ext uri="{BB962C8B-B14F-4D97-AF65-F5344CB8AC3E}">
        <p14:creationId xmlns:p14="http://schemas.microsoft.com/office/powerpoint/2010/main" val="2877772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AB6C9-4839-22CC-C3AC-4409AB022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83F92-21B6-2536-DBDD-19B48770FFBF}"/>
              </a:ext>
            </a:extLst>
          </p:cNvPr>
          <p:cNvSpPr>
            <a:spLocks noGrp="1"/>
          </p:cNvSpPr>
          <p:nvPr>
            <p:ph type="title"/>
          </p:nvPr>
        </p:nvSpPr>
        <p:spPr/>
        <p:txBody>
          <a:bodyPr/>
          <a:lstStyle/>
          <a:p>
            <a:r>
              <a:rPr lang="en-US" dirty="0">
                <a:solidFill>
                  <a:srgbClr val="0070C0"/>
                </a:solidFill>
              </a:rPr>
              <a:t>JPEG OPERATING MODES</a:t>
            </a:r>
          </a:p>
        </p:txBody>
      </p:sp>
      <p:sp>
        <p:nvSpPr>
          <p:cNvPr id="4" name="Footer Placeholder 3">
            <a:extLst>
              <a:ext uri="{FF2B5EF4-FFF2-40B4-BE49-F238E27FC236}">
                <a16:creationId xmlns:a16="http://schemas.microsoft.com/office/drawing/2014/main" id="{8F102053-AB4F-D0A9-AAC9-56809B26AC8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8E75ADA-95B6-27EF-2CA0-D8CC7F392D29}"/>
              </a:ext>
            </a:extLst>
          </p:cNvPr>
          <p:cNvSpPr>
            <a:spLocks noGrp="1"/>
          </p:cNvSpPr>
          <p:nvPr>
            <p:ph type="sldNum" sz="quarter" idx="12"/>
          </p:nvPr>
        </p:nvSpPr>
        <p:spPr/>
        <p:txBody>
          <a:bodyPr/>
          <a:lstStyle/>
          <a:p>
            <a:fld id="{382B47E1-F59F-47B3-8D16-B2A0740F319A}" type="slidenum">
              <a:rPr lang="en-US" smtClean="0"/>
              <a:pPr/>
              <a:t>22</a:t>
            </a:fld>
            <a:endParaRPr lang="en-US" dirty="0"/>
          </a:p>
        </p:txBody>
      </p:sp>
      <p:pic>
        <p:nvPicPr>
          <p:cNvPr id="3" name="Picture 2">
            <a:extLst>
              <a:ext uri="{FF2B5EF4-FFF2-40B4-BE49-F238E27FC236}">
                <a16:creationId xmlns:a16="http://schemas.microsoft.com/office/drawing/2014/main" id="{4B2F5459-D023-F28F-FD93-A34B69F3DA67}"/>
              </a:ext>
            </a:extLst>
          </p:cNvPr>
          <p:cNvPicPr>
            <a:picLocks noChangeAspect="1"/>
          </p:cNvPicPr>
          <p:nvPr/>
        </p:nvPicPr>
        <p:blipFill>
          <a:blip r:embed="rId3"/>
          <a:stretch>
            <a:fillRect/>
          </a:stretch>
        </p:blipFill>
        <p:spPr>
          <a:xfrm>
            <a:off x="285209" y="1581781"/>
            <a:ext cx="11621582" cy="4691003"/>
          </a:xfrm>
          <a:prstGeom prst="rect">
            <a:avLst/>
          </a:prstGeom>
        </p:spPr>
      </p:pic>
      <p:cxnSp>
        <p:nvCxnSpPr>
          <p:cNvPr id="7" name="Straight Arrow Connector 6">
            <a:extLst>
              <a:ext uri="{FF2B5EF4-FFF2-40B4-BE49-F238E27FC236}">
                <a16:creationId xmlns:a16="http://schemas.microsoft.com/office/drawing/2014/main" id="{CC8A34C6-B6C1-9FF2-1FCA-D9A1E993EECE}"/>
              </a:ext>
            </a:extLst>
          </p:cNvPr>
          <p:cNvCxnSpPr/>
          <p:nvPr/>
        </p:nvCxnSpPr>
        <p:spPr>
          <a:xfrm flipH="1" flipV="1">
            <a:off x="1455821" y="2478505"/>
            <a:ext cx="553453" cy="553453"/>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TextBox 7">
            <a:extLst>
              <a:ext uri="{FF2B5EF4-FFF2-40B4-BE49-F238E27FC236}">
                <a16:creationId xmlns:a16="http://schemas.microsoft.com/office/drawing/2014/main" id="{9A8F2BC0-EFE0-F02D-778D-0C718BE0CABA}"/>
              </a:ext>
            </a:extLst>
          </p:cNvPr>
          <p:cNvSpPr txBox="1"/>
          <p:nvPr/>
        </p:nvSpPr>
        <p:spPr>
          <a:xfrm>
            <a:off x="492851" y="2073088"/>
            <a:ext cx="1925940"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b="1" dirty="0"/>
              <a:t>NOT SCALABLE</a:t>
            </a:r>
          </a:p>
        </p:txBody>
      </p:sp>
      <p:cxnSp>
        <p:nvCxnSpPr>
          <p:cNvPr id="9" name="Straight Arrow Connector 8">
            <a:extLst>
              <a:ext uri="{FF2B5EF4-FFF2-40B4-BE49-F238E27FC236}">
                <a16:creationId xmlns:a16="http://schemas.microsoft.com/office/drawing/2014/main" id="{BCCFD018-2EF8-AA50-BB80-E51447756E73}"/>
              </a:ext>
            </a:extLst>
          </p:cNvPr>
          <p:cNvCxnSpPr>
            <a:cxnSpLocks/>
          </p:cNvCxnSpPr>
          <p:nvPr/>
        </p:nvCxnSpPr>
        <p:spPr>
          <a:xfrm flipV="1">
            <a:off x="6316579" y="1598832"/>
            <a:ext cx="1463842" cy="1433126"/>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TextBox 9">
            <a:extLst>
              <a:ext uri="{FF2B5EF4-FFF2-40B4-BE49-F238E27FC236}">
                <a16:creationId xmlns:a16="http://schemas.microsoft.com/office/drawing/2014/main" id="{707E3092-3B2D-806B-3C9C-0BFCF63E7B8E}"/>
              </a:ext>
            </a:extLst>
          </p:cNvPr>
          <p:cNvSpPr txBox="1"/>
          <p:nvPr/>
        </p:nvSpPr>
        <p:spPr>
          <a:xfrm>
            <a:off x="6694644" y="1181671"/>
            <a:ext cx="2194027"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b="1" dirty="0"/>
              <a:t>Quality Scalability</a:t>
            </a:r>
          </a:p>
        </p:txBody>
      </p:sp>
      <p:cxnSp>
        <p:nvCxnSpPr>
          <p:cNvPr id="6" name="Straight Arrow Connector 5">
            <a:extLst>
              <a:ext uri="{FF2B5EF4-FFF2-40B4-BE49-F238E27FC236}">
                <a16:creationId xmlns:a16="http://schemas.microsoft.com/office/drawing/2014/main" id="{17FBA2C7-BEA8-EEC9-78C7-58B3EB2EFCD4}"/>
              </a:ext>
            </a:extLst>
          </p:cNvPr>
          <p:cNvCxnSpPr>
            <a:cxnSpLocks/>
          </p:cNvCxnSpPr>
          <p:nvPr/>
        </p:nvCxnSpPr>
        <p:spPr>
          <a:xfrm flipH="1" flipV="1">
            <a:off x="10462336" y="1450444"/>
            <a:ext cx="789456" cy="1630953"/>
          </a:xfrm>
          <a:prstGeom prst="straightConnector1">
            <a:avLst/>
          </a:prstGeom>
          <a:ln w="381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15976123-2778-9449-49B9-F46511D75E23}"/>
              </a:ext>
            </a:extLst>
          </p:cNvPr>
          <p:cNvSpPr txBox="1"/>
          <p:nvPr/>
        </p:nvSpPr>
        <p:spPr>
          <a:xfrm>
            <a:off x="9413226" y="1050334"/>
            <a:ext cx="2493565"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b="1" dirty="0"/>
              <a:t>Resolution Scalability</a:t>
            </a:r>
          </a:p>
        </p:txBody>
      </p:sp>
    </p:spTree>
    <p:extLst>
      <p:ext uri="{BB962C8B-B14F-4D97-AF65-F5344CB8AC3E}">
        <p14:creationId xmlns:p14="http://schemas.microsoft.com/office/powerpoint/2010/main" val="693356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14ACD-5434-BCBB-8369-F24BC6996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16DDC-8004-2E16-6933-8B26D51D14BE}"/>
              </a:ext>
            </a:extLst>
          </p:cNvPr>
          <p:cNvSpPr>
            <a:spLocks noGrp="1"/>
          </p:cNvSpPr>
          <p:nvPr>
            <p:ph type="title"/>
          </p:nvPr>
        </p:nvSpPr>
        <p:spPr/>
        <p:txBody>
          <a:bodyPr/>
          <a:lstStyle/>
          <a:p>
            <a:r>
              <a:rPr lang="en-US" dirty="0">
                <a:solidFill>
                  <a:srgbClr val="0070C0"/>
                </a:solidFill>
              </a:rPr>
              <a:t>SEQUENTIAL JPEG MODE ( Most common )</a:t>
            </a:r>
          </a:p>
        </p:txBody>
      </p:sp>
      <p:sp>
        <p:nvSpPr>
          <p:cNvPr id="4" name="Footer Placeholder 3">
            <a:extLst>
              <a:ext uri="{FF2B5EF4-FFF2-40B4-BE49-F238E27FC236}">
                <a16:creationId xmlns:a16="http://schemas.microsoft.com/office/drawing/2014/main" id="{19043DCA-6B88-3437-48F3-E03FA619A22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67A1369-BEEA-4F66-5E36-E0D88B4C2342}"/>
              </a:ext>
            </a:extLst>
          </p:cNvPr>
          <p:cNvSpPr>
            <a:spLocks noGrp="1"/>
          </p:cNvSpPr>
          <p:nvPr>
            <p:ph type="sldNum" sz="quarter" idx="12"/>
          </p:nvPr>
        </p:nvSpPr>
        <p:spPr/>
        <p:txBody>
          <a:bodyPr/>
          <a:lstStyle/>
          <a:p>
            <a:fld id="{382B47E1-F59F-47B3-8D16-B2A0740F319A}" type="slidenum">
              <a:rPr lang="en-US" smtClean="0"/>
              <a:pPr/>
              <a:t>23</a:t>
            </a:fld>
            <a:endParaRPr lang="en-US" dirty="0"/>
          </a:p>
        </p:txBody>
      </p:sp>
      <p:pic>
        <p:nvPicPr>
          <p:cNvPr id="6" name="Picture 5">
            <a:extLst>
              <a:ext uri="{FF2B5EF4-FFF2-40B4-BE49-F238E27FC236}">
                <a16:creationId xmlns:a16="http://schemas.microsoft.com/office/drawing/2014/main" id="{6C4EE836-05A3-C449-33A4-B28E7EF44ABA}"/>
              </a:ext>
            </a:extLst>
          </p:cNvPr>
          <p:cNvPicPr>
            <a:picLocks noChangeAspect="1"/>
          </p:cNvPicPr>
          <p:nvPr/>
        </p:nvPicPr>
        <p:blipFill>
          <a:blip r:embed="rId3"/>
          <a:stretch>
            <a:fillRect/>
          </a:stretch>
        </p:blipFill>
        <p:spPr>
          <a:xfrm>
            <a:off x="1159924" y="1875713"/>
            <a:ext cx="9872151" cy="4176171"/>
          </a:xfrm>
          <a:prstGeom prst="rect">
            <a:avLst/>
          </a:prstGeom>
        </p:spPr>
      </p:pic>
    </p:spTree>
    <p:extLst>
      <p:ext uri="{BB962C8B-B14F-4D97-AF65-F5344CB8AC3E}">
        <p14:creationId xmlns:p14="http://schemas.microsoft.com/office/powerpoint/2010/main" val="1921755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542B3-A655-30B9-2CF0-9CBAFBC44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FB89D-C1F8-5665-76C9-608232F26AC2}"/>
              </a:ext>
            </a:extLst>
          </p:cNvPr>
          <p:cNvSpPr>
            <a:spLocks noGrp="1"/>
          </p:cNvSpPr>
          <p:nvPr>
            <p:ph type="title"/>
          </p:nvPr>
        </p:nvSpPr>
        <p:spPr/>
        <p:txBody>
          <a:bodyPr/>
          <a:lstStyle/>
          <a:p>
            <a:r>
              <a:rPr lang="en-US" dirty="0">
                <a:solidFill>
                  <a:srgbClr val="0070C0"/>
                </a:solidFill>
              </a:rPr>
              <a:t>SEQUENTIAL JPEG MODE ( Most common )</a:t>
            </a:r>
          </a:p>
        </p:txBody>
      </p:sp>
      <p:sp>
        <p:nvSpPr>
          <p:cNvPr id="4" name="Footer Placeholder 3">
            <a:extLst>
              <a:ext uri="{FF2B5EF4-FFF2-40B4-BE49-F238E27FC236}">
                <a16:creationId xmlns:a16="http://schemas.microsoft.com/office/drawing/2014/main" id="{616CBE76-EA32-C041-B8CC-04142D81D7A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0F4FD0E-5D5E-2397-BF5E-ADAB85E3D2AE}"/>
              </a:ext>
            </a:extLst>
          </p:cNvPr>
          <p:cNvSpPr>
            <a:spLocks noGrp="1"/>
          </p:cNvSpPr>
          <p:nvPr>
            <p:ph type="sldNum" sz="quarter" idx="12"/>
          </p:nvPr>
        </p:nvSpPr>
        <p:spPr/>
        <p:txBody>
          <a:bodyPr/>
          <a:lstStyle/>
          <a:p>
            <a:fld id="{382B47E1-F59F-47B3-8D16-B2A0740F319A}" type="slidenum">
              <a:rPr lang="en-US" smtClean="0"/>
              <a:pPr/>
              <a:t>24</a:t>
            </a:fld>
            <a:endParaRPr lang="en-US" dirty="0"/>
          </a:p>
        </p:txBody>
      </p:sp>
      <p:pic>
        <p:nvPicPr>
          <p:cNvPr id="3" name="Picture 2">
            <a:extLst>
              <a:ext uri="{FF2B5EF4-FFF2-40B4-BE49-F238E27FC236}">
                <a16:creationId xmlns:a16="http://schemas.microsoft.com/office/drawing/2014/main" id="{801FAC84-C3C5-E28B-705B-9444E178D878}"/>
              </a:ext>
            </a:extLst>
          </p:cNvPr>
          <p:cNvPicPr>
            <a:picLocks noChangeAspect="1"/>
          </p:cNvPicPr>
          <p:nvPr/>
        </p:nvPicPr>
        <p:blipFill>
          <a:blip r:embed="rId3"/>
          <a:stretch>
            <a:fillRect/>
          </a:stretch>
        </p:blipFill>
        <p:spPr>
          <a:xfrm>
            <a:off x="781640" y="2499357"/>
            <a:ext cx="10628720" cy="3311722"/>
          </a:xfrm>
          <a:prstGeom prst="rect">
            <a:avLst/>
          </a:prstGeom>
        </p:spPr>
      </p:pic>
    </p:spTree>
    <p:extLst>
      <p:ext uri="{BB962C8B-B14F-4D97-AF65-F5344CB8AC3E}">
        <p14:creationId xmlns:p14="http://schemas.microsoft.com/office/powerpoint/2010/main" val="4240543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1A722-36E5-395F-D213-CFABE4931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D84D62-22D4-E935-69F2-4BDA21A4E3DE}"/>
              </a:ext>
            </a:extLst>
          </p:cNvPr>
          <p:cNvSpPr>
            <a:spLocks noGrp="1"/>
          </p:cNvSpPr>
          <p:nvPr>
            <p:ph type="title"/>
          </p:nvPr>
        </p:nvSpPr>
        <p:spPr/>
        <p:txBody>
          <a:bodyPr/>
          <a:lstStyle/>
          <a:p>
            <a:r>
              <a:rPr lang="en-US" dirty="0">
                <a:solidFill>
                  <a:srgbClr val="0070C0"/>
                </a:solidFill>
              </a:rPr>
              <a:t>Progressive JPEG MODE</a:t>
            </a:r>
          </a:p>
        </p:txBody>
      </p:sp>
      <p:sp>
        <p:nvSpPr>
          <p:cNvPr id="4" name="Footer Placeholder 3">
            <a:extLst>
              <a:ext uri="{FF2B5EF4-FFF2-40B4-BE49-F238E27FC236}">
                <a16:creationId xmlns:a16="http://schemas.microsoft.com/office/drawing/2014/main" id="{5B879C97-095B-B7AC-7D5E-93E6B6B86F3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4613D22-CBC2-CA84-5DE3-E45670F51887}"/>
              </a:ext>
            </a:extLst>
          </p:cNvPr>
          <p:cNvSpPr>
            <a:spLocks noGrp="1"/>
          </p:cNvSpPr>
          <p:nvPr>
            <p:ph type="sldNum" sz="quarter" idx="12"/>
          </p:nvPr>
        </p:nvSpPr>
        <p:spPr/>
        <p:txBody>
          <a:bodyPr/>
          <a:lstStyle/>
          <a:p>
            <a:fld id="{382B47E1-F59F-47B3-8D16-B2A0740F319A}" type="slidenum">
              <a:rPr lang="en-US" smtClean="0"/>
              <a:pPr/>
              <a:t>25</a:t>
            </a:fld>
            <a:endParaRPr lang="en-US" dirty="0"/>
          </a:p>
        </p:txBody>
      </p:sp>
      <p:pic>
        <p:nvPicPr>
          <p:cNvPr id="6" name="Picture 5">
            <a:extLst>
              <a:ext uri="{FF2B5EF4-FFF2-40B4-BE49-F238E27FC236}">
                <a16:creationId xmlns:a16="http://schemas.microsoft.com/office/drawing/2014/main" id="{F0B65B4F-C8E3-BEE7-2C2F-996186614521}"/>
              </a:ext>
            </a:extLst>
          </p:cNvPr>
          <p:cNvPicPr>
            <a:picLocks noChangeAspect="1"/>
          </p:cNvPicPr>
          <p:nvPr/>
        </p:nvPicPr>
        <p:blipFill>
          <a:blip r:embed="rId3"/>
          <a:stretch>
            <a:fillRect/>
          </a:stretch>
        </p:blipFill>
        <p:spPr>
          <a:xfrm>
            <a:off x="726170" y="2605286"/>
            <a:ext cx="10326142" cy="3061587"/>
          </a:xfrm>
          <a:prstGeom prst="rect">
            <a:avLst/>
          </a:prstGeom>
        </p:spPr>
      </p:pic>
    </p:spTree>
    <p:extLst>
      <p:ext uri="{BB962C8B-B14F-4D97-AF65-F5344CB8AC3E}">
        <p14:creationId xmlns:p14="http://schemas.microsoft.com/office/powerpoint/2010/main" val="1936251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37A56-4234-21F7-DAB5-4EDCFFFC5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0F572-240B-0676-2F9C-68EF69E9817D}"/>
              </a:ext>
            </a:extLst>
          </p:cNvPr>
          <p:cNvSpPr>
            <a:spLocks noGrp="1"/>
          </p:cNvSpPr>
          <p:nvPr>
            <p:ph type="title"/>
          </p:nvPr>
        </p:nvSpPr>
        <p:spPr/>
        <p:txBody>
          <a:bodyPr/>
          <a:lstStyle/>
          <a:p>
            <a:r>
              <a:rPr lang="en-US" dirty="0">
                <a:solidFill>
                  <a:srgbClr val="0070C0"/>
                </a:solidFill>
              </a:rPr>
              <a:t>Progressive JPEG MODE</a:t>
            </a:r>
          </a:p>
        </p:txBody>
      </p:sp>
      <p:sp>
        <p:nvSpPr>
          <p:cNvPr id="4" name="Footer Placeholder 3">
            <a:extLst>
              <a:ext uri="{FF2B5EF4-FFF2-40B4-BE49-F238E27FC236}">
                <a16:creationId xmlns:a16="http://schemas.microsoft.com/office/drawing/2014/main" id="{2108E9E1-355C-B7D5-8DE3-88E73B78555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D9E0117-F317-F7AA-0955-676F321DAA61}"/>
              </a:ext>
            </a:extLst>
          </p:cNvPr>
          <p:cNvSpPr>
            <a:spLocks noGrp="1"/>
          </p:cNvSpPr>
          <p:nvPr>
            <p:ph type="sldNum" sz="quarter" idx="12"/>
          </p:nvPr>
        </p:nvSpPr>
        <p:spPr/>
        <p:txBody>
          <a:bodyPr/>
          <a:lstStyle/>
          <a:p>
            <a:fld id="{382B47E1-F59F-47B3-8D16-B2A0740F319A}" type="slidenum">
              <a:rPr lang="en-US" smtClean="0"/>
              <a:pPr/>
              <a:t>26</a:t>
            </a:fld>
            <a:endParaRPr lang="en-US" dirty="0"/>
          </a:p>
        </p:txBody>
      </p:sp>
      <p:pic>
        <p:nvPicPr>
          <p:cNvPr id="3" name="Picture 2">
            <a:extLst>
              <a:ext uri="{FF2B5EF4-FFF2-40B4-BE49-F238E27FC236}">
                <a16:creationId xmlns:a16="http://schemas.microsoft.com/office/drawing/2014/main" id="{24142909-FC66-6DE7-4BFD-D4D5958912FD}"/>
              </a:ext>
            </a:extLst>
          </p:cNvPr>
          <p:cNvPicPr>
            <a:picLocks noChangeAspect="1"/>
          </p:cNvPicPr>
          <p:nvPr/>
        </p:nvPicPr>
        <p:blipFill>
          <a:blip r:embed="rId3"/>
          <a:stretch>
            <a:fillRect/>
          </a:stretch>
        </p:blipFill>
        <p:spPr>
          <a:xfrm>
            <a:off x="823521" y="2381808"/>
            <a:ext cx="10544958" cy="2687663"/>
          </a:xfrm>
          <a:prstGeom prst="rect">
            <a:avLst/>
          </a:prstGeom>
        </p:spPr>
      </p:pic>
    </p:spTree>
    <p:extLst>
      <p:ext uri="{BB962C8B-B14F-4D97-AF65-F5344CB8AC3E}">
        <p14:creationId xmlns:p14="http://schemas.microsoft.com/office/powerpoint/2010/main" val="3962357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24EB6-3704-77DD-C5EA-7566B3E27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52F3A-59E4-3553-03D2-7CA2F3E48F0D}"/>
              </a:ext>
            </a:extLst>
          </p:cNvPr>
          <p:cNvSpPr>
            <a:spLocks noGrp="1"/>
          </p:cNvSpPr>
          <p:nvPr>
            <p:ph type="title"/>
          </p:nvPr>
        </p:nvSpPr>
        <p:spPr/>
        <p:txBody>
          <a:bodyPr/>
          <a:lstStyle/>
          <a:p>
            <a:r>
              <a:rPr lang="en-US" dirty="0">
                <a:solidFill>
                  <a:srgbClr val="0070C0"/>
                </a:solidFill>
              </a:rPr>
              <a:t>Progressive JPEG MODE</a:t>
            </a:r>
          </a:p>
        </p:txBody>
      </p:sp>
      <p:sp>
        <p:nvSpPr>
          <p:cNvPr id="4" name="Footer Placeholder 3">
            <a:extLst>
              <a:ext uri="{FF2B5EF4-FFF2-40B4-BE49-F238E27FC236}">
                <a16:creationId xmlns:a16="http://schemas.microsoft.com/office/drawing/2014/main" id="{952095F6-AB62-2D2C-C201-8F55919E989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0F4D778-7259-1EDC-DCD4-0C4A969276AF}"/>
              </a:ext>
            </a:extLst>
          </p:cNvPr>
          <p:cNvSpPr>
            <a:spLocks noGrp="1"/>
          </p:cNvSpPr>
          <p:nvPr>
            <p:ph type="sldNum" sz="quarter" idx="12"/>
          </p:nvPr>
        </p:nvSpPr>
        <p:spPr/>
        <p:txBody>
          <a:bodyPr/>
          <a:lstStyle/>
          <a:p>
            <a:fld id="{382B47E1-F59F-47B3-8D16-B2A0740F319A}" type="slidenum">
              <a:rPr lang="en-US" smtClean="0"/>
              <a:pPr/>
              <a:t>27</a:t>
            </a:fld>
            <a:endParaRPr lang="en-US" dirty="0"/>
          </a:p>
        </p:txBody>
      </p:sp>
      <p:pic>
        <p:nvPicPr>
          <p:cNvPr id="6" name="Picture 5">
            <a:extLst>
              <a:ext uri="{FF2B5EF4-FFF2-40B4-BE49-F238E27FC236}">
                <a16:creationId xmlns:a16="http://schemas.microsoft.com/office/drawing/2014/main" id="{CCB0B411-D283-B8F5-B13F-C4C788D4EA67}"/>
              </a:ext>
            </a:extLst>
          </p:cNvPr>
          <p:cNvPicPr>
            <a:picLocks noChangeAspect="1"/>
          </p:cNvPicPr>
          <p:nvPr/>
        </p:nvPicPr>
        <p:blipFill>
          <a:blip r:embed="rId3"/>
          <a:stretch>
            <a:fillRect/>
          </a:stretch>
        </p:blipFill>
        <p:spPr>
          <a:xfrm>
            <a:off x="829818" y="2404553"/>
            <a:ext cx="10532364" cy="3057783"/>
          </a:xfrm>
          <a:prstGeom prst="rect">
            <a:avLst/>
          </a:prstGeom>
        </p:spPr>
      </p:pic>
    </p:spTree>
    <p:extLst>
      <p:ext uri="{BB962C8B-B14F-4D97-AF65-F5344CB8AC3E}">
        <p14:creationId xmlns:p14="http://schemas.microsoft.com/office/powerpoint/2010/main" val="2873068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3A1AF-EC2A-0BC3-1CE4-C9EF3E71C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C198E-7A66-0825-76E7-0D82556B2BEC}"/>
              </a:ext>
            </a:extLst>
          </p:cNvPr>
          <p:cNvSpPr>
            <a:spLocks noGrp="1"/>
          </p:cNvSpPr>
          <p:nvPr>
            <p:ph type="title"/>
          </p:nvPr>
        </p:nvSpPr>
        <p:spPr/>
        <p:txBody>
          <a:bodyPr/>
          <a:lstStyle/>
          <a:p>
            <a:r>
              <a:rPr lang="en-US" dirty="0">
                <a:solidFill>
                  <a:srgbClr val="0070C0"/>
                </a:solidFill>
              </a:rPr>
              <a:t>Progressive JPEG MODE</a:t>
            </a:r>
          </a:p>
        </p:txBody>
      </p:sp>
      <p:sp>
        <p:nvSpPr>
          <p:cNvPr id="4" name="Footer Placeholder 3">
            <a:extLst>
              <a:ext uri="{FF2B5EF4-FFF2-40B4-BE49-F238E27FC236}">
                <a16:creationId xmlns:a16="http://schemas.microsoft.com/office/drawing/2014/main" id="{8F7A9F92-9559-2620-BE1D-3E59A86CBEE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3262BCC-A475-92C4-8370-0EC09A691BE5}"/>
              </a:ext>
            </a:extLst>
          </p:cNvPr>
          <p:cNvSpPr>
            <a:spLocks noGrp="1"/>
          </p:cNvSpPr>
          <p:nvPr>
            <p:ph type="sldNum" sz="quarter" idx="12"/>
          </p:nvPr>
        </p:nvSpPr>
        <p:spPr/>
        <p:txBody>
          <a:bodyPr/>
          <a:lstStyle/>
          <a:p>
            <a:fld id="{382B47E1-F59F-47B3-8D16-B2A0740F319A}" type="slidenum">
              <a:rPr lang="en-US" smtClean="0"/>
              <a:pPr/>
              <a:t>28</a:t>
            </a:fld>
            <a:endParaRPr lang="en-US" dirty="0"/>
          </a:p>
        </p:txBody>
      </p:sp>
      <p:sp>
        <p:nvSpPr>
          <p:cNvPr id="7" name="TextBox 6">
            <a:extLst>
              <a:ext uri="{FF2B5EF4-FFF2-40B4-BE49-F238E27FC236}">
                <a16:creationId xmlns:a16="http://schemas.microsoft.com/office/drawing/2014/main" id="{C4D175B2-2A3E-3EFF-C1DA-5BC8A34DE833}"/>
              </a:ext>
            </a:extLst>
          </p:cNvPr>
          <p:cNvSpPr txBox="1"/>
          <p:nvPr/>
        </p:nvSpPr>
        <p:spPr>
          <a:xfrm>
            <a:off x="1024128" y="2220548"/>
            <a:ext cx="10266722" cy="3477875"/>
          </a:xfrm>
          <a:prstGeom prst="rect">
            <a:avLst/>
          </a:prstGeom>
          <a:noFill/>
        </p:spPr>
        <p:txBody>
          <a:bodyPr wrap="square">
            <a:spAutoFit/>
          </a:bodyPr>
          <a:lstStyle/>
          <a:p>
            <a:r>
              <a:rPr lang="en-US" sz="2800" dirty="0"/>
              <a:t>In progressive JPEG images, components are encoded in multiple scans. </a:t>
            </a:r>
          </a:p>
          <a:p>
            <a:r>
              <a:rPr lang="en-US" sz="2800" dirty="0"/>
              <a:t>A sequence of “scans”, each codes a part of the quantized DCT coefficients data.</a:t>
            </a:r>
          </a:p>
          <a:p>
            <a:endParaRPr lang="en-US" sz="2400" b="1" dirty="0"/>
          </a:p>
          <a:p>
            <a:endParaRPr lang="en-US" sz="2800" b="1" dirty="0"/>
          </a:p>
          <a:p>
            <a:r>
              <a:rPr lang="en-US" sz="2800" b="1" dirty="0"/>
              <a:t>Two ways of doing that:</a:t>
            </a:r>
          </a:p>
          <a:p>
            <a:r>
              <a:rPr lang="en-US" sz="2800" b="1" dirty="0"/>
              <a:t>	- Spectral Selection</a:t>
            </a:r>
          </a:p>
          <a:p>
            <a:r>
              <a:rPr lang="en-US" sz="2800" b="1" dirty="0"/>
              <a:t>	- Successive Approximation</a:t>
            </a:r>
          </a:p>
        </p:txBody>
      </p:sp>
    </p:spTree>
    <p:extLst>
      <p:ext uri="{BB962C8B-B14F-4D97-AF65-F5344CB8AC3E}">
        <p14:creationId xmlns:p14="http://schemas.microsoft.com/office/powerpoint/2010/main" val="603637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5181B-4D40-A84C-9F47-A0D69E766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A6620-5BFA-9128-69DD-C96FD23540FD}"/>
              </a:ext>
            </a:extLst>
          </p:cNvPr>
          <p:cNvSpPr>
            <a:spLocks noGrp="1"/>
          </p:cNvSpPr>
          <p:nvPr>
            <p:ph type="title"/>
          </p:nvPr>
        </p:nvSpPr>
        <p:spPr/>
        <p:txBody>
          <a:bodyPr/>
          <a:lstStyle/>
          <a:p>
            <a:r>
              <a:rPr lang="en-US" dirty="0">
                <a:solidFill>
                  <a:srgbClr val="0070C0"/>
                </a:solidFill>
              </a:rPr>
              <a:t>Progressive JPEG MODE</a:t>
            </a:r>
          </a:p>
        </p:txBody>
      </p:sp>
      <p:sp>
        <p:nvSpPr>
          <p:cNvPr id="4" name="Footer Placeholder 3">
            <a:extLst>
              <a:ext uri="{FF2B5EF4-FFF2-40B4-BE49-F238E27FC236}">
                <a16:creationId xmlns:a16="http://schemas.microsoft.com/office/drawing/2014/main" id="{BF5F36EC-BA43-9838-70A7-68060269BD0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9CF38B8-7992-2EB1-3861-5C8A927D024B}"/>
              </a:ext>
            </a:extLst>
          </p:cNvPr>
          <p:cNvSpPr>
            <a:spLocks noGrp="1"/>
          </p:cNvSpPr>
          <p:nvPr>
            <p:ph type="sldNum" sz="quarter" idx="12"/>
          </p:nvPr>
        </p:nvSpPr>
        <p:spPr/>
        <p:txBody>
          <a:bodyPr/>
          <a:lstStyle/>
          <a:p>
            <a:fld id="{382B47E1-F59F-47B3-8D16-B2A0740F319A}" type="slidenum">
              <a:rPr lang="en-US" smtClean="0"/>
              <a:pPr/>
              <a:t>29</a:t>
            </a:fld>
            <a:endParaRPr lang="en-US" dirty="0"/>
          </a:p>
        </p:txBody>
      </p:sp>
      <p:pic>
        <p:nvPicPr>
          <p:cNvPr id="3" name="Picture 2">
            <a:extLst>
              <a:ext uri="{FF2B5EF4-FFF2-40B4-BE49-F238E27FC236}">
                <a16:creationId xmlns:a16="http://schemas.microsoft.com/office/drawing/2014/main" id="{9A68808D-5D94-5013-E0DF-78201474480F}"/>
              </a:ext>
            </a:extLst>
          </p:cNvPr>
          <p:cNvPicPr>
            <a:picLocks noChangeAspect="1"/>
          </p:cNvPicPr>
          <p:nvPr/>
        </p:nvPicPr>
        <p:blipFill>
          <a:blip r:embed="rId3"/>
          <a:stretch>
            <a:fillRect/>
          </a:stretch>
        </p:blipFill>
        <p:spPr>
          <a:xfrm>
            <a:off x="822546" y="2084832"/>
            <a:ext cx="10669884" cy="2265805"/>
          </a:xfrm>
          <a:prstGeom prst="rect">
            <a:avLst/>
          </a:prstGeom>
        </p:spPr>
      </p:pic>
      <p:pic>
        <p:nvPicPr>
          <p:cNvPr id="6" name="Picture 5">
            <a:extLst>
              <a:ext uri="{FF2B5EF4-FFF2-40B4-BE49-F238E27FC236}">
                <a16:creationId xmlns:a16="http://schemas.microsoft.com/office/drawing/2014/main" id="{45DCC2A4-A7E6-54A8-71A7-24DAC628DE85}"/>
              </a:ext>
            </a:extLst>
          </p:cNvPr>
          <p:cNvPicPr>
            <a:picLocks noChangeAspect="1"/>
          </p:cNvPicPr>
          <p:nvPr/>
        </p:nvPicPr>
        <p:blipFill>
          <a:blip r:embed="rId4"/>
          <a:stretch>
            <a:fillRect/>
          </a:stretch>
        </p:blipFill>
        <p:spPr>
          <a:xfrm>
            <a:off x="2229056" y="4350637"/>
            <a:ext cx="7903352" cy="1922147"/>
          </a:xfrm>
          <a:prstGeom prst="rect">
            <a:avLst/>
          </a:prstGeom>
        </p:spPr>
      </p:pic>
    </p:spTree>
    <p:extLst>
      <p:ext uri="{BB962C8B-B14F-4D97-AF65-F5344CB8AC3E}">
        <p14:creationId xmlns:p14="http://schemas.microsoft.com/office/powerpoint/2010/main" val="7777072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17A67-2E68-F814-C593-BA2F5CF71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14D41-8530-B83F-DA5C-DF430C66D5F2}"/>
              </a:ext>
            </a:extLst>
          </p:cNvPr>
          <p:cNvSpPr>
            <a:spLocks noGrp="1"/>
          </p:cNvSpPr>
          <p:nvPr>
            <p:ph type="title"/>
          </p:nvPr>
        </p:nvSpPr>
        <p:spPr/>
        <p:txBody>
          <a:bodyPr/>
          <a:lstStyle/>
          <a:p>
            <a:r>
              <a:rPr lang="en-US" dirty="0">
                <a:solidFill>
                  <a:srgbClr val="0070C0"/>
                </a:solidFill>
              </a:rPr>
              <a:t>Progressive JPEG MODE</a:t>
            </a:r>
          </a:p>
        </p:txBody>
      </p:sp>
      <p:sp>
        <p:nvSpPr>
          <p:cNvPr id="4" name="Footer Placeholder 3">
            <a:extLst>
              <a:ext uri="{FF2B5EF4-FFF2-40B4-BE49-F238E27FC236}">
                <a16:creationId xmlns:a16="http://schemas.microsoft.com/office/drawing/2014/main" id="{2083FD69-196D-2407-F76C-BB6860C73A9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0A6C715-7F4A-D4D7-B1EB-3704BFAC53E6}"/>
              </a:ext>
            </a:extLst>
          </p:cNvPr>
          <p:cNvSpPr>
            <a:spLocks noGrp="1"/>
          </p:cNvSpPr>
          <p:nvPr>
            <p:ph type="sldNum" sz="quarter" idx="12"/>
          </p:nvPr>
        </p:nvSpPr>
        <p:spPr/>
        <p:txBody>
          <a:bodyPr/>
          <a:lstStyle/>
          <a:p>
            <a:fld id="{382B47E1-F59F-47B3-8D16-B2A0740F319A}" type="slidenum">
              <a:rPr lang="en-US" smtClean="0"/>
              <a:pPr/>
              <a:t>30</a:t>
            </a:fld>
            <a:endParaRPr lang="en-US" dirty="0"/>
          </a:p>
        </p:txBody>
      </p:sp>
      <p:pic>
        <p:nvPicPr>
          <p:cNvPr id="7" name="Picture 6">
            <a:extLst>
              <a:ext uri="{FF2B5EF4-FFF2-40B4-BE49-F238E27FC236}">
                <a16:creationId xmlns:a16="http://schemas.microsoft.com/office/drawing/2014/main" id="{803DFB37-3EC8-6026-04B0-1660839AD76F}"/>
              </a:ext>
            </a:extLst>
          </p:cNvPr>
          <p:cNvPicPr>
            <a:picLocks noChangeAspect="1"/>
          </p:cNvPicPr>
          <p:nvPr/>
        </p:nvPicPr>
        <p:blipFill>
          <a:blip r:embed="rId3"/>
          <a:stretch>
            <a:fillRect/>
          </a:stretch>
        </p:blipFill>
        <p:spPr>
          <a:xfrm>
            <a:off x="1024127" y="2084832"/>
            <a:ext cx="10508621" cy="1638959"/>
          </a:xfrm>
          <a:prstGeom prst="rect">
            <a:avLst/>
          </a:prstGeom>
        </p:spPr>
      </p:pic>
      <p:pic>
        <p:nvPicPr>
          <p:cNvPr id="8" name="Picture 7">
            <a:extLst>
              <a:ext uri="{FF2B5EF4-FFF2-40B4-BE49-F238E27FC236}">
                <a16:creationId xmlns:a16="http://schemas.microsoft.com/office/drawing/2014/main" id="{F949C289-145B-5833-83C9-A73F9E93E0A1}"/>
              </a:ext>
            </a:extLst>
          </p:cNvPr>
          <p:cNvPicPr>
            <a:picLocks noChangeAspect="1"/>
          </p:cNvPicPr>
          <p:nvPr/>
        </p:nvPicPr>
        <p:blipFill>
          <a:blip r:embed="rId4"/>
          <a:stretch>
            <a:fillRect/>
          </a:stretch>
        </p:blipFill>
        <p:spPr>
          <a:xfrm>
            <a:off x="1521902" y="3886200"/>
            <a:ext cx="9148195" cy="2194079"/>
          </a:xfrm>
          <a:prstGeom prst="rect">
            <a:avLst/>
          </a:prstGeom>
        </p:spPr>
      </p:pic>
    </p:spTree>
    <p:extLst>
      <p:ext uri="{BB962C8B-B14F-4D97-AF65-F5344CB8AC3E}">
        <p14:creationId xmlns:p14="http://schemas.microsoft.com/office/powerpoint/2010/main" val="525430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7A8C0-24C6-E04A-71A3-A63083CFB1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31C2288-8CA9-E296-675C-9BA0D94D8EB1}"/>
              </a:ext>
            </a:extLst>
          </p:cNvPr>
          <p:cNvPicPr>
            <a:picLocks noChangeAspect="1"/>
          </p:cNvPicPr>
          <p:nvPr/>
        </p:nvPicPr>
        <p:blipFill>
          <a:blip r:embed="rId3"/>
          <a:stretch>
            <a:fillRect/>
          </a:stretch>
        </p:blipFill>
        <p:spPr>
          <a:xfrm>
            <a:off x="1618779" y="1428008"/>
            <a:ext cx="8954441" cy="4948866"/>
          </a:xfrm>
          <a:prstGeom prst="rect">
            <a:avLst/>
          </a:prstGeom>
        </p:spPr>
      </p:pic>
      <p:sp>
        <p:nvSpPr>
          <p:cNvPr id="2" name="Title 1">
            <a:extLst>
              <a:ext uri="{FF2B5EF4-FFF2-40B4-BE49-F238E27FC236}">
                <a16:creationId xmlns:a16="http://schemas.microsoft.com/office/drawing/2014/main" id="{6F71246D-93CA-AC95-04DF-07E087CA2C28}"/>
              </a:ext>
            </a:extLst>
          </p:cNvPr>
          <p:cNvSpPr>
            <a:spLocks noGrp="1"/>
          </p:cNvSpPr>
          <p:nvPr>
            <p:ph type="title"/>
          </p:nvPr>
        </p:nvSpPr>
        <p:spPr/>
        <p:txBody>
          <a:bodyPr/>
          <a:lstStyle/>
          <a:p>
            <a:r>
              <a:rPr lang="en-US" dirty="0">
                <a:solidFill>
                  <a:srgbClr val="0070C0"/>
                </a:solidFill>
              </a:rPr>
              <a:t>Progressive JPEG MODE</a:t>
            </a:r>
          </a:p>
        </p:txBody>
      </p:sp>
      <p:sp>
        <p:nvSpPr>
          <p:cNvPr id="4" name="Footer Placeholder 3">
            <a:extLst>
              <a:ext uri="{FF2B5EF4-FFF2-40B4-BE49-F238E27FC236}">
                <a16:creationId xmlns:a16="http://schemas.microsoft.com/office/drawing/2014/main" id="{F3948FED-191B-E507-E498-8EE43AEA317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4027F78-3EB1-E938-D1DC-D8B1CA3605B0}"/>
              </a:ext>
            </a:extLst>
          </p:cNvPr>
          <p:cNvSpPr>
            <a:spLocks noGrp="1"/>
          </p:cNvSpPr>
          <p:nvPr>
            <p:ph type="sldNum" sz="quarter" idx="12"/>
          </p:nvPr>
        </p:nvSpPr>
        <p:spPr/>
        <p:txBody>
          <a:bodyPr/>
          <a:lstStyle/>
          <a:p>
            <a:fld id="{382B47E1-F59F-47B3-8D16-B2A0740F319A}" type="slidenum">
              <a:rPr lang="en-US" smtClean="0"/>
              <a:pPr/>
              <a:t>31</a:t>
            </a:fld>
            <a:endParaRPr lang="en-US" dirty="0"/>
          </a:p>
        </p:txBody>
      </p:sp>
    </p:spTree>
    <p:extLst>
      <p:ext uri="{BB962C8B-B14F-4D97-AF65-F5344CB8AC3E}">
        <p14:creationId xmlns:p14="http://schemas.microsoft.com/office/powerpoint/2010/main" val="2624750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4677F-04B8-3B6D-EB59-055261EA6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7A38D-C968-5540-AE3F-D73020DC5C79}"/>
              </a:ext>
            </a:extLst>
          </p:cNvPr>
          <p:cNvSpPr>
            <a:spLocks noGrp="1"/>
          </p:cNvSpPr>
          <p:nvPr>
            <p:ph type="title"/>
          </p:nvPr>
        </p:nvSpPr>
        <p:spPr/>
        <p:txBody>
          <a:bodyPr/>
          <a:lstStyle/>
          <a:p>
            <a:r>
              <a:rPr lang="en-US" dirty="0">
                <a:solidFill>
                  <a:srgbClr val="0070C0"/>
                </a:solidFill>
              </a:rPr>
              <a:t>Progressive JPEG MODE</a:t>
            </a:r>
          </a:p>
        </p:txBody>
      </p:sp>
      <p:sp>
        <p:nvSpPr>
          <p:cNvPr id="4" name="Footer Placeholder 3">
            <a:extLst>
              <a:ext uri="{FF2B5EF4-FFF2-40B4-BE49-F238E27FC236}">
                <a16:creationId xmlns:a16="http://schemas.microsoft.com/office/drawing/2014/main" id="{D7B89C4B-EBCC-4238-E050-68FC376659F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C581D5F-EAB7-5F59-FC8A-4904DCAF24A5}"/>
              </a:ext>
            </a:extLst>
          </p:cNvPr>
          <p:cNvSpPr>
            <a:spLocks noGrp="1"/>
          </p:cNvSpPr>
          <p:nvPr>
            <p:ph type="sldNum" sz="quarter" idx="12"/>
          </p:nvPr>
        </p:nvSpPr>
        <p:spPr/>
        <p:txBody>
          <a:bodyPr/>
          <a:lstStyle/>
          <a:p>
            <a:fld id="{382B47E1-F59F-47B3-8D16-B2A0740F319A}" type="slidenum">
              <a:rPr lang="en-US" smtClean="0"/>
              <a:pPr/>
              <a:t>32</a:t>
            </a:fld>
            <a:endParaRPr lang="en-US" dirty="0"/>
          </a:p>
        </p:txBody>
      </p:sp>
      <p:pic>
        <p:nvPicPr>
          <p:cNvPr id="6" name="Picture 5">
            <a:extLst>
              <a:ext uri="{FF2B5EF4-FFF2-40B4-BE49-F238E27FC236}">
                <a16:creationId xmlns:a16="http://schemas.microsoft.com/office/drawing/2014/main" id="{F701D8D6-85B7-6CCF-DC01-EC2B2374B57B}"/>
              </a:ext>
            </a:extLst>
          </p:cNvPr>
          <p:cNvPicPr>
            <a:picLocks noChangeAspect="1"/>
          </p:cNvPicPr>
          <p:nvPr/>
        </p:nvPicPr>
        <p:blipFill>
          <a:blip r:embed="rId3"/>
          <a:stretch>
            <a:fillRect/>
          </a:stretch>
        </p:blipFill>
        <p:spPr>
          <a:xfrm>
            <a:off x="537715" y="2392302"/>
            <a:ext cx="11116570" cy="3478411"/>
          </a:xfrm>
          <a:prstGeom prst="rect">
            <a:avLst/>
          </a:prstGeom>
        </p:spPr>
      </p:pic>
    </p:spTree>
    <p:extLst>
      <p:ext uri="{BB962C8B-B14F-4D97-AF65-F5344CB8AC3E}">
        <p14:creationId xmlns:p14="http://schemas.microsoft.com/office/powerpoint/2010/main" val="1059132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C2CDB-AF0E-5E9C-A205-121398C52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6F7DC-43EE-E80C-9707-93BCDC83056B}"/>
              </a:ext>
            </a:extLst>
          </p:cNvPr>
          <p:cNvSpPr>
            <a:spLocks noGrp="1"/>
          </p:cNvSpPr>
          <p:nvPr>
            <p:ph type="title"/>
          </p:nvPr>
        </p:nvSpPr>
        <p:spPr/>
        <p:txBody>
          <a:bodyPr/>
          <a:lstStyle/>
          <a:p>
            <a:r>
              <a:rPr lang="en-US" dirty="0">
                <a:solidFill>
                  <a:srgbClr val="0070C0"/>
                </a:solidFill>
              </a:rPr>
              <a:t>Hierarchical JPEG MODE</a:t>
            </a:r>
          </a:p>
        </p:txBody>
      </p:sp>
      <p:sp>
        <p:nvSpPr>
          <p:cNvPr id="4" name="Footer Placeholder 3">
            <a:extLst>
              <a:ext uri="{FF2B5EF4-FFF2-40B4-BE49-F238E27FC236}">
                <a16:creationId xmlns:a16="http://schemas.microsoft.com/office/drawing/2014/main" id="{32AB404A-E023-908A-24A6-553EE7D0280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1CBDE65-6C0C-B7E3-928A-D79A7FA1BF51}"/>
              </a:ext>
            </a:extLst>
          </p:cNvPr>
          <p:cNvSpPr>
            <a:spLocks noGrp="1"/>
          </p:cNvSpPr>
          <p:nvPr>
            <p:ph type="sldNum" sz="quarter" idx="12"/>
          </p:nvPr>
        </p:nvSpPr>
        <p:spPr/>
        <p:txBody>
          <a:bodyPr/>
          <a:lstStyle/>
          <a:p>
            <a:fld id="{382B47E1-F59F-47B3-8D16-B2A0740F319A}" type="slidenum">
              <a:rPr lang="en-US" smtClean="0"/>
              <a:pPr/>
              <a:t>33</a:t>
            </a:fld>
            <a:endParaRPr lang="en-US" dirty="0"/>
          </a:p>
        </p:txBody>
      </p:sp>
      <p:pic>
        <p:nvPicPr>
          <p:cNvPr id="3" name="Picture 2">
            <a:extLst>
              <a:ext uri="{FF2B5EF4-FFF2-40B4-BE49-F238E27FC236}">
                <a16:creationId xmlns:a16="http://schemas.microsoft.com/office/drawing/2014/main" id="{B5ABF169-D7F2-5EB1-73D0-74900A1C3F2C}"/>
              </a:ext>
            </a:extLst>
          </p:cNvPr>
          <p:cNvPicPr>
            <a:picLocks noChangeAspect="1"/>
          </p:cNvPicPr>
          <p:nvPr/>
        </p:nvPicPr>
        <p:blipFill>
          <a:blip r:embed="rId3"/>
          <a:stretch>
            <a:fillRect/>
          </a:stretch>
        </p:blipFill>
        <p:spPr>
          <a:xfrm>
            <a:off x="1133498" y="2084832"/>
            <a:ext cx="10157352" cy="3341410"/>
          </a:xfrm>
          <a:prstGeom prst="rect">
            <a:avLst/>
          </a:prstGeom>
        </p:spPr>
      </p:pic>
      <p:sp>
        <p:nvSpPr>
          <p:cNvPr id="7" name="TextBox 6">
            <a:extLst>
              <a:ext uri="{FF2B5EF4-FFF2-40B4-BE49-F238E27FC236}">
                <a16:creationId xmlns:a16="http://schemas.microsoft.com/office/drawing/2014/main" id="{95295279-C5B6-E937-09BF-A16982C54899}"/>
              </a:ext>
            </a:extLst>
          </p:cNvPr>
          <p:cNvSpPr txBox="1"/>
          <p:nvPr/>
        </p:nvSpPr>
        <p:spPr>
          <a:xfrm>
            <a:off x="3683668" y="5682058"/>
            <a:ext cx="4824663"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b="1" dirty="0">
                <a:solidFill>
                  <a:srgbClr val="339933"/>
                </a:solidFill>
              </a:rPr>
              <a:t>It is </a:t>
            </a:r>
            <a:r>
              <a:rPr lang="en-US" sz="2800" b="1" dirty="0">
                <a:solidFill>
                  <a:srgbClr val="C00000"/>
                </a:solidFill>
              </a:rPr>
              <a:t>NOT</a:t>
            </a:r>
            <a:r>
              <a:rPr lang="en-US" sz="2800" b="1" dirty="0">
                <a:solidFill>
                  <a:srgbClr val="339933"/>
                </a:solidFill>
              </a:rPr>
              <a:t> JPEG2000</a:t>
            </a:r>
          </a:p>
        </p:txBody>
      </p:sp>
    </p:spTree>
    <p:extLst>
      <p:ext uri="{BB962C8B-B14F-4D97-AF65-F5344CB8AC3E}">
        <p14:creationId xmlns:p14="http://schemas.microsoft.com/office/powerpoint/2010/main" val="146606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CF650-5D2D-65FC-01E5-333551116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FD6DB-0164-E78A-BF05-41A9C8E3156A}"/>
              </a:ext>
            </a:extLst>
          </p:cNvPr>
          <p:cNvSpPr>
            <a:spLocks noGrp="1"/>
          </p:cNvSpPr>
          <p:nvPr>
            <p:ph type="title"/>
          </p:nvPr>
        </p:nvSpPr>
        <p:spPr/>
        <p:txBody>
          <a:bodyPr/>
          <a:lstStyle/>
          <a:p>
            <a:r>
              <a:rPr lang="en-US" dirty="0">
                <a:solidFill>
                  <a:srgbClr val="0070C0"/>
                </a:solidFill>
              </a:rPr>
              <a:t>Hierarchical JPEG Mode</a:t>
            </a:r>
          </a:p>
        </p:txBody>
      </p:sp>
      <p:sp>
        <p:nvSpPr>
          <p:cNvPr id="4" name="Footer Placeholder 3">
            <a:extLst>
              <a:ext uri="{FF2B5EF4-FFF2-40B4-BE49-F238E27FC236}">
                <a16:creationId xmlns:a16="http://schemas.microsoft.com/office/drawing/2014/main" id="{A4AB7B1B-8824-0D99-2E09-87B64078B31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0379587-6638-DA2C-EDC1-39C925D73672}"/>
              </a:ext>
            </a:extLst>
          </p:cNvPr>
          <p:cNvSpPr>
            <a:spLocks noGrp="1"/>
          </p:cNvSpPr>
          <p:nvPr>
            <p:ph type="sldNum" sz="quarter" idx="12"/>
          </p:nvPr>
        </p:nvSpPr>
        <p:spPr/>
        <p:txBody>
          <a:bodyPr/>
          <a:lstStyle/>
          <a:p>
            <a:fld id="{382B47E1-F59F-47B3-8D16-B2A0740F319A}" type="slidenum">
              <a:rPr lang="en-US" smtClean="0"/>
              <a:pPr/>
              <a:t>34</a:t>
            </a:fld>
            <a:endParaRPr lang="en-US" dirty="0"/>
          </a:p>
        </p:txBody>
      </p:sp>
      <p:pic>
        <p:nvPicPr>
          <p:cNvPr id="6" name="Picture 5">
            <a:extLst>
              <a:ext uri="{FF2B5EF4-FFF2-40B4-BE49-F238E27FC236}">
                <a16:creationId xmlns:a16="http://schemas.microsoft.com/office/drawing/2014/main" id="{32FC1385-A9A7-E665-7AA4-17AD7966CD33}"/>
              </a:ext>
            </a:extLst>
          </p:cNvPr>
          <p:cNvPicPr>
            <a:picLocks noChangeAspect="1"/>
          </p:cNvPicPr>
          <p:nvPr/>
        </p:nvPicPr>
        <p:blipFill>
          <a:blip r:embed="rId3"/>
          <a:stretch>
            <a:fillRect/>
          </a:stretch>
        </p:blipFill>
        <p:spPr>
          <a:xfrm>
            <a:off x="2056033" y="1724993"/>
            <a:ext cx="8079933" cy="4736102"/>
          </a:xfrm>
          <a:prstGeom prst="rect">
            <a:avLst/>
          </a:prstGeom>
        </p:spPr>
      </p:pic>
    </p:spTree>
    <p:extLst>
      <p:ext uri="{BB962C8B-B14F-4D97-AF65-F5344CB8AC3E}">
        <p14:creationId xmlns:p14="http://schemas.microsoft.com/office/powerpoint/2010/main" val="3259285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28F1D-9FEC-F7AF-FC67-BDE289162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64108-B426-7589-84F2-1124F73254CF}"/>
              </a:ext>
            </a:extLst>
          </p:cNvPr>
          <p:cNvSpPr>
            <a:spLocks noGrp="1"/>
          </p:cNvSpPr>
          <p:nvPr>
            <p:ph type="title"/>
          </p:nvPr>
        </p:nvSpPr>
        <p:spPr/>
        <p:txBody>
          <a:bodyPr/>
          <a:lstStyle/>
          <a:p>
            <a:r>
              <a:rPr lang="en-US" dirty="0">
                <a:solidFill>
                  <a:srgbClr val="0070C0"/>
                </a:solidFill>
              </a:rPr>
              <a:t>Hierarchical JPEG</a:t>
            </a:r>
          </a:p>
        </p:txBody>
      </p:sp>
      <p:sp>
        <p:nvSpPr>
          <p:cNvPr id="4" name="Footer Placeholder 3">
            <a:extLst>
              <a:ext uri="{FF2B5EF4-FFF2-40B4-BE49-F238E27FC236}">
                <a16:creationId xmlns:a16="http://schemas.microsoft.com/office/drawing/2014/main" id="{73740D91-8948-CD7B-6361-2D6F3DC5A78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02B45F7-3355-01C0-6F1E-398435B3E8F2}"/>
              </a:ext>
            </a:extLst>
          </p:cNvPr>
          <p:cNvSpPr>
            <a:spLocks noGrp="1"/>
          </p:cNvSpPr>
          <p:nvPr>
            <p:ph type="sldNum" sz="quarter" idx="12"/>
          </p:nvPr>
        </p:nvSpPr>
        <p:spPr/>
        <p:txBody>
          <a:bodyPr/>
          <a:lstStyle/>
          <a:p>
            <a:fld id="{382B47E1-F59F-47B3-8D16-B2A0740F319A}" type="slidenum">
              <a:rPr lang="en-US" smtClean="0"/>
              <a:pPr/>
              <a:t>35</a:t>
            </a:fld>
            <a:endParaRPr lang="en-US" dirty="0"/>
          </a:p>
        </p:txBody>
      </p:sp>
      <p:pic>
        <p:nvPicPr>
          <p:cNvPr id="3" name="Picture 2">
            <a:extLst>
              <a:ext uri="{FF2B5EF4-FFF2-40B4-BE49-F238E27FC236}">
                <a16:creationId xmlns:a16="http://schemas.microsoft.com/office/drawing/2014/main" id="{3B6C3926-E4EC-F55C-DD63-A086793DD902}"/>
              </a:ext>
            </a:extLst>
          </p:cNvPr>
          <p:cNvPicPr>
            <a:picLocks noChangeAspect="1"/>
          </p:cNvPicPr>
          <p:nvPr/>
        </p:nvPicPr>
        <p:blipFill>
          <a:blip r:embed="rId3"/>
          <a:stretch>
            <a:fillRect/>
          </a:stretch>
        </p:blipFill>
        <p:spPr>
          <a:xfrm>
            <a:off x="901150" y="1886013"/>
            <a:ext cx="10484625" cy="3949303"/>
          </a:xfrm>
          <a:prstGeom prst="rect">
            <a:avLst/>
          </a:prstGeom>
        </p:spPr>
      </p:pic>
      <p:sp>
        <p:nvSpPr>
          <p:cNvPr id="7" name="TextBox 6">
            <a:extLst>
              <a:ext uri="{FF2B5EF4-FFF2-40B4-BE49-F238E27FC236}">
                <a16:creationId xmlns:a16="http://schemas.microsoft.com/office/drawing/2014/main" id="{91465925-CD2C-69CF-CF43-CDB5A80054A8}"/>
              </a:ext>
            </a:extLst>
          </p:cNvPr>
          <p:cNvSpPr txBox="1"/>
          <p:nvPr/>
        </p:nvSpPr>
        <p:spPr>
          <a:xfrm>
            <a:off x="1024127" y="5917373"/>
            <a:ext cx="10266722"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solidFill>
                  <a:srgbClr val="C00000"/>
                </a:solidFill>
              </a:rPr>
              <a:t>We’re Not Using Wavelet to do so  ….</a:t>
            </a:r>
          </a:p>
        </p:txBody>
      </p:sp>
      <p:sp>
        <p:nvSpPr>
          <p:cNvPr id="8" name="TextBox 7">
            <a:extLst>
              <a:ext uri="{FF2B5EF4-FFF2-40B4-BE49-F238E27FC236}">
                <a16:creationId xmlns:a16="http://schemas.microsoft.com/office/drawing/2014/main" id="{3CDF6E26-A8F3-C0FD-AE75-4A1AD6D6ADD1}"/>
              </a:ext>
            </a:extLst>
          </p:cNvPr>
          <p:cNvSpPr txBox="1"/>
          <p:nvPr/>
        </p:nvSpPr>
        <p:spPr>
          <a:xfrm>
            <a:off x="5712383" y="1111458"/>
            <a:ext cx="5101391"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We’re Only Down Sampling the Image</a:t>
            </a:r>
          </a:p>
        </p:txBody>
      </p:sp>
    </p:spTree>
    <p:extLst>
      <p:ext uri="{BB962C8B-B14F-4D97-AF65-F5344CB8AC3E}">
        <p14:creationId xmlns:p14="http://schemas.microsoft.com/office/powerpoint/2010/main" val="4175154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EBD7E-301C-88F9-383E-E8464EAA3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000BE-66DD-EABD-1E95-5AE27E952822}"/>
              </a:ext>
            </a:extLst>
          </p:cNvPr>
          <p:cNvSpPr>
            <a:spLocks noGrp="1"/>
          </p:cNvSpPr>
          <p:nvPr>
            <p:ph type="title"/>
          </p:nvPr>
        </p:nvSpPr>
        <p:spPr/>
        <p:txBody>
          <a:bodyPr/>
          <a:lstStyle/>
          <a:p>
            <a:r>
              <a:rPr lang="en-US" dirty="0">
                <a:solidFill>
                  <a:srgbClr val="0070C0"/>
                </a:solidFill>
              </a:rPr>
              <a:t>Hierarchical JPEG mode</a:t>
            </a:r>
          </a:p>
        </p:txBody>
      </p:sp>
      <p:sp>
        <p:nvSpPr>
          <p:cNvPr id="4" name="Footer Placeholder 3">
            <a:extLst>
              <a:ext uri="{FF2B5EF4-FFF2-40B4-BE49-F238E27FC236}">
                <a16:creationId xmlns:a16="http://schemas.microsoft.com/office/drawing/2014/main" id="{4386401D-6A0F-42C4-BD6B-2217025291E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50774D0-6F3C-07E1-36B2-4BC92B895747}"/>
              </a:ext>
            </a:extLst>
          </p:cNvPr>
          <p:cNvSpPr>
            <a:spLocks noGrp="1"/>
          </p:cNvSpPr>
          <p:nvPr>
            <p:ph type="sldNum" sz="quarter" idx="12"/>
          </p:nvPr>
        </p:nvSpPr>
        <p:spPr/>
        <p:txBody>
          <a:bodyPr/>
          <a:lstStyle/>
          <a:p>
            <a:fld id="{382B47E1-F59F-47B3-8D16-B2A0740F319A}" type="slidenum">
              <a:rPr lang="en-US" smtClean="0"/>
              <a:pPr/>
              <a:t>36</a:t>
            </a:fld>
            <a:endParaRPr lang="en-US" dirty="0"/>
          </a:p>
        </p:txBody>
      </p:sp>
      <p:sp>
        <p:nvSpPr>
          <p:cNvPr id="9" name="TextBox 8">
            <a:extLst>
              <a:ext uri="{FF2B5EF4-FFF2-40B4-BE49-F238E27FC236}">
                <a16:creationId xmlns:a16="http://schemas.microsoft.com/office/drawing/2014/main" id="{C024DFFD-A656-F18A-5705-2F3561CF3BF4}"/>
              </a:ext>
            </a:extLst>
          </p:cNvPr>
          <p:cNvSpPr txBox="1"/>
          <p:nvPr/>
        </p:nvSpPr>
        <p:spPr>
          <a:xfrm>
            <a:off x="1024127" y="2028043"/>
            <a:ext cx="10266722" cy="3785652"/>
          </a:xfrm>
          <a:prstGeom prst="rect">
            <a:avLst/>
          </a:prstGeom>
          <a:noFill/>
        </p:spPr>
        <p:txBody>
          <a:bodyPr wrap="square">
            <a:spAutoFit/>
          </a:bodyPr>
          <a:lstStyle/>
          <a:p>
            <a:r>
              <a:rPr lang="en-US" sz="2400" b="1" dirty="0"/>
              <a:t>Hierarchical JPEG</a:t>
            </a:r>
            <a:r>
              <a:rPr lang="en-US" sz="2400" dirty="0"/>
              <a:t> is built on the same foundation as all other "classic" JPEGs:</a:t>
            </a:r>
          </a:p>
          <a:p>
            <a:r>
              <a:rPr lang="en-US" sz="2400" dirty="0"/>
              <a:t> 					The </a:t>
            </a:r>
            <a:r>
              <a:rPr lang="en-US" sz="2400" b="1" dirty="0"/>
              <a:t>Discrete Cosine Transform (DCT)</a:t>
            </a:r>
            <a:r>
              <a:rPr lang="en-US" sz="2400" dirty="0"/>
              <a:t>.</a:t>
            </a:r>
          </a:p>
          <a:p>
            <a:endParaRPr lang="en-US" sz="2400" dirty="0"/>
          </a:p>
          <a:p>
            <a:r>
              <a:rPr lang="en-US" sz="2400" dirty="0"/>
              <a:t>It works by breaking the image into 8x8 pixel blocks and applying the DCT to each block. This is why all classic JPEGs, including Hierarchical, can suffer from "blocking"—visible squares in the image—at high compression.</a:t>
            </a:r>
          </a:p>
          <a:p>
            <a:endParaRPr lang="en-US" sz="2400" dirty="0"/>
          </a:p>
          <a:p>
            <a:r>
              <a:rPr lang="en-US" sz="2400" dirty="0"/>
              <a:t> </a:t>
            </a:r>
            <a:r>
              <a:rPr lang="en-US" sz="2400" b="1" dirty="0">
                <a:solidFill>
                  <a:srgbClr val="C00000"/>
                </a:solidFill>
              </a:rPr>
              <a:t>Hierarchical mode creates a multi-resolution file by downscaling the image, encoding the small version, then upscaling it and encoding the </a:t>
            </a:r>
            <a:r>
              <a:rPr lang="en-US" sz="2400" b="1" i="1" dirty="0">
                <a:solidFill>
                  <a:srgbClr val="C00000"/>
                </a:solidFill>
              </a:rPr>
              <a:t>difference</a:t>
            </a:r>
            <a:r>
              <a:rPr lang="en-US" sz="2400" b="1" dirty="0">
                <a:solidFill>
                  <a:srgbClr val="C00000"/>
                </a:solidFill>
              </a:rPr>
              <a:t> for the next level up.</a:t>
            </a:r>
          </a:p>
        </p:txBody>
      </p:sp>
    </p:spTree>
    <p:extLst>
      <p:ext uri="{BB962C8B-B14F-4D97-AF65-F5344CB8AC3E}">
        <p14:creationId xmlns:p14="http://schemas.microsoft.com/office/powerpoint/2010/main" val="2136866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B0705-5241-0C35-F3D0-C4A62017E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4B164E-75BE-F13F-E8B8-59D1A1A4937E}"/>
              </a:ext>
            </a:extLst>
          </p:cNvPr>
          <p:cNvSpPr>
            <a:spLocks noGrp="1"/>
          </p:cNvSpPr>
          <p:nvPr>
            <p:ph type="title"/>
          </p:nvPr>
        </p:nvSpPr>
        <p:spPr/>
        <p:txBody>
          <a:bodyPr/>
          <a:lstStyle/>
          <a:p>
            <a:r>
              <a:rPr lang="en-US" dirty="0">
                <a:solidFill>
                  <a:srgbClr val="0070C0"/>
                </a:solidFill>
              </a:rPr>
              <a:t>Lossy JPEG modes overview</a:t>
            </a:r>
          </a:p>
        </p:txBody>
      </p:sp>
      <p:sp>
        <p:nvSpPr>
          <p:cNvPr id="4" name="Footer Placeholder 3">
            <a:extLst>
              <a:ext uri="{FF2B5EF4-FFF2-40B4-BE49-F238E27FC236}">
                <a16:creationId xmlns:a16="http://schemas.microsoft.com/office/drawing/2014/main" id="{9C790504-295B-5ECC-E10B-D3DA86AC3F5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8DB2A4D-D3C4-C61C-8A85-07B3CAB640FD}"/>
              </a:ext>
            </a:extLst>
          </p:cNvPr>
          <p:cNvSpPr>
            <a:spLocks noGrp="1"/>
          </p:cNvSpPr>
          <p:nvPr>
            <p:ph type="sldNum" sz="quarter" idx="12"/>
          </p:nvPr>
        </p:nvSpPr>
        <p:spPr/>
        <p:txBody>
          <a:bodyPr/>
          <a:lstStyle/>
          <a:p>
            <a:fld id="{382B47E1-F59F-47B3-8D16-B2A0740F319A}" type="slidenum">
              <a:rPr lang="en-US" smtClean="0"/>
              <a:pPr/>
              <a:t>37</a:t>
            </a:fld>
            <a:endParaRPr lang="en-US" dirty="0"/>
          </a:p>
        </p:txBody>
      </p:sp>
      <p:pic>
        <p:nvPicPr>
          <p:cNvPr id="17" name="Picture 16">
            <a:extLst>
              <a:ext uri="{FF2B5EF4-FFF2-40B4-BE49-F238E27FC236}">
                <a16:creationId xmlns:a16="http://schemas.microsoft.com/office/drawing/2014/main" id="{99B6E7D4-A308-909A-2D76-C8B948CD812C}"/>
              </a:ext>
            </a:extLst>
          </p:cNvPr>
          <p:cNvPicPr>
            <a:picLocks noChangeAspect="1"/>
          </p:cNvPicPr>
          <p:nvPr/>
        </p:nvPicPr>
        <p:blipFill>
          <a:blip r:embed="rId3"/>
          <a:stretch>
            <a:fillRect/>
          </a:stretch>
        </p:blipFill>
        <p:spPr>
          <a:xfrm>
            <a:off x="939442" y="1539714"/>
            <a:ext cx="10436091" cy="4822739"/>
          </a:xfrm>
          <a:prstGeom prst="rect">
            <a:avLst/>
          </a:prstGeom>
        </p:spPr>
      </p:pic>
    </p:spTree>
    <p:extLst>
      <p:ext uri="{BB962C8B-B14F-4D97-AF65-F5344CB8AC3E}">
        <p14:creationId xmlns:p14="http://schemas.microsoft.com/office/powerpoint/2010/main" val="38396433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997F6-E122-1809-F2E6-FDE94AE6C9E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3B95326-6E1A-D13B-7D3E-2D81FB77433B}"/>
              </a:ext>
            </a:extLst>
          </p:cNvPr>
          <p:cNvPicPr>
            <a:picLocks noChangeAspect="1"/>
          </p:cNvPicPr>
          <p:nvPr/>
        </p:nvPicPr>
        <p:blipFill>
          <a:blip r:embed="rId3"/>
          <a:stretch>
            <a:fillRect/>
          </a:stretch>
        </p:blipFill>
        <p:spPr>
          <a:xfrm>
            <a:off x="1656297" y="1450246"/>
            <a:ext cx="9002381" cy="5010849"/>
          </a:xfrm>
          <a:prstGeom prst="rect">
            <a:avLst/>
          </a:prstGeom>
        </p:spPr>
      </p:pic>
      <p:sp>
        <p:nvSpPr>
          <p:cNvPr id="2" name="Title 1">
            <a:extLst>
              <a:ext uri="{FF2B5EF4-FFF2-40B4-BE49-F238E27FC236}">
                <a16:creationId xmlns:a16="http://schemas.microsoft.com/office/drawing/2014/main" id="{549CCB56-7889-E477-EF4F-1A11938DDFE3}"/>
              </a:ext>
            </a:extLst>
          </p:cNvPr>
          <p:cNvSpPr>
            <a:spLocks noGrp="1"/>
          </p:cNvSpPr>
          <p:nvPr>
            <p:ph type="title"/>
          </p:nvPr>
        </p:nvSpPr>
        <p:spPr/>
        <p:txBody>
          <a:bodyPr/>
          <a:lstStyle/>
          <a:p>
            <a:r>
              <a:rPr lang="en-US" dirty="0">
                <a:solidFill>
                  <a:srgbClr val="0070C0"/>
                </a:solidFill>
              </a:rPr>
              <a:t>Jpeg bitstream</a:t>
            </a:r>
          </a:p>
        </p:txBody>
      </p:sp>
      <p:sp>
        <p:nvSpPr>
          <p:cNvPr id="4" name="Footer Placeholder 3">
            <a:extLst>
              <a:ext uri="{FF2B5EF4-FFF2-40B4-BE49-F238E27FC236}">
                <a16:creationId xmlns:a16="http://schemas.microsoft.com/office/drawing/2014/main" id="{0DBDBD2F-40DE-F783-EDBE-47390F7E8A8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067A3ED-8F68-AB2E-0DFD-0F193FB8C2E2}"/>
              </a:ext>
            </a:extLst>
          </p:cNvPr>
          <p:cNvSpPr>
            <a:spLocks noGrp="1"/>
          </p:cNvSpPr>
          <p:nvPr>
            <p:ph type="sldNum" sz="quarter" idx="12"/>
          </p:nvPr>
        </p:nvSpPr>
        <p:spPr/>
        <p:txBody>
          <a:bodyPr/>
          <a:lstStyle/>
          <a:p>
            <a:fld id="{382B47E1-F59F-47B3-8D16-B2A0740F319A}" type="slidenum">
              <a:rPr lang="en-US" smtClean="0"/>
              <a:pPr/>
              <a:t>38</a:t>
            </a:fld>
            <a:endParaRPr lang="en-US" dirty="0"/>
          </a:p>
        </p:txBody>
      </p:sp>
    </p:spTree>
    <p:extLst>
      <p:ext uri="{BB962C8B-B14F-4D97-AF65-F5344CB8AC3E}">
        <p14:creationId xmlns:p14="http://schemas.microsoft.com/office/powerpoint/2010/main" val="2730617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03F06-59A0-84FB-15E4-5B0F6909C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5CFDB-B6D3-D5E3-0FF8-34C90FB092B2}"/>
              </a:ext>
            </a:extLst>
          </p:cNvPr>
          <p:cNvSpPr>
            <a:spLocks noGrp="1"/>
          </p:cNvSpPr>
          <p:nvPr>
            <p:ph type="title"/>
          </p:nvPr>
        </p:nvSpPr>
        <p:spPr/>
        <p:txBody>
          <a:bodyPr/>
          <a:lstStyle/>
          <a:p>
            <a:r>
              <a:rPr lang="en-US" dirty="0">
                <a:solidFill>
                  <a:srgbClr val="0070C0"/>
                </a:solidFill>
              </a:rPr>
              <a:t>Wavelet-based image coding system</a:t>
            </a:r>
          </a:p>
        </p:txBody>
      </p:sp>
      <p:sp>
        <p:nvSpPr>
          <p:cNvPr id="4" name="Footer Placeholder 3">
            <a:extLst>
              <a:ext uri="{FF2B5EF4-FFF2-40B4-BE49-F238E27FC236}">
                <a16:creationId xmlns:a16="http://schemas.microsoft.com/office/drawing/2014/main" id="{B46F3E33-B765-AD2E-F0E5-3A209FDB15C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BDAD6D6-FEA4-2147-3799-68521D792734}"/>
              </a:ext>
            </a:extLst>
          </p:cNvPr>
          <p:cNvSpPr>
            <a:spLocks noGrp="1"/>
          </p:cNvSpPr>
          <p:nvPr>
            <p:ph type="sldNum" sz="quarter" idx="12"/>
          </p:nvPr>
        </p:nvSpPr>
        <p:spPr/>
        <p:txBody>
          <a:bodyPr/>
          <a:lstStyle/>
          <a:p>
            <a:fld id="{382B47E1-F59F-47B3-8D16-B2A0740F319A}" type="slidenum">
              <a:rPr lang="en-US" smtClean="0"/>
              <a:pPr/>
              <a:t>39</a:t>
            </a:fld>
            <a:endParaRPr lang="en-US" dirty="0"/>
          </a:p>
        </p:txBody>
      </p:sp>
      <p:pic>
        <p:nvPicPr>
          <p:cNvPr id="6" name="Picture 5">
            <a:extLst>
              <a:ext uri="{FF2B5EF4-FFF2-40B4-BE49-F238E27FC236}">
                <a16:creationId xmlns:a16="http://schemas.microsoft.com/office/drawing/2014/main" id="{088F06F2-63FC-65CD-E646-544B281F0858}"/>
              </a:ext>
            </a:extLst>
          </p:cNvPr>
          <p:cNvPicPr>
            <a:picLocks noChangeAspect="1"/>
          </p:cNvPicPr>
          <p:nvPr/>
        </p:nvPicPr>
        <p:blipFill>
          <a:blip r:embed="rId3"/>
          <a:stretch>
            <a:fillRect/>
          </a:stretch>
        </p:blipFill>
        <p:spPr>
          <a:xfrm>
            <a:off x="984114" y="2000611"/>
            <a:ext cx="10306736" cy="4164845"/>
          </a:xfrm>
          <a:prstGeom prst="rect">
            <a:avLst/>
          </a:prstGeom>
        </p:spPr>
      </p:pic>
    </p:spTree>
    <p:extLst>
      <p:ext uri="{BB962C8B-B14F-4D97-AF65-F5344CB8AC3E}">
        <p14:creationId xmlns:p14="http://schemas.microsoft.com/office/powerpoint/2010/main" val="34969869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7D9AA-C804-6EA2-C835-FB5A13971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EDE4C-15A4-B1AF-4538-A40D6EF07413}"/>
              </a:ext>
            </a:extLst>
          </p:cNvPr>
          <p:cNvSpPr>
            <a:spLocks noGrp="1"/>
          </p:cNvSpPr>
          <p:nvPr>
            <p:ph type="title"/>
          </p:nvPr>
        </p:nvSpPr>
        <p:spPr/>
        <p:txBody>
          <a:bodyPr/>
          <a:lstStyle/>
          <a:p>
            <a:r>
              <a:rPr lang="en-US" dirty="0">
                <a:solidFill>
                  <a:srgbClr val="0070C0"/>
                </a:solidFill>
              </a:rPr>
              <a:t>2-d discrete wavelet transform</a:t>
            </a:r>
          </a:p>
        </p:txBody>
      </p:sp>
      <p:sp>
        <p:nvSpPr>
          <p:cNvPr id="4" name="Footer Placeholder 3">
            <a:extLst>
              <a:ext uri="{FF2B5EF4-FFF2-40B4-BE49-F238E27FC236}">
                <a16:creationId xmlns:a16="http://schemas.microsoft.com/office/drawing/2014/main" id="{47848ECC-01A3-9A77-3312-39C375715B9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F35EEA0-FE12-3345-8627-2C5BE8E4A726}"/>
              </a:ext>
            </a:extLst>
          </p:cNvPr>
          <p:cNvSpPr>
            <a:spLocks noGrp="1"/>
          </p:cNvSpPr>
          <p:nvPr>
            <p:ph type="sldNum" sz="quarter" idx="12"/>
          </p:nvPr>
        </p:nvSpPr>
        <p:spPr/>
        <p:txBody>
          <a:bodyPr/>
          <a:lstStyle/>
          <a:p>
            <a:fld id="{382B47E1-F59F-47B3-8D16-B2A0740F319A}" type="slidenum">
              <a:rPr lang="en-US" smtClean="0"/>
              <a:pPr/>
              <a:t>40</a:t>
            </a:fld>
            <a:endParaRPr lang="en-US" dirty="0"/>
          </a:p>
        </p:txBody>
      </p:sp>
      <p:pic>
        <p:nvPicPr>
          <p:cNvPr id="3" name="Picture 2">
            <a:extLst>
              <a:ext uri="{FF2B5EF4-FFF2-40B4-BE49-F238E27FC236}">
                <a16:creationId xmlns:a16="http://schemas.microsoft.com/office/drawing/2014/main" id="{C0F9EA63-A2E4-190A-E3A1-03489F92A701}"/>
              </a:ext>
            </a:extLst>
          </p:cNvPr>
          <p:cNvPicPr>
            <a:picLocks noChangeAspect="1"/>
          </p:cNvPicPr>
          <p:nvPr/>
        </p:nvPicPr>
        <p:blipFill>
          <a:blip r:embed="rId3"/>
          <a:stretch>
            <a:fillRect/>
          </a:stretch>
        </p:blipFill>
        <p:spPr>
          <a:xfrm>
            <a:off x="2243795" y="1797247"/>
            <a:ext cx="9775751" cy="4663848"/>
          </a:xfrm>
          <a:prstGeom prst="rect">
            <a:avLst/>
          </a:prstGeom>
        </p:spPr>
      </p:pic>
      <p:pic>
        <p:nvPicPr>
          <p:cNvPr id="6" name="Picture 5">
            <a:extLst>
              <a:ext uri="{FF2B5EF4-FFF2-40B4-BE49-F238E27FC236}">
                <a16:creationId xmlns:a16="http://schemas.microsoft.com/office/drawing/2014/main" id="{CC3C9838-3EFB-5172-CF11-5554661D110C}"/>
              </a:ext>
            </a:extLst>
          </p:cNvPr>
          <p:cNvPicPr>
            <a:picLocks noChangeAspect="1"/>
          </p:cNvPicPr>
          <p:nvPr/>
        </p:nvPicPr>
        <p:blipFill>
          <a:blip r:embed="rId4"/>
          <a:stretch>
            <a:fillRect/>
          </a:stretch>
        </p:blipFill>
        <p:spPr>
          <a:xfrm>
            <a:off x="1024127" y="1716885"/>
            <a:ext cx="2411545" cy="1579978"/>
          </a:xfrm>
          <a:prstGeom prst="rect">
            <a:avLst/>
          </a:prstGeom>
        </p:spPr>
      </p:pic>
      <p:pic>
        <p:nvPicPr>
          <p:cNvPr id="8" name="Picture 7">
            <a:extLst>
              <a:ext uri="{FF2B5EF4-FFF2-40B4-BE49-F238E27FC236}">
                <a16:creationId xmlns:a16="http://schemas.microsoft.com/office/drawing/2014/main" id="{5533D103-7698-111F-06C3-EE6EE481C1F8}"/>
              </a:ext>
            </a:extLst>
          </p:cNvPr>
          <p:cNvPicPr>
            <a:picLocks noChangeAspect="1"/>
          </p:cNvPicPr>
          <p:nvPr/>
        </p:nvPicPr>
        <p:blipFill>
          <a:blip r:embed="rId5"/>
          <a:stretch>
            <a:fillRect/>
          </a:stretch>
        </p:blipFill>
        <p:spPr>
          <a:xfrm>
            <a:off x="172454" y="4140828"/>
            <a:ext cx="3372321" cy="1943371"/>
          </a:xfrm>
          <a:prstGeom prst="rect">
            <a:avLst/>
          </a:prstGeom>
        </p:spPr>
      </p:pic>
    </p:spTree>
    <p:extLst>
      <p:ext uri="{BB962C8B-B14F-4D97-AF65-F5344CB8AC3E}">
        <p14:creationId xmlns:p14="http://schemas.microsoft.com/office/powerpoint/2010/main" val="13227132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AA46B-D878-A468-A1F2-A629D03E9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06870-B2B6-7857-DD36-4EFFBFC0D069}"/>
              </a:ext>
            </a:extLst>
          </p:cNvPr>
          <p:cNvSpPr>
            <a:spLocks noGrp="1"/>
          </p:cNvSpPr>
          <p:nvPr>
            <p:ph type="title"/>
          </p:nvPr>
        </p:nvSpPr>
        <p:spPr/>
        <p:txBody>
          <a:bodyPr/>
          <a:lstStyle/>
          <a:p>
            <a:r>
              <a:rPr lang="en-US" dirty="0">
                <a:solidFill>
                  <a:srgbClr val="0070C0"/>
                </a:solidFill>
              </a:rPr>
              <a:t>2-d discrete wavelet transform</a:t>
            </a:r>
          </a:p>
        </p:txBody>
      </p:sp>
      <p:sp>
        <p:nvSpPr>
          <p:cNvPr id="4" name="Footer Placeholder 3">
            <a:extLst>
              <a:ext uri="{FF2B5EF4-FFF2-40B4-BE49-F238E27FC236}">
                <a16:creationId xmlns:a16="http://schemas.microsoft.com/office/drawing/2014/main" id="{945E773C-9A28-8999-8821-E58499B0DFD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C3579C7-E769-6865-B5D9-79D8DFFC446B}"/>
              </a:ext>
            </a:extLst>
          </p:cNvPr>
          <p:cNvSpPr>
            <a:spLocks noGrp="1"/>
          </p:cNvSpPr>
          <p:nvPr>
            <p:ph type="sldNum" sz="quarter" idx="12"/>
          </p:nvPr>
        </p:nvSpPr>
        <p:spPr/>
        <p:txBody>
          <a:bodyPr/>
          <a:lstStyle/>
          <a:p>
            <a:fld id="{382B47E1-F59F-47B3-8D16-B2A0740F319A}" type="slidenum">
              <a:rPr lang="en-US" smtClean="0"/>
              <a:pPr/>
              <a:t>41</a:t>
            </a:fld>
            <a:endParaRPr lang="en-US" dirty="0"/>
          </a:p>
        </p:txBody>
      </p:sp>
      <p:pic>
        <p:nvPicPr>
          <p:cNvPr id="7" name="Picture 6">
            <a:extLst>
              <a:ext uri="{FF2B5EF4-FFF2-40B4-BE49-F238E27FC236}">
                <a16:creationId xmlns:a16="http://schemas.microsoft.com/office/drawing/2014/main" id="{3944DBD2-7068-0E4B-E076-F116AFF7E1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595" y="1952792"/>
            <a:ext cx="11352809" cy="4147218"/>
          </a:xfrm>
          <a:prstGeom prst="rect">
            <a:avLst/>
          </a:prstGeom>
        </p:spPr>
      </p:pic>
    </p:spTree>
    <p:extLst>
      <p:ext uri="{BB962C8B-B14F-4D97-AF65-F5344CB8AC3E}">
        <p14:creationId xmlns:p14="http://schemas.microsoft.com/office/powerpoint/2010/main" val="11503514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D6EA-84B3-C56B-05DF-E15CC401C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881CB-A383-743C-EF4A-AB4868C1C2D5}"/>
              </a:ext>
            </a:extLst>
          </p:cNvPr>
          <p:cNvSpPr>
            <a:spLocks noGrp="1"/>
          </p:cNvSpPr>
          <p:nvPr>
            <p:ph type="title"/>
          </p:nvPr>
        </p:nvSpPr>
        <p:spPr/>
        <p:txBody>
          <a:bodyPr/>
          <a:lstStyle/>
          <a:p>
            <a:r>
              <a:rPr lang="en-US" dirty="0">
                <a:solidFill>
                  <a:srgbClr val="0070C0"/>
                </a:solidFill>
              </a:rPr>
              <a:t>2-d discrete wavelet transform</a:t>
            </a:r>
          </a:p>
        </p:txBody>
      </p:sp>
      <p:sp>
        <p:nvSpPr>
          <p:cNvPr id="4" name="Footer Placeholder 3">
            <a:extLst>
              <a:ext uri="{FF2B5EF4-FFF2-40B4-BE49-F238E27FC236}">
                <a16:creationId xmlns:a16="http://schemas.microsoft.com/office/drawing/2014/main" id="{2A306538-7A74-3EFE-8302-3D9F5568220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B110BA1-8529-8E4E-3FC3-176492B9C06B}"/>
              </a:ext>
            </a:extLst>
          </p:cNvPr>
          <p:cNvSpPr>
            <a:spLocks noGrp="1"/>
          </p:cNvSpPr>
          <p:nvPr>
            <p:ph type="sldNum" sz="quarter" idx="12"/>
          </p:nvPr>
        </p:nvSpPr>
        <p:spPr/>
        <p:txBody>
          <a:bodyPr/>
          <a:lstStyle/>
          <a:p>
            <a:fld id="{382B47E1-F59F-47B3-8D16-B2A0740F319A}" type="slidenum">
              <a:rPr lang="en-US" smtClean="0"/>
              <a:pPr/>
              <a:t>42</a:t>
            </a:fld>
            <a:endParaRPr lang="en-US" dirty="0"/>
          </a:p>
        </p:txBody>
      </p:sp>
      <p:pic>
        <p:nvPicPr>
          <p:cNvPr id="6" name="Picture 5">
            <a:extLst>
              <a:ext uri="{FF2B5EF4-FFF2-40B4-BE49-F238E27FC236}">
                <a16:creationId xmlns:a16="http://schemas.microsoft.com/office/drawing/2014/main" id="{09DF9A85-53CE-3F9C-FB48-BD387C1805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127" y="0"/>
            <a:ext cx="10328313" cy="6858000"/>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EC04BC33-2525-5AFE-9694-01F5B79EFC7C}"/>
                  </a:ext>
                </a:extLst>
              </p14:cNvPr>
              <p14:cNvContentPartPr/>
              <p14:nvPr/>
            </p14:nvContentPartPr>
            <p14:xfrm>
              <a:off x="762537" y="794122"/>
              <a:ext cx="56160" cy="1051200"/>
            </p14:xfrm>
          </p:contentPart>
        </mc:Choice>
        <mc:Fallback xmlns="">
          <p:pic>
            <p:nvPicPr>
              <p:cNvPr id="8" name="Ink 7">
                <a:extLst>
                  <a:ext uri="{FF2B5EF4-FFF2-40B4-BE49-F238E27FC236}">
                    <a16:creationId xmlns:a16="http://schemas.microsoft.com/office/drawing/2014/main" id="{EC04BC33-2525-5AFE-9694-01F5B79EFC7C}"/>
                  </a:ext>
                </a:extLst>
              </p:cNvPr>
              <p:cNvPicPr/>
              <p:nvPr/>
            </p:nvPicPr>
            <p:blipFill>
              <a:blip r:embed="rId5"/>
              <a:stretch>
                <a:fillRect/>
              </a:stretch>
            </p:blipFill>
            <p:spPr>
              <a:xfrm>
                <a:off x="699537" y="731122"/>
                <a:ext cx="181800" cy="1176840"/>
              </a:xfrm>
              <a:prstGeom prst="rect">
                <a:avLst/>
              </a:prstGeom>
            </p:spPr>
          </p:pic>
        </mc:Fallback>
      </mc:AlternateContent>
    </p:spTree>
    <p:extLst>
      <p:ext uri="{BB962C8B-B14F-4D97-AF65-F5344CB8AC3E}">
        <p14:creationId xmlns:p14="http://schemas.microsoft.com/office/powerpoint/2010/main" val="33514595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FACD2-878B-D9E6-13EA-3297BBBCA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E4DF1-3F18-CF15-6B1D-96981ED18172}"/>
              </a:ext>
            </a:extLst>
          </p:cNvPr>
          <p:cNvSpPr>
            <a:spLocks noGrp="1"/>
          </p:cNvSpPr>
          <p:nvPr>
            <p:ph type="title"/>
          </p:nvPr>
        </p:nvSpPr>
        <p:spPr/>
        <p:txBody>
          <a:bodyPr/>
          <a:lstStyle/>
          <a:p>
            <a:r>
              <a:rPr lang="en-US" dirty="0">
                <a:solidFill>
                  <a:srgbClr val="0070C0"/>
                </a:solidFill>
              </a:rPr>
              <a:t>Set Partitioning in Hierarchical Trees (SPIHT)</a:t>
            </a:r>
          </a:p>
        </p:txBody>
      </p:sp>
      <p:sp>
        <p:nvSpPr>
          <p:cNvPr id="4" name="Footer Placeholder 3">
            <a:extLst>
              <a:ext uri="{FF2B5EF4-FFF2-40B4-BE49-F238E27FC236}">
                <a16:creationId xmlns:a16="http://schemas.microsoft.com/office/drawing/2014/main" id="{CFB58111-6B1C-1220-687A-534A13D639C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C304AC2-2387-A877-76FF-5DA30E1E3EB8}"/>
              </a:ext>
            </a:extLst>
          </p:cNvPr>
          <p:cNvSpPr>
            <a:spLocks noGrp="1"/>
          </p:cNvSpPr>
          <p:nvPr>
            <p:ph type="sldNum" sz="quarter" idx="12"/>
          </p:nvPr>
        </p:nvSpPr>
        <p:spPr/>
        <p:txBody>
          <a:bodyPr/>
          <a:lstStyle/>
          <a:p>
            <a:fld id="{382B47E1-F59F-47B3-8D16-B2A0740F319A}" type="slidenum">
              <a:rPr lang="en-US" smtClean="0"/>
              <a:pPr/>
              <a:t>43</a:t>
            </a:fld>
            <a:endParaRPr lang="en-US" dirty="0"/>
          </a:p>
        </p:txBody>
      </p:sp>
      <p:sp>
        <p:nvSpPr>
          <p:cNvPr id="6" name="TextBox 5">
            <a:extLst>
              <a:ext uri="{FF2B5EF4-FFF2-40B4-BE49-F238E27FC236}">
                <a16:creationId xmlns:a16="http://schemas.microsoft.com/office/drawing/2014/main" id="{CD20E43C-6CF5-F9E3-7A37-BE1F1224CD8D}"/>
              </a:ext>
            </a:extLst>
          </p:cNvPr>
          <p:cNvSpPr txBox="1"/>
          <p:nvPr/>
        </p:nvSpPr>
        <p:spPr>
          <a:xfrm>
            <a:off x="3254649" y="1730889"/>
            <a:ext cx="5682702" cy="70788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t>Introduced by A. Said and W. A. Pearlman, in 1996</a:t>
            </a:r>
          </a:p>
          <a:p>
            <a:pPr algn="ctr"/>
            <a:r>
              <a:rPr lang="en-US" sz="2000" b="1" dirty="0"/>
              <a:t> (an improved version of EZW, Shapiro, 1993)</a:t>
            </a:r>
          </a:p>
        </p:txBody>
      </p:sp>
      <p:sp>
        <p:nvSpPr>
          <p:cNvPr id="8" name="TextBox 7">
            <a:extLst>
              <a:ext uri="{FF2B5EF4-FFF2-40B4-BE49-F238E27FC236}">
                <a16:creationId xmlns:a16="http://schemas.microsoft.com/office/drawing/2014/main" id="{9C8FCE0F-C583-E87F-B037-305D23EB0525}"/>
              </a:ext>
            </a:extLst>
          </p:cNvPr>
          <p:cNvSpPr txBox="1"/>
          <p:nvPr/>
        </p:nvSpPr>
        <p:spPr>
          <a:xfrm>
            <a:off x="1024127" y="3080398"/>
            <a:ext cx="10063629" cy="2908489"/>
          </a:xfrm>
          <a:prstGeom prst="rect">
            <a:avLst/>
          </a:prstGeom>
          <a:noFill/>
        </p:spPr>
        <p:txBody>
          <a:bodyPr wrap="square" rtlCol="0">
            <a:spAutoFit/>
          </a:bodyPr>
          <a:lstStyle/>
          <a:p>
            <a:r>
              <a:rPr lang="en-US" sz="2800" b="1" dirty="0">
                <a:solidFill>
                  <a:srgbClr val="C00000"/>
                </a:solidFill>
              </a:rPr>
              <a:t>KEY IDEAS</a:t>
            </a:r>
          </a:p>
          <a:p>
            <a:endParaRPr lang="en-US" sz="2800" b="1" dirty="0"/>
          </a:p>
          <a:p>
            <a:pPr>
              <a:spcAft>
                <a:spcPts val="600"/>
              </a:spcAft>
            </a:pPr>
            <a:r>
              <a:rPr lang="en-US" sz="2800" b="1" dirty="0"/>
              <a:t>• Ordered bit plane coding</a:t>
            </a:r>
          </a:p>
          <a:p>
            <a:pPr>
              <a:spcAft>
                <a:spcPts val="600"/>
              </a:spcAft>
            </a:pPr>
            <a:r>
              <a:rPr lang="en-US" sz="2800" b="1" dirty="0"/>
              <a:t>• Exploitation of self-similarity across wavelet scales</a:t>
            </a:r>
          </a:p>
          <a:p>
            <a:pPr>
              <a:spcAft>
                <a:spcPts val="600"/>
              </a:spcAft>
            </a:pPr>
            <a:r>
              <a:rPr lang="en-US" sz="2800" b="1" dirty="0"/>
              <a:t>• Multi-pass zero-tree coding of wavelet coefficients</a:t>
            </a:r>
          </a:p>
          <a:p>
            <a:r>
              <a:rPr lang="en-US" sz="2800" b="1" dirty="0"/>
              <a:t>• Using individual lists for managing wavelet coefficients and sets</a:t>
            </a:r>
          </a:p>
        </p:txBody>
      </p:sp>
      <p:pic>
        <p:nvPicPr>
          <p:cNvPr id="9" name="Picture 8">
            <a:extLst>
              <a:ext uri="{FF2B5EF4-FFF2-40B4-BE49-F238E27FC236}">
                <a16:creationId xmlns:a16="http://schemas.microsoft.com/office/drawing/2014/main" id="{A7C196B6-5F58-A794-9CEA-4208BAE45934}"/>
              </a:ext>
            </a:extLst>
          </p:cNvPr>
          <p:cNvPicPr>
            <a:picLocks noChangeAspect="1"/>
          </p:cNvPicPr>
          <p:nvPr/>
        </p:nvPicPr>
        <p:blipFill>
          <a:blip r:embed="rId3"/>
          <a:stretch>
            <a:fillRect/>
          </a:stretch>
        </p:blipFill>
        <p:spPr>
          <a:xfrm>
            <a:off x="9192935" y="1752954"/>
            <a:ext cx="2781688" cy="2781688"/>
          </a:xfrm>
          <a:prstGeom prst="rect">
            <a:avLst/>
          </a:prstGeom>
        </p:spPr>
      </p:pic>
      <p:pic>
        <p:nvPicPr>
          <p:cNvPr id="11" name="Picture 10">
            <a:extLst>
              <a:ext uri="{FF2B5EF4-FFF2-40B4-BE49-F238E27FC236}">
                <a16:creationId xmlns:a16="http://schemas.microsoft.com/office/drawing/2014/main" id="{0D6ED241-DE88-EFE0-3ED9-A2A855B202C2}"/>
              </a:ext>
            </a:extLst>
          </p:cNvPr>
          <p:cNvPicPr>
            <a:picLocks noChangeAspect="1"/>
          </p:cNvPicPr>
          <p:nvPr/>
        </p:nvPicPr>
        <p:blipFill>
          <a:blip r:embed="rId4"/>
          <a:stretch>
            <a:fillRect/>
          </a:stretch>
        </p:blipFill>
        <p:spPr>
          <a:xfrm>
            <a:off x="6557210" y="2475296"/>
            <a:ext cx="2256327" cy="2059346"/>
          </a:xfrm>
          <a:prstGeom prst="rect">
            <a:avLst/>
          </a:prstGeom>
        </p:spPr>
      </p:pic>
    </p:spTree>
    <p:extLst>
      <p:ext uri="{BB962C8B-B14F-4D97-AF65-F5344CB8AC3E}">
        <p14:creationId xmlns:p14="http://schemas.microsoft.com/office/powerpoint/2010/main" val="31049723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5B20A-397A-4144-F1E9-365C4E71628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97039F5-F815-BCA6-9AD2-F9530A07830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F6107AE-3537-3049-9F44-DB3F75447208}"/>
              </a:ext>
            </a:extLst>
          </p:cNvPr>
          <p:cNvSpPr>
            <a:spLocks noGrp="1"/>
          </p:cNvSpPr>
          <p:nvPr>
            <p:ph type="sldNum" sz="quarter" idx="12"/>
          </p:nvPr>
        </p:nvSpPr>
        <p:spPr/>
        <p:txBody>
          <a:bodyPr/>
          <a:lstStyle/>
          <a:p>
            <a:fld id="{382B47E1-F59F-47B3-8D16-B2A0740F319A}" type="slidenum">
              <a:rPr lang="en-US" smtClean="0"/>
              <a:pPr/>
              <a:t>44</a:t>
            </a:fld>
            <a:endParaRPr lang="en-US" dirty="0"/>
          </a:p>
        </p:txBody>
      </p:sp>
      <p:pic>
        <p:nvPicPr>
          <p:cNvPr id="6" name="Picture 5">
            <a:extLst>
              <a:ext uri="{FF2B5EF4-FFF2-40B4-BE49-F238E27FC236}">
                <a16:creationId xmlns:a16="http://schemas.microsoft.com/office/drawing/2014/main" id="{DC7333D0-6675-2C73-C59C-016D3F9A44C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64234" y="0"/>
            <a:ext cx="8663531" cy="6372211"/>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ED99A01C-C3C3-2CB1-800F-9D7A74259044}"/>
                  </a:ext>
                </a:extLst>
              </p14:cNvPr>
              <p14:cNvContentPartPr/>
              <p14:nvPr/>
            </p14:nvContentPartPr>
            <p14:xfrm>
              <a:off x="745636" y="829971"/>
              <a:ext cx="89640" cy="1045440"/>
            </p14:xfrm>
          </p:contentPart>
        </mc:Choice>
        <mc:Fallback xmlns="">
          <p:pic>
            <p:nvPicPr>
              <p:cNvPr id="10" name="Ink 9">
                <a:extLst>
                  <a:ext uri="{FF2B5EF4-FFF2-40B4-BE49-F238E27FC236}">
                    <a16:creationId xmlns:a16="http://schemas.microsoft.com/office/drawing/2014/main" id="{ED99A01C-C3C3-2CB1-800F-9D7A74259044}"/>
                  </a:ext>
                </a:extLst>
              </p:cNvPr>
              <p:cNvPicPr/>
              <p:nvPr/>
            </p:nvPicPr>
            <p:blipFill>
              <a:blip r:embed="rId5"/>
              <a:stretch>
                <a:fillRect/>
              </a:stretch>
            </p:blipFill>
            <p:spPr>
              <a:xfrm>
                <a:off x="682382" y="766971"/>
                <a:ext cx="215787" cy="1171080"/>
              </a:xfrm>
              <a:prstGeom prst="rect">
                <a:avLst/>
              </a:prstGeom>
            </p:spPr>
          </p:pic>
        </mc:Fallback>
      </mc:AlternateContent>
    </p:spTree>
    <p:extLst>
      <p:ext uri="{BB962C8B-B14F-4D97-AF65-F5344CB8AC3E}">
        <p14:creationId xmlns:p14="http://schemas.microsoft.com/office/powerpoint/2010/main" val="39690644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14A36-1B57-67C3-B19B-5C192FD50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0FD73-5939-8DEE-8A34-3F3424CF83AD}"/>
              </a:ext>
            </a:extLst>
          </p:cNvPr>
          <p:cNvSpPr>
            <a:spLocks noGrp="1"/>
          </p:cNvSpPr>
          <p:nvPr>
            <p:ph type="title"/>
          </p:nvPr>
        </p:nvSpPr>
        <p:spPr/>
        <p:txBody>
          <a:bodyPr/>
          <a:lstStyle/>
          <a:p>
            <a:r>
              <a:rPr lang="en-US" dirty="0">
                <a:solidFill>
                  <a:srgbClr val="0070C0"/>
                </a:solidFill>
              </a:rPr>
              <a:t>Set Partitioning in Hierarchical Trees (SPIHT)</a:t>
            </a:r>
          </a:p>
        </p:txBody>
      </p:sp>
      <p:sp>
        <p:nvSpPr>
          <p:cNvPr id="4" name="Footer Placeholder 3">
            <a:extLst>
              <a:ext uri="{FF2B5EF4-FFF2-40B4-BE49-F238E27FC236}">
                <a16:creationId xmlns:a16="http://schemas.microsoft.com/office/drawing/2014/main" id="{54D5B0FD-7777-CF23-0F04-0021E219C8A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754B1E8-1D14-A708-9342-A7B7A409BA21}"/>
              </a:ext>
            </a:extLst>
          </p:cNvPr>
          <p:cNvSpPr>
            <a:spLocks noGrp="1"/>
          </p:cNvSpPr>
          <p:nvPr>
            <p:ph type="sldNum" sz="quarter" idx="12"/>
          </p:nvPr>
        </p:nvSpPr>
        <p:spPr/>
        <p:txBody>
          <a:bodyPr/>
          <a:lstStyle/>
          <a:p>
            <a:fld id="{382B47E1-F59F-47B3-8D16-B2A0740F319A}" type="slidenum">
              <a:rPr lang="en-US" smtClean="0"/>
              <a:pPr/>
              <a:t>45</a:t>
            </a:fld>
            <a:endParaRPr lang="en-US" dirty="0"/>
          </a:p>
        </p:txBody>
      </p:sp>
      <p:pic>
        <p:nvPicPr>
          <p:cNvPr id="3" name="Picture 2">
            <a:extLst>
              <a:ext uri="{FF2B5EF4-FFF2-40B4-BE49-F238E27FC236}">
                <a16:creationId xmlns:a16="http://schemas.microsoft.com/office/drawing/2014/main" id="{E72169C1-E6E3-1E54-576B-3655014CC209}"/>
              </a:ext>
            </a:extLst>
          </p:cNvPr>
          <p:cNvPicPr>
            <a:picLocks noChangeAspect="1"/>
          </p:cNvPicPr>
          <p:nvPr/>
        </p:nvPicPr>
        <p:blipFill>
          <a:blip r:embed="rId3"/>
          <a:stretch>
            <a:fillRect/>
          </a:stretch>
        </p:blipFill>
        <p:spPr>
          <a:xfrm>
            <a:off x="7751602" y="2316615"/>
            <a:ext cx="3888165" cy="3912696"/>
          </a:xfrm>
          <a:prstGeom prst="rect">
            <a:avLst/>
          </a:prstGeom>
        </p:spPr>
      </p:pic>
      <p:pic>
        <p:nvPicPr>
          <p:cNvPr id="7" name="Picture 6">
            <a:extLst>
              <a:ext uri="{FF2B5EF4-FFF2-40B4-BE49-F238E27FC236}">
                <a16:creationId xmlns:a16="http://schemas.microsoft.com/office/drawing/2014/main" id="{33FB7628-209F-3C11-84DD-AF6B54483104}"/>
              </a:ext>
            </a:extLst>
          </p:cNvPr>
          <p:cNvPicPr>
            <a:picLocks noChangeAspect="1"/>
          </p:cNvPicPr>
          <p:nvPr/>
        </p:nvPicPr>
        <p:blipFill>
          <a:blip r:embed="rId4"/>
          <a:stretch>
            <a:fillRect/>
          </a:stretch>
        </p:blipFill>
        <p:spPr>
          <a:xfrm>
            <a:off x="552233" y="2084832"/>
            <a:ext cx="7184790" cy="1731167"/>
          </a:xfrm>
          <a:prstGeom prst="rect">
            <a:avLst/>
          </a:prstGeom>
        </p:spPr>
      </p:pic>
      <p:pic>
        <p:nvPicPr>
          <p:cNvPr id="10" name="Picture 9">
            <a:extLst>
              <a:ext uri="{FF2B5EF4-FFF2-40B4-BE49-F238E27FC236}">
                <a16:creationId xmlns:a16="http://schemas.microsoft.com/office/drawing/2014/main" id="{50043B6A-DAF9-7C7B-227F-2ED230614FE6}"/>
              </a:ext>
            </a:extLst>
          </p:cNvPr>
          <p:cNvPicPr>
            <a:picLocks noChangeAspect="1"/>
          </p:cNvPicPr>
          <p:nvPr/>
        </p:nvPicPr>
        <p:blipFill>
          <a:blip r:embed="rId5"/>
          <a:stretch>
            <a:fillRect/>
          </a:stretch>
        </p:blipFill>
        <p:spPr>
          <a:xfrm>
            <a:off x="552233" y="3908764"/>
            <a:ext cx="5115639" cy="2181529"/>
          </a:xfrm>
          <a:prstGeom prst="rect">
            <a:avLst/>
          </a:prstGeom>
        </p:spPr>
      </p:pic>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DE614F-EA76-4008-F332-C68D1BDD2076}"/>
                  </a:ext>
                </a:extLst>
              </p14:cNvPr>
              <p14:cNvContentPartPr/>
              <p14:nvPr/>
            </p14:nvContentPartPr>
            <p14:xfrm>
              <a:off x="6705125" y="3756558"/>
              <a:ext cx="995040" cy="33840"/>
            </p14:xfrm>
          </p:contentPart>
        </mc:Choice>
        <mc:Fallback xmlns="">
          <p:pic>
            <p:nvPicPr>
              <p:cNvPr id="12" name="Ink 11">
                <a:extLst>
                  <a:ext uri="{FF2B5EF4-FFF2-40B4-BE49-F238E27FC236}">
                    <a16:creationId xmlns:a16="http://schemas.microsoft.com/office/drawing/2014/main" id="{48DE614F-EA76-4008-F332-C68D1BDD2076}"/>
                  </a:ext>
                </a:extLst>
              </p:cNvPr>
              <p:cNvPicPr/>
              <p:nvPr/>
            </p:nvPicPr>
            <p:blipFill>
              <a:blip r:embed="rId7"/>
              <a:stretch>
                <a:fillRect/>
              </a:stretch>
            </p:blipFill>
            <p:spPr>
              <a:xfrm>
                <a:off x="6642485" y="3693918"/>
                <a:ext cx="1120680" cy="159480"/>
              </a:xfrm>
              <a:prstGeom prst="rect">
                <a:avLst/>
              </a:prstGeom>
            </p:spPr>
          </p:pic>
        </mc:Fallback>
      </mc:AlternateContent>
    </p:spTree>
    <p:extLst>
      <p:ext uri="{BB962C8B-B14F-4D97-AF65-F5344CB8AC3E}">
        <p14:creationId xmlns:p14="http://schemas.microsoft.com/office/powerpoint/2010/main" val="21660856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5F805-6A40-1D25-569D-415101FBF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E82F1-A860-27E6-960A-5C2930187DCC}"/>
              </a:ext>
            </a:extLst>
          </p:cNvPr>
          <p:cNvSpPr>
            <a:spLocks noGrp="1"/>
          </p:cNvSpPr>
          <p:nvPr>
            <p:ph type="title"/>
          </p:nvPr>
        </p:nvSpPr>
        <p:spPr/>
        <p:txBody>
          <a:bodyPr/>
          <a:lstStyle/>
          <a:p>
            <a:r>
              <a:rPr lang="en-US" dirty="0">
                <a:solidFill>
                  <a:srgbClr val="0070C0"/>
                </a:solidFill>
              </a:rPr>
              <a:t>Set Partitioning in Hierarchical Trees (SPIHT)</a:t>
            </a:r>
          </a:p>
        </p:txBody>
      </p:sp>
      <p:sp>
        <p:nvSpPr>
          <p:cNvPr id="4" name="Footer Placeholder 3">
            <a:extLst>
              <a:ext uri="{FF2B5EF4-FFF2-40B4-BE49-F238E27FC236}">
                <a16:creationId xmlns:a16="http://schemas.microsoft.com/office/drawing/2014/main" id="{C33987B4-4D3C-2F81-E208-09A51542582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525D2CF-305C-69B2-E979-64EB0B07E6DF}"/>
              </a:ext>
            </a:extLst>
          </p:cNvPr>
          <p:cNvSpPr>
            <a:spLocks noGrp="1"/>
          </p:cNvSpPr>
          <p:nvPr>
            <p:ph type="sldNum" sz="quarter" idx="12"/>
          </p:nvPr>
        </p:nvSpPr>
        <p:spPr/>
        <p:txBody>
          <a:bodyPr/>
          <a:lstStyle/>
          <a:p>
            <a:fld id="{382B47E1-F59F-47B3-8D16-B2A0740F319A}" type="slidenum">
              <a:rPr lang="en-US" smtClean="0"/>
              <a:pPr/>
              <a:t>46</a:t>
            </a:fld>
            <a:endParaRPr lang="en-US" dirty="0"/>
          </a:p>
        </p:txBody>
      </p:sp>
      <p:pic>
        <p:nvPicPr>
          <p:cNvPr id="3" name="Picture 2">
            <a:extLst>
              <a:ext uri="{FF2B5EF4-FFF2-40B4-BE49-F238E27FC236}">
                <a16:creationId xmlns:a16="http://schemas.microsoft.com/office/drawing/2014/main" id="{4BE6B813-83C4-CAF1-2D94-91B785690145}"/>
              </a:ext>
            </a:extLst>
          </p:cNvPr>
          <p:cNvPicPr>
            <a:picLocks noChangeAspect="1"/>
          </p:cNvPicPr>
          <p:nvPr/>
        </p:nvPicPr>
        <p:blipFill>
          <a:blip r:embed="rId3"/>
          <a:stretch>
            <a:fillRect/>
          </a:stretch>
        </p:blipFill>
        <p:spPr>
          <a:xfrm>
            <a:off x="7751602" y="2316615"/>
            <a:ext cx="3888165" cy="3912696"/>
          </a:xfrm>
          <a:prstGeom prst="rect">
            <a:avLst/>
          </a:prstGeom>
        </p:spPr>
      </p:pic>
      <p:pic>
        <p:nvPicPr>
          <p:cNvPr id="7" name="Picture 6">
            <a:extLst>
              <a:ext uri="{FF2B5EF4-FFF2-40B4-BE49-F238E27FC236}">
                <a16:creationId xmlns:a16="http://schemas.microsoft.com/office/drawing/2014/main" id="{C4892396-8838-AFF6-1751-72318B92A5A9}"/>
              </a:ext>
            </a:extLst>
          </p:cNvPr>
          <p:cNvPicPr>
            <a:picLocks noChangeAspect="1"/>
          </p:cNvPicPr>
          <p:nvPr/>
        </p:nvPicPr>
        <p:blipFill>
          <a:blip r:embed="rId4"/>
          <a:stretch>
            <a:fillRect/>
          </a:stretch>
        </p:blipFill>
        <p:spPr>
          <a:xfrm>
            <a:off x="552233" y="2084832"/>
            <a:ext cx="7184790" cy="1731167"/>
          </a:xfrm>
          <a:prstGeom prst="rect">
            <a:avLst/>
          </a:prstGeom>
        </p:spPr>
      </p:pic>
      <p:pic>
        <p:nvPicPr>
          <p:cNvPr id="10" name="Picture 9">
            <a:extLst>
              <a:ext uri="{FF2B5EF4-FFF2-40B4-BE49-F238E27FC236}">
                <a16:creationId xmlns:a16="http://schemas.microsoft.com/office/drawing/2014/main" id="{2C04A3FE-00A7-A00E-F408-500301364B78}"/>
              </a:ext>
            </a:extLst>
          </p:cNvPr>
          <p:cNvPicPr>
            <a:picLocks noChangeAspect="1"/>
          </p:cNvPicPr>
          <p:nvPr/>
        </p:nvPicPr>
        <p:blipFill>
          <a:blip r:embed="rId5"/>
          <a:stretch>
            <a:fillRect/>
          </a:stretch>
        </p:blipFill>
        <p:spPr>
          <a:xfrm>
            <a:off x="552233" y="3908764"/>
            <a:ext cx="5115639" cy="2181529"/>
          </a:xfrm>
          <a:prstGeom prst="rect">
            <a:avLst/>
          </a:prstGeom>
        </p:spPr>
      </p:pic>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1C28E43B-4CF9-07E9-B840-5DAFB9094981}"/>
                  </a:ext>
                </a:extLst>
              </p14:cNvPr>
              <p14:cNvContentPartPr/>
              <p14:nvPr/>
            </p14:nvContentPartPr>
            <p14:xfrm>
              <a:off x="6705125" y="3756558"/>
              <a:ext cx="995040" cy="33840"/>
            </p14:xfrm>
          </p:contentPart>
        </mc:Choice>
        <mc:Fallback xmlns="">
          <p:pic>
            <p:nvPicPr>
              <p:cNvPr id="12" name="Ink 11">
                <a:extLst>
                  <a:ext uri="{FF2B5EF4-FFF2-40B4-BE49-F238E27FC236}">
                    <a16:creationId xmlns:a16="http://schemas.microsoft.com/office/drawing/2014/main" id="{1C28E43B-4CF9-07E9-B840-5DAFB9094981}"/>
                  </a:ext>
                </a:extLst>
              </p:cNvPr>
              <p:cNvPicPr/>
              <p:nvPr/>
            </p:nvPicPr>
            <p:blipFill>
              <a:blip r:embed="rId7"/>
              <a:stretch>
                <a:fillRect/>
              </a:stretch>
            </p:blipFill>
            <p:spPr>
              <a:xfrm>
                <a:off x="6642102" y="3693558"/>
                <a:ext cx="1120725" cy="159480"/>
              </a:xfrm>
              <a:prstGeom prst="rect">
                <a:avLst/>
              </a:prstGeom>
            </p:spPr>
          </p:pic>
        </mc:Fallback>
      </mc:AlternateContent>
    </p:spTree>
    <p:extLst>
      <p:ext uri="{BB962C8B-B14F-4D97-AF65-F5344CB8AC3E}">
        <p14:creationId xmlns:p14="http://schemas.microsoft.com/office/powerpoint/2010/main" val="18119653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D1521-472B-C2EC-204C-C62F628EF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67E2C-D1B3-0713-185A-35E717AD8B44}"/>
              </a:ext>
            </a:extLst>
          </p:cNvPr>
          <p:cNvSpPr>
            <a:spLocks noGrp="1"/>
          </p:cNvSpPr>
          <p:nvPr>
            <p:ph type="title"/>
          </p:nvPr>
        </p:nvSpPr>
        <p:spPr/>
        <p:txBody>
          <a:bodyPr/>
          <a:lstStyle/>
          <a:p>
            <a:r>
              <a:rPr lang="en-US" dirty="0">
                <a:solidFill>
                  <a:srgbClr val="0070C0"/>
                </a:solidFill>
              </a:rPr>
              <a:t>SPIHT Algorithm</a:t>
            </a:r>
          </a:p>
        </p:txBody>
      </p:sp>
      <p:sp>
        <p:nvSpPr>
          <p:cNvPr id="4" name="Footer Placeholder 3">
            <a:extLst>
              <a:ext uri="{FF2B5EF4-FFF2-40B4-BE49-F238E27FC236}">
                <a16:creationId xmlns:a16="http://schemas.microsoft.com/office/drawing/2014/main" id="{999508EB-BC88-FE65-155F-CAA577F5E34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090AC92-56AA-87B1-95C2-6C6634E1CE06}"/>
              </a:ext>
            </a:extLst>
          </p:cNvPr>
          <p:cNvSpPr>
            <a:spLocks noGrp="1"/>
          </p:cNvSpPr>
          <p:nvPr>
            <p:ph type="sldNum" sz="quarter" idx="12"/>
          </p:nvPr>
        </p:nvSpPr>
        <p:spPr/>
        <p:txBody>
          <a:bodyPr/>
          <a:lstStyle/>
          <a:p>
            <a:fld id="{382B47E1-F59F-47B3-8D16-B2A0740F319A}" type="slidenum">
              <a:rPr lang="en-US" smtClean="0"/>
              <a:pPr/>
              <a:t>47</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178309C7-35EC-3CF4-0822-4C54B1999F0C}"/>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178309C7-35EC-3CF4-0822-4C54B1999F0C}"/>
                  </a:ext>
                </a:extLst>
              </p:cNvPr>
              <p:cNvPicPr/>
              <p:nvPr/>
            </p:nvPicPr>
            <p:blipFill>
              <a:blip r:embed="rId4"/>
              <a:stretch>
                <a:fillRect/>
              </a:stretch>
            </p:blipFill>
            <p:spPr>
              <a:xfrm>
                <a:off x="7188551" y="3750442"/>
                <a:ext cx="1765052" cy="284760"/>
              </a:xfrm>
              <a:prstGeom prst="rect">
                <a:avLst/>
              </a:prstGeom>
            </p:spPr>
          </p:pic>
        </mc:Fallback>
      </mc:AlternateContent>
      <p:pic>
        <p:nvPicPr>
          <p:cNvPr id="3" name="Picture 2">
            <a:extLst>
              <a:ext uri="{FF2B5EF4-FFF2-40B4-BE49-F238E27FC236}">
                <a16:creationId xmlns:a16="http://schemas.microsoft.com/office/drawing/2014/main" id="{4BC0A261-81A4-54A2-56ED-B0A5D5BF5EB3}"/>
              </a:ext>
            </a:extLst>
          </p:cNvPr>
          <p:cNvPicPr>
            <a:picLocks noChangeAspect="1"/>
          </p:cNvPicPr>
          <p:nvPr/>
        </p:nvPicPr>
        <p:blipFill>
          <a:blip r:embed="rId5"/>
          <a:stretch>
            <a:fillRect/>
          </a:stretch>
        </p:blipFill>
        <p:spPr>
          <a:xfrm>
            <a:off x="1024127" y="2000611"/>
            <a:ext cx="5451648" cy="4187952"/>
          </a:xfrm>
          <a:prstGeom prst="rect">
            <a:avLst/>
          </a:prstGeom>
        </p:spPr>
      </p:pic>
      <p:pic>
        <p:nvPicPr>
          <p:cNvPr id="6" name="Picture 5">
            <a:extLst>
              <a:ext uri="{FF2B5EF4-FFF2-40B4-BE49-F238E27FC236}">
                <a16:creationId xmlns:a16="http://schemas.microsoft.com/office/drawing/2014/main" id="{9E38E0BF-42AD-5D3B-7B52-4B48395615D2}"/>
              </a:ext>
            </a:extLst>
          </p:cNvPr>
          <p:cNvPicPr>
            <a:picLocks noChangeAspect="1"/>
          </p:cNvPicPr>
          <p:nvPr/>
        </p:nvPicPr>
        <p:blipFill>
          <a:blip r:embed="rId6"/>
          <a:stretch>
            <a:fillRect/>
          </a:stretch>
        </p:blipFill>
        <p:spPr>
          <a:xfrm>
            <a:off x="6868010" y="585216"/>
            <a:ext cx="4553585" cy="3200847"/>
          </a:xfrm>
          <a:prstGeom prst="rect">
            <a:avLst/>
          </a:prstGeom>
        </p:spPr>
      </p:pic>
      <p:pic>
        <p:nvPicPr>
          <p:cNvPr id="7" name="Picture 6">
            <a:extLst>
              <a:ext uri="{FF2B5EF4-FFF2-40B4-BE49-F238E27FC236}">
                <a16:creationId xmlns:a16="http://schemas.microsoft.com/office/drawing/2014/main" id="{B3031D04-4A3D-78CE-E6EF-A7C654688431}"/>
              </a:ext>
            </a:extLst>
          </p:cNvPr>
          <p:cNvPicPr>
            <a:picLocks noChangeAspect="1"/>
          </p:cNvPicPr>
          <p:nvPr/>
        </p:nvPicPr>
        <p:blipFill>
          <a:blip r:embed="rId7"/>
          <a:stretch>
            <a:fillRect/>
          </a:stretch>
        </p:blipFill>
        <p:spPr>
          <a:xfrm>
            <a:off x="6741987" y="3324035"/>
            <a:ext cx="2991267" cy="3000794"/>
          </a:xfrm>
          <a:prstGeom prst="rect">
            <a:avLst/>
          </a:prstGeom>
        </p:spPr>
      </p:pic>
    </p:spTree>
    <p:extLst>
      <p:ext uri="{BB962C8B-B14F-4D97-AF65-F5344CB8AC3E}">
        <p14:creationId xmlns:p14="http://schemas.microsoft.com/office/powerpoint/2010/main" val="34976057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838DF-7268-CE58-5CB9-7CECAD5ADF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6DDD8-1A89-D841-A420-45931BF4C0AD}"/>
              </a:ext>
            </a:extLst>
          </p:cNvPr>
          <p:cNvSpPr>
            <a:spLocks noGrp="1"/>
          </p:cNvSpPr>
          <p:nvPr>
            <p:ph type="title"/>
          </p:nvPr>
        </p:nvSpPr>
        <p:spPr/>
        <p:txBody>
          <a:bodyPr/>
          <a:lstStyle/>
          <a:p>
            <a:r>
              <a:rPr lang="en-US" dirty="0">
                <a:solidFill>
                  <a:srgbClr val="0070C0"/>
                </a:solidFill>
              </a:rPr>
              <a:t>SPIHT Algorithm</a:t>
            </a:r>
          </a:p>
        </p:txBody>
      </p:sp>
      <p:sp>
        <p:nvSpPr>
          <p:cNvPr id="4" name="Footer Placeholder 3">
            <a:extLst>
              <a:ext uri="{FF2B5EF4-FFF2-40B4-BE49-F238E27FC236}">
                <a16:creationId xmlns:a16="http://schemas.microsoft.com/office/drawing/2014/main" id="{3A154002-692F-1AD7-04C4-888378D27F4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52B71B6-B79B-E48B-3B14-67470211CBBB}"/>
              </a:ext>
            </a:extLst>
          </p:cNvPr>
          <p:cNvSpPr>
            <a:spLocks noGrp="1"/>
          </p:cNvSpPr>
          <p:nvPr>
            <p:ph type="sldNum" sz="quarter" idx="12"/>
          </p:nvPr>
        </p:nvSpPr>
        <p:spPr/>
        <p:txBody>
          <a:bodyPr/>
          <a:lstStyle/>
          <a:p>
            <a:fld id="{382B47E1-F59F-47B3-8D16-B2A0740F319A}" type="slidenum">
              <a:rPr lang="en-US" smtClean="0"/>
              <a:pPr/>
              <a:t>48</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43D01F83-D1F9-4F6C-2AD5-A4507B1E8185}"/>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43D01F83-D1F9-4F6C-2AD5-A4507B1E8185}"/>
                  </a:ext>
                </a:extLst>
              </p:cNvPr>
              <p:cNvPicPr/>
              <p:nvPr/>
            </p:nvPicPr>
            <p:blipFill>
              <a:blip r:embed="rId4"/>
              <a:stretch>
                <a:fillRect/>
              </a:stretch>
            </p:blipFill>
            <p:spPr>
              <a:xfrm>
                <a:off x="7188551" y="3750442"/>
                <a:ext cx="1765052" cy="284760"/>
              </a:xfrm>
              <a:prstGeom prst="rect">
                <a:avLst/>
              </a:prstGeom>
            </p:spPr>
          </p:pic>
        </mc:Fallback>
      </mc:AlternateContent>
      <p:pic>
        <p:nvPicPr>
          <p:cNvPr id="6" name="Picture 5">
            <a:extLst>
              <a:ext uri="{FF2B5EF4-FFF2-40B4-BE49-F238E27FC236}">
                <a16:creationId xmlns:a16="http://schemas.microsoft.com/office/drawing/2014/main" id="{D9EEEDB5-8C07-4C61-4E7E-D78BFE6B419E}"/>
              </a:ext>
            </a:extLst>
          </p:cNvPr>
          <p:cNvPicPr>
            <a:picLocks noChangeAspect="1"/>
          </p:cNvPicPr>
          <p:nvPr/>
        </p:nvPicPr>
        <p:blipFill>
          <a:blip r:embed="rId5"/>
          <a:stretch>
            <a:fillRect/>
          </a:stretch>
        </p:blipFill>
        <p:spPr>
          <a:xfrm>
            <a:off x="6868010" y="585216"/>
            <a:ext cx="4553585" cy="3200847"/>
          </a:xfrm>
          <a:prstGeom prst="rect">
            <a:avLst/>
          </a:prstGeom>
        </p:spPr>
      </p:pic>
      <p:pic>
        <p:nvPicPr>
          <p:cNvPr id="7" name="Picture 6">
            <a:extLst>
              <a:ext uri="{FF2B5EF4-FFF2-40B4-BE49-F238E27FC236}">
                <a16:creationId xmlns:a16="http://schemas.microsoft.com/office/drawing/2014/main" id="{142E1E12-E553-0986-F62C-6257EF5A0860}"/>
              </a:ext>
            </a:extLst>
          </p:cNvPr>
          <p:cNvPicPr>
            <a:picLocks noChangeAspect="1"/>
          </p:cNvPicPr>
          <p:nvPr/>
        </p:nvPicPr>
        <p:blipFill>
          <a:blip r:embed="rId6"/>
          <a:stretch>
            <a:fillRect/>
          </a:stretch>
        </p:blipFill>
        <p:spPr>
          <a:xfrm>
            <a:off x="8600558" y="3786063"/>
            <a:ext cx="2580636" cy="2588855"/>
          </a:xfrm>
          <a:prstGeom prst="rect">
            <a:avLst/>
          </a:prstGeom>
        </p:spPr>
      </p:pic>
      <p:pic>
        <p:nvPicPr>
          <p:cNvPr id="8" name="Picture 7">
            <a:extLst>
              <a:ext uri="{FF2B5EF4-FFF2-40B4-BE49-F238E27FC236}">
                <a16:creationId xmlns:a16="http://schemas.microsoft.com/office/drawing/2014/main" id="{583A43B2-AAD7-816A-DD79-D5CED09790AC}"/>
              </a:ext>
            </a:extLst>
          </p:cNvPr>
          <p:cNvPicPr>
            <a:picLocks noChangeAspect="1"/>
          </p:cNvPicPr>
          <p:nvPr/>
        </p:nvPicPr>
        <p:blipFill>
          <a:blip r:embed="rId7"/>
          <a:stretch>
            <a:fillRect/>
          </a:stretch>
        </p:blipFill>
        <p:spPr>
          <a:xfrm>
            <a:off x="770405" y="2185639"/>
            <a:ext cx="5603988" cy="2588855"/>
          </a:xfrm>
          <a:prstGeom prst="rect">
            <a:avLst/>
          </a:prstGeom>
        </p:spPr>
      </p:pic>
      <p:pic>
        <p:nvPicPr>
          <p:cNvPr id="3" name="Picture 2">
            <a:extLst>
              <a:ext uri="{FF2B5EF4-FFF2-40B4-BE49-F238E27FC236}">
                <a16:creationId xmlns:a16="http://schemas.microsoft.com/office/drawing/2014/main" id="{CD8F6D2C-9951-8F2E-9C96-BD9CF92A3897}"/>
              </a:ext>
            </a:extLst>
          </p:cNvPr>
          <p:cNvPicPr>
            <a:picLocks noChangeAspect="1"/>
          </p:cNvPicPr>
          <p:nvPr/>
        </p:nvPicPr>
        <p:blipFill>
          <a:blip r:embed="rId8"/>
          <a:stretch>
            <a:fillRect/>
          </a:stretch>
        </p:blipFill>
        <p:spPr>
          <a:xfrm>
            <a:off x="657698" y="5115696"/>
            <a:ext cx="7702459" cy="1086933"/>
          </a:xfrm>
          <a:prstGeom prst="rect">
            <a:avLst/>
          </a:prstGeom>
        </p:spPr>
      </p:pic>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901320F9-F75E-5501-325A-E51B43BCC157}"/>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901320F9-F75E-5501-325A-E51B43BCC157}"/>
                  </a:ext>
                </a:extLst>
              </p:cNvPr>
              <p:cNvPicPr/>
              <p:nvPr/>
            </p:nvPicPr>
            <p:blipFill>
              <a:blip r:embed="rId10"/>
              <a:stretch>
                <a:fillRect/>
              </a:stretch>
            </p:blipFill>
            <p:spPr>
              <a:xfrm>
                <a:off x="583257" y="5075242"/>
                <a:ext cx="370800" cy="216360"/>
              </a:xfrm>
              <a:prstGeom prst="rect">
                <a:avLst/>
              </a:prstGeom>
            </p:spPr>
          </p:pic>
        </mc:Fallback>
      </mc:AlternateContent>
    </p:spTree>
    <p:extLst>
      <p:ext uri="{BB962C8B-B14F-4D97-AF65-F5344CB8AC3E}">
        <p14:creationId xmlns:p14="http://schemas.microsoft.com/office/powerpoint/2010/main" val="6289772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50F8D-C913-007D-362F-BA511E06C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A73DC-C4BB-9B36-25FC-EB703D26F8EA}"/>
              </a:ext>
            </a:extLst>
          </p:cNvPr>
          <p:cNvSpPr>
            <a:spLocks noGrp="1"/>
          </p:cNvSpPr>
          <p:nvPr>
            <p:ph type="title"/>
          </p:nvPr>
        </p:nvSpPr>
        <p:spPr/>
        <p:txBody>
          <a:bodyPr/>
          <a:lstStyle/>
          <a:p>
            <a:r>
              <a:rPr lang="en-US" dirty="0">
                <a:solidFill>
                  <a:srgbClr val="0070C0"/>
                </a:solidFill>
              </a:rPr>
              <a:t>SPIHT Properties</a:t>
            </a:r>
          </a:p>
        </p:txBody>
      </p:sp>
      <p:sp>
        <p:nvSpPr>
          <p:cNvPr id="4" name="Footer Placeholder 3">
            <a:extLst>
              <a:ext uri="{FF2B5EF4-FFF2-40B4-BE49-F238E27FC236}">
                <a16:creationId xmlns:a16="http://schemas.microsoft.com/office/drawing/2014/main" id="{BD6981D5-6A27-4385-DF5A-ED4FBF5FBFE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8F79295-A0AB-253A-4C8D-49A3C3E4E84D}"/>
              </a:ext>
            </a:extLst>
          </p:cNvPr>
          <p:cNvSpPr>
            <a:spLocks noGrp="1"/>
          </p:cNvSpPr>
          <p:nvPr>
            <p:ph type="sldNum" sz="quarter" idx="12"/>
          </p:nvPr>
        </p:nvSpPr>
        <p:spPr/>
        <p:txBody>
          <a:bodyPr/>
          <a:lstStyle/>
          <a:p>
            <a:fld id="{382B47E1-F59F-47B3-8D16-B2A0740F319A}" type="slidenum">
              <a:rPr lang="en-US" smtClean="0"/>
              <a:pPr/>
              <a:t>49</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D0702135-DE62-65E7-0363-FFF0FBC7726A}"/>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D0702135-DE62-65E7-0363-FFF0FBC7726A}"/>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4386855B-61EF-F432-616F-F5091119D268}"/>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4386855B-61EF-F432-616F-F5091119D268}"/>
                  </a:ext>
                </a:extLst>
              </p:cNvPr>
              <p:cNvPicPr/>
              <p:nvPr/>
            </p:nvPicPr>
            <p:blipFill>
              <a:blip r:embed="rId6"/>
              <a:stretch>
                <a:fillRect/>
              </a:stretch>
            </p:blipFill>
            <p:spPr>
              <a:xfrm>
                <a:off x="582897" y="5074882"/>
                <a:ext cx="370800" cy="216360"/>
              </a:xfrm>
              <a:prstGeom prst="rect">
                <a:avLst/>
              </a:prstGeom>
            </p:spPr>
          </p:pic>
        </mc:Fallback>
      </mc:AlternateContent>
      <p:pic>
        <p:nvPicPr>
          <p:cNvPr id="11" name="Picture 10">
            <a:extLst>
              <a:ext uri="{FF2B5EF4-FFF2-40B4-BE49-F238E27FC236}">
                <a16:creationId xmlns:a16="http://schemas.microsoft.com/office/drawing/2014/main" id="{41516DF8-982E-833F-9FD3-DCDE98491E1C}"/>
              </a:ext>
            </a:extLst>
          </p:cNvPr>
          <p:cNvPicPr>
            <a:picLocks noChangeAspect="1"/>
          </p:cNvPicPr>
          <p:nvPr/>
        </p:nvPicPr>
        <p:blipFill>
          <a:blip r:embed="rId7"/>
          <a:stretch>
            <a:fillRect/>
          </a:stretch>
        </p:blipFill>
        <p:spPr>
          <a:xfrm>
            <a:off x="1024127" y="1785476"/>
            <a:ext cx="8071747" cy="3478652"/>
          </a:xfrm>
          <a:prstGeom prst="rect">
            <a:avLst/>
          </a:prstGeom>
        </p:spPr>
      </p:pic>
      <p:pic>
        <p:nvPicPr>
          <p:cNvPr id="12" name="Picture 11">
            <a:extLst>
              <a:ext uri="{FF2B5EF4-FFF2-40B4-BE49-F238E27FC236}">
                <a16:creationId xmlns:a16="http://schemas.microsoft.com/office/drawing/2014/main" id="{4047FB6C-41F2-827C-D6EA-5FD9AB6F7C41}"/>
              </a:ext>
            </a:extLst>
          </p:cNvPr>
          <p:cNvPicPr>
            <a:picLocks noChangeAspect="1"/>
          </p:cNvPicPr>
          <p:nvPr/>
        </p:nvPicPr>
        <p:blipFill>
          <a:blip r:embed="rId8"/>
          <a:stretch>
            <a:fillRect/>
          </a:stretch>
        </p:blipFill>
        <p:spPr>
          <a:xfrm>
            <a:off x="1923034" y="5438690"/>
            <a:ext cx="8468907" cy="847843"/>
          </a:xfrm>
          <a:prstGeom prst="rect">
            <a:avLst/>
          </a:prstGeom>
        </p:spPr>
      </p:pic>
    </p:spTree>
    <p:extLst>
      <p:ext uri="{BB962C8B-B14F-4D97-AF65-F5344CB8AC3E}">
        <p14:creationId xmlns:p14="http://schemas.microsoft.com/office/powerpoint/2010/main" val="42339652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F4593-B83A-3544-5578-3B4F6D554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5C9D1-F1D8-EABA-CACC-52DAAE13FD83}"/>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56F46E7B-0C6E-B2AC-368F-02FD17B219D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EFE0CBE-0C19-75DD-9266-8EBA41686E0F}"/>
              </a:ext>
            </a:extLst>
          </p:cNvPr>
          <p:cNvSpPr>
            <a:spLocks noGrp="1"/>
          </p:cNvSpPr>
          <p:nvPr>
            <p:ph type="sldNum" sz="quarter" idx="12"/>
          </p:nvPr>
        </p:nvSpPr>
        <p:spPr/>
        <p:txBody>
          <a:bodyPr/>
          <a:lstStyle/>
          <a:p>
            <a:fld id="{382B47E1-F59F-47B3-8D16-B2A0740F319A}" type="slidenum">
              <a:rPr lang="en-US" smtClean="0"/>
              <a:pPr/>
              <a:t>50</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84554892-1C9E-7C57-773A-91D9444A9BD5}"/>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84554892-1C9E-7C57-773A-91D9444A9BD5}"/>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BCE238C6-255C-192C-1467-3B1E7868F60B}"/>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BCE238C6-255C-192C-1467-3B1E7868F60B}"/>
                  </a:ext>
                </a:extLst>
              </p:cNvPr>
              <p:cNvPicPr/>
              <p:nvPr/>
            </p:nvPicPr>
            <p:blipFill>
              <a:blip r:embed="rId6"/>
              <a:stretch>
                <a:fillRect/>
              </a:stretch>
            </p:blipFill>
            <p:spPr>
              <a:xfrm>
                <a:off x="582897" y="5074882"/>
                <a:ext cx="370800" cy="216360"/>
              </a:xfrm>
              <a:prstGeom prst="rect">
                <a:avLst/>
              </a:prstGeom>
            </p:spPr>
          </p:pic>
        </mc:Fallback>
      </mc:AlternateContent>
      <p:pic>
        <p:nvPicPr>
          <p:cNvPr id="6" name="Picture 5">
            <a:extLst>
              <a:ext uri="{FF2B5EF4-FFF2-40B4-BE49-F238E27FC236}">
                <a16:creationId xmlns:a16="http://schemas.microsoft.com/office/drawing/2014/main" id="{30674FE9-32E7-A92D-E100-EC7933693024}"/>
              </a:ext>
            </a:extLst>
          </p:cNvPr>
          <p:cNvPicPr>
            <a:picLocks noChangeAspect="1"/>
          </p:cNvPicPr>
          <p:nvPr/>
        </p:nvPicPr>
        <p:blipFill>
          <a:blip r:embed="rId7"/>
          <a:stretch>
            <a:fillRect/>
          </a:stretch>
        </p:blipFill>
        <p:spPr>
          <a:xfrm>
            <a:off x="1301629" y="1618888"/>
            <a:ext cx="9866244" cy="4818144"/>
          </a:xfrm>
          <a:prstGeom prst="rect">
            <a:avLst/>
          </a:prstGeom>
        </p:spPr>
      </p:pic>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55C7A804-5887-0DFF-043F-219A2B081D63}"/>
                  </a:ext>
                </a:extLst>
              </p14:cNvPr>
              <p14:cNvContentPartPr/>
              <p14:nvPr/>
            </p14:nvContentPartPr>
            <p14:xfrm>
              <a:off x="10286697" y="6207442"/>
              <a:ext cx="529200" cy="109080"/>
            </p14:xfrm>
          </p:contentPart>
        </mc:Choice>
        <mc:Fallback xmlns="">
          <p:pic>
            <p:nvPicPr>
              <p:cNvPr id="7" name="Ink 6">
                <a:extLst>
                  <a:ext uri="{FF2B5EF4-FFF2-40B4-BE49-F238E27FC236}">
                    <a16:creationId xmlns:a16="http://schemas.microsoft.com/office/drawing/2014/main" id="{55C7A804-5887-0DFF-043F-219A2B081D63}"/>
                  </a:ext>
                </a:extLst>
              </p:cNvPr>
              <p:cNvPicPr/>
              <p:nvPr/>
            </p:nvPicPr>
            <p:blipFill>
              <a:blip r:embed="rId9"/>
              <a:stretch>
                <a:fillRect/>
              </a:stretch>
            </p:blipFill>
            <p:spPr>
              <a:xfrm>
                <a:off x="10224057" y="6144802"/>
                <a:ext cx="654840" cy="234720"/>
              </a:xfrm>
              <a:prstGeom prst="rect">
                <a:avLst/>
              </a:prstGeom>
            </p:spPr>
          </p:pic>
        </mc:Fallback>
      </mc:AlternateContent>
    </p:spTree>
    <p:extLst>
      <p:ext uri="{BB962C8B-B14F-4D97-AF65-F5344CB8AC3E}">
        <p14:creationId xmlns:p14="http://schemas.microsoft.com/office/powerpoint/2010/main" val="22739827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12BFF-A2C9-7F80-D3CE-EA88016FE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81518-2FAE-3892-C485-DDEF7BE81A5A}"/>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D23B7427-B6A0-FC46-00D8-5FAB2BEE24F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D783E80-C75E-5A75-6FF1-F6F39E517362}"/>
              </a:ext>
            </a:extLst>
          </p:cNvPr>
          <p:cNvSpPr>
            <a:spLocks noGrp="1"/>
          </p:cNvSpPr>
          <p:nvPr>
            <p:ph type="sldNum" sz="quarter" idx="12"/>
          </p:nvPr>
        </p:nvSpPr>
        <p:spPr/>
        <p:txBody>
          <a:bodyPr/>
          <a:lstStyle/>
          <a:p>
            <a:fld id="{382B47E1-F59F-47B3-8D16-B2A0740F319A}" type="slidenum">
              <a:rPr lang="en-US" smtClean="0"/>
              <a:pPr/>
              <a:t>51</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63524848-85B9-F255-F3E5-8CAF0B95E3D5}"/>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63524848-85B9-F255-F3E5-8CAF0B95E3D5}"/>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797343E7-6281-F9E1-C21A-8DB9007C3CA0}"/>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797343E7-6281-F9E1-C21A-8DB9007C3CA0}"/>
                  </a:ext>
                </a:extLst>
              </p:cNvPr>
              <p:cNvPicPr/>
              <p:nvPr/>
            </p:nvPicPr>
            <p:blipFill>
              <a:blip r:embed="rId6"/>
              <a:stretch>
                <a:fillRect/>
              </a:stretch>
            </p:blipFill>
            <p:spPr>
              <a:xfrm>
                <a:off x="582897" y="5074882"/>
                <a:ext cx="37080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E3B6B49E-62E7-A4C6-7401-0463C65D9651}"/>
                  </a:ext>
                </a:extLst>
              </p14:cNvPr>
              <p14:cNvContentPartPr/>
              <p14:nvPr/>
            </p14:nvContentPartPr>
            <p14:xfrm>
              <a:off x="10286697" y="6207442"/>
              <a:ext cx="529200" cy="109080"/>
            </p14:xfrm>
          </p:contentPart>
        </mc:Choice>
        <mc:Fallback xmlns="">
          <p:pic>
            <p:nvPicPr>
              <p:cNvPr id="7" name="Ink 6">
                <a:extLst>
                  <a:ext uri="{FF2B5EF4-FFF2-40B4-BE49-F238E27FC236}">
                    <a16:creationId xmlns:a16="http://schemas.microsoft.com/office/drawing/2014/main" id="{E3B6B49E-62E7-A4C6-7401-0463C65D9651}"/>
                  </a:ext>
                </a:extLst>
              </p:cNvPr>
              <p:cNvPicPr/>
              <p:nvPr/>
            </p:nvPicPr>
            <p:blipFill>
              <a:blip r:embed="rId8"/>
              <a:stretch>
                <a:fillRect/>
              </a:stretch>
            </p:blipFill>
            <p:spPr>
              <a:xfrm>
                <a:off x="10223697" y="6144442"/>
                <a:ext cx="654840" cy="234720"/>
              </a:xfrm>
              <a:prstGeom prst="rect">
                <a:avLst/>
              </a:prstGeom>
            </p:spPr>
          </p:pic>
        </mc:Fallback>
      </mc:AlternateContent>
      <p:pic>
        <p:nvPicPr>
          <p:cNvPr id="3" name="Picture 2">
            <a:extLst>
              <a:ext uri="{FF2B5EF4-FFF2-40B4-BE49-F238E27FC236}">
                <a16:creationId xmlns:a16="http://schemas.microsoft.com/office/drawing/2014/main" id="{752D7BCA-E79E-DEC2-DDFE-A2972AB49D2A}"/>
              </a:ext>
            </a:extLst>
          </p:cNvPr>
          <p:cNvPicPr>
            <a:picLocks noChangeAspect="1"/>
          </p:cNvPicPr>
          <p:nvPr/>
        </p:nvPicPr>
        <p:blipFill>
          <a:blip r:embed="rId9"/>
          <a:stretch>
            <a:fillRect/>
          </a:stretch>
        </p:blipFill>
        <p:spPr>
          <a:xfrm>
            <a:off x="1024127" y="1851675"/>
            <a:ext cx="10193582" cy="2120887"/>
          </a:xfrm>
          <a:prstGeom prst="rect">
            <a:avLst/>
          </a:prstGeom>
        </p:spPr>
      </p:pic>
      <p:pic>
        <p:nvPicPr>
          <p:cNvPr id="8" name="Picture 7">
            <a:extLst>
              <a:ext uri="{FF2B5EF4-FFF2-40B4-BE49-F238E27FC236}">
                <a16:creationId xmlns:a16="http://schemas.microsoft.com/office/drawing/2014/main" id="{E7CABD06-ADE9-1A8D-11B1-709BA45EBD7E}"/>
              </a:ext>
            </a:extLst>
          </p:cNvPr>
          <p:cNvPicPr>
            <a:picLocks noChangeAspect="1"/>
          </p:cNvPicPr>
          <p:nvPr/>
        </p:nvPicPr>
        <p:blipFill>
          <a:blip r:embed="rId10"/>
          <a:stretch>
            <a:fillRect/>
          </a:stretch>
        </p:blipFill>
        <p:spPr>
          <a:xfrm>
            <a:off x="7192485" y="3121104"/>
            <a:ext cx="3358812" cy="2397216"/>
          </a:xfrm>
          <a:prstGeom prst="rect">
            <a:avLst/>
          </a:prstGeom>
        </p:spPr>
      </p:pic>
      <p:sp>
        <p:nvSpPr>
          <p:cNvPr id="11" name="Oval 10">
            <a:extLst>
              <a:ext uri="{FF2B5EF4-FFF2-40B4-BE49-F238E27FC236}">
                <a16:creationId xmlns:a16="http://schemas.microsoft.com/office/drawing/2014/main" id="{0C1D8DF9-5789-D76E-B0DF-FE9BC49FEEE2}"/>
              </a:ext>
            </a:extLst>
          </p:cNvPr>
          <p:cNvSpPr/>
          <p:nvPr/>
        </p:nvSpPr>
        <p:spPr>
          <a:xfrm>
            <a:off x="7387960" y="3212431"/>
            <a:ext cx="576947" cy="576947"/>
          </a:xfrm>
          <a:prstGeom prst="ellipse">
            <a:avLst/>
          </a:prstGeom>
          <a:noFill/>
          <a:ln w="38100">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4B8A418-C9AF-F3B0-1FB5-D64D3838DC88}"/>
              </a:ext>
            </a:extLst>
          </p:cNvPr>
          <p:cNvCxnSpPr>
            <a:cxnSpLocks/>
            <a:stCxn id="11" idx="2"/>
            <a:endCxn id="14" idx="0"/>
          </p:cNvCxnSpPr>
          <p:nvPr/>
        </p:nvCxnSpPr>
        <p:spPr>
          <a:xfrm flipH="1">
            <a:off x="3982453" y="3500905"/>
            <a:ext cx="3405507" cy="80426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776C84C-C192-5ADA-54D1-68068C9A41B5}"/>
                  </a:ext>
                </a:extLst>
              </p:cNvPr>
              <p:cNvSpPr txBox="1"/>
              <p:nvPr/>
            </p:nvSpPr>
            <p:spPr>
              <a:xfrm>
                <a:off x="1143000" y="4305172"/>
                <a:ext cx="5678905" cy="139358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𝑪</m:t>
                          </m:r>
                        </m:e>
                        <m:sub>
                          <m:r>
                            <a:rPr lang="en-US" sz="2800" b="1" i="1" smtClean="0">
                              <a:latin typeface="Cambria Math" panose="02040503050406030204" pitchFamily="18" charset="0"/>
                            </a:rPr>
                            <m:t>𝒎𝒂𝒙</m:t>
                          </m:r>
                        </m:sub>
                      </m:sSub>
                      <m:r>
                        <a:rPr lang="en-US" sz="2800" b="1" i="1" smtClean="0">
                          <a:latin typeface="Cambria Math" panose="02040503050406030204" pitchFamily="18" charset="0"/>
                        </a:rPr>
                        <m:t>=</m:t>
                      </m:r>
                      <m:r>
                        <a:rPr lang="en-US" sz="2800" b="1" i="1" smtClean="0">
                          <a:latin typeface="Cambria Math" panose="02040503050406030204" pitchFamily="18" charset="0"/>
                        </a:rPr>
                        <m:t>𝟐𝟔</m:t>
                      </m:r>
                      <m:r>
                        <a:rPr lang="en-US" sz="2800" b="1" i="1" smtClean="0">
                          <a:latin typeface="Cambria Math" panose="02040503050406030204" pitchFamily="18" charset="0"/>
                        </a:rPr>
                        <m:t>→</m:t>
                      </m:r>
                      <m:r>
                        <a:rPr lang="en-US" sz="2800" b="1" i="1" smtClean="0">
                          <a:latin typeface="Cambria Math" panose="02040503050406030204" pitchFamily="18" charset="0"/>
                        </a:rPr>
                        <m:t>𝒏</m:t>
                      </m:r>
                      <m:r>
                        <a:rPr lang="en-US" sz="2800" b="1" i="1" smtClean="0">
                          <a:latin typeface="Cambria Math" panose="02040503050406030204" pitchFamily="18" charset="0"/>
                        </a:rPr>
                        <m:t>=</m:t>
                      </m:r>
                      <m:r>
                        <a:rPr lang="en-US" sz="2800" b="1" i="1" smtClean="0">
                          <a:latin typeface="Cambria Math" panose="02040503050406030204" pitchFamily="18" charset="0"/>
                        </a:rPr>
                        <m:t>𝟒</m:t>
                      </m:r>
                    </m:oMath>
                  </m:oMathPara>
                </a14:m>
                <a:endParaRPr lang="en-US" sz="2800" b="1" dirty="0"/>
              </a:p>
              <a:p>
                <a:endParaRPr lang="en-US" sz="2800" b="1" dirty="0"/>
              </a:p>
              <a:p>
                <a:r>
                  <a:rPr lang="en-US" sz="2800" b="1" dirty="0"/>
                  <a:t>	</a:t>
                </a:r>
                <a14:m>
                  <m:oMath xmlns:m="http://schemas.openxmlformats.org/officeDocument/2006/math">
                    <m:sSub>
                      <m:sSubPr>
                        <m:ctrlPr>
                          <a:rPr lang="en-US" sz="2800" b="1" i="1" smtClean="0">
                            <a:latin typeface="Cambria Math" panose="02040503050406030204" pitchFamily="18" charset="0"/>
                          </a:rPr>
                        </m:ctrlPr>
                      </m:sSubPr>
                      <m:e>
                        <m:r>
                          <a:rPr lang="en-US" sz="2800" b="1" i="1" smtClean="0">
                            <a:latin typeface="Cambria Math" panose="02040503050406030204" pitchFamily="18" charset="0"/>
                          </a:rPr>
                          <m:t>𝑻𝒉𝒓𝒆𝒔𝒉𝒐𝒍𝒅</m:t>
                        </m:r>
                        <m:r>
                          <a:rPr lang="en-US" sz="2800" b="1" i="1" smtClean="0">
                            <a:latin typeface="Cambria Math" panose="02040503050406030204" pitchFamily="18" charset="0"/>
                          </a:rPr>
                          <m:t>= </m:t>
                        </m:r>
                        <m:r>
                          <a:rPr lang="en-US" sz="2800" b="1" i="1" smtClean="0">
                            <a:latin typeface="Cambria Math" panose="02040503050406030204" pitchFamily="18" charset="0"/>
                          </a:rPr>
                          <m:t>𝑻</m:t>
                        </m:r>
                      </m:e>
                      <m:sub>
                        <m:r>
                          <a:rPr lang="en-US" sz="2800" b="1" i="1" smtClean="0">
                            <a:latin typeface="Cambria Math" panose="02040503050406030204" pitchFamily="18" charset="0"/>
                          </a:rPr>
                          <m:t>𝟎</m:t>
                        </m:r>
                      </m:sub>
                    </m:sSub>
                    <m:r>
                      <a:rPr lang="en-US" sz="2800" b="1" i="1" smtClean="0">
                        <a:latin typeface="Cambria Math" panose="02040503050406030204" pitchFamily="18" charset="0"/>
                      </a:rPr>
                      <m:t>=</m:t>
                    </m:r>
                    <m:sSup>
                      <m:sSupPr>
                        <m:ctrlPr>
                          <a:rPr lang="en-US" sz="2800" b="1" i="1" smtClean="0">
                            <a:latin typeface="Cambria Math" panose="02040503050406030204" pitchFamily="18" charset="0"/>
                          </a:rPr>
                        </m:ctrlPr>
                      </m:sSupPr>
                      <m:e>
                        <m:r>
                          <a:rPr lang="en-US" sz="2800" b="1" i="1" smtClean="0">
                            <a:latin typeface="Cambria Math" panose="02040503050406030204" pitchFamily="18" charset="0"/>
                          </a:rPr>
                          <m:t>𝟐</m:t>
                        </m:r>
                      </m:e>
                      <m:sup>
                        <m:r>
                          <a:rPr lang="en-US" sz="2800" b="1" i="1" smtClean="0">
                            <a:latin typeface="Cambria Math" panose="02040503050406030204" pitchFamily="18" charset="0"/>
                          </a:rPr>
                          <m:t>𝟒</m:t>
                        </m:r>
                      </m:sup>
                    </m:sSup>
                    <m:r>
                      <a:rPr lang="en-US" sz="2800" b="1" i="1" smtClean="0">
                        <a:latin typeface="Cambria Math" panose="02040503050406030204" pitchFamily="18" charset="0"/>
                      </a:rPr>
                      <m:t>=</m:t>
                    </m:r>
                    <m:r>
                      <a:rPr lang="en-US" sz="2800" b="1" i="1" smtClean="0">
                        <a:latin typeface="Cambria Math" panose="02040503050406030204" pitchFamily="18" charset="0"/>
                      </a:rPr>
                      <m:t>𝟏𝟔</m:t>
                    </m:r>
                  </m:oMath>
                </a14:m>
                <a:endParaRPr lang="en-US" sz="2800" b="1" dirty="0"/>
              </a:p>
            </p:txBody>
          </p:sp>
        </mc:Choice>
        <mc:Fallback xmlns="">
          <p:sp>
            <p:nvSpPr>
              <p:cNvPr id="14" name="TextBox 13">
                <a:extLst>
                  <a:ext uri="{FF2B5EF4-FFF2-40B4-BE49-F238E27FC236}">
                    <a16:creationId xmlns:a16="http://schemas.microsoft.com/office/drawing/2014/main" id="{7776C84C-C192-5ADA-54D1-68068C9A41B5}"/>
                  </a:ext>
                </a:extLst>
              </p:cNvPr>
              <p:cNvSpPr txBox="1">
                <a:spLocks noRot="1" noChangeAspect="1" noMove="1" noResize="1" noEditPoints="1" noAdjustHandles="1" noChangeArrowheads="1" noChangeShapeType="1" noTextEdit="1"/>
              </p:cNvSpPr>
              <p:nvPr/>
            </p:nvSpPr>
            <p:spPr>
              <a:xfrm>
                <a:off x="1143000" y="4305172"/>
                <a:ext cx="5678905" cy="1393587"/>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79374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E2770-DFF5-2A3A-934F-0CF313F6C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B0189-2C5A-CEC3-2958-4B2E27E22371}"/>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BC1A2863-523C-5A87-63C2-3F3F5C3954C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4B26254-9BB5-754D-AB7C-D38D23884833}"/>
              </a:ext>
            </a:extLst>
          </p:cNvPr>
          <p:cNvSpPr>
            <a:spLocks noGrp="1"/>
          </p:cNvSpPr>
          <p:nvPr>
            <p:ph type="sldNum" sz="quarter" idx="12"/>
          </p:nvPr>
        </p:nvSpPr>
        <p:spPr/>
        <p:txBody>
          <a:bodyPr/>
          <a:lstStyle/>
          <a:p>
            <a:fld id="{382B47E1-F59F-47B3-8D16-B2A0740F319A}" type="slidenum">
              <a:rPr lang="en-US" smtClean="0"/>
              <a:pPr/>
              <a:t>52</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E008BF91-AD42-3C2A-6578-D6487525B8D0}"/>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E008BF91-AD42-3C2A-6578-D6487525B8D0}"/>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64333808-52FF-C9B5-4138-5599C8EAD9FC}"/>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64333808-52FF-C9B5-4138-5599C8EAD9FC}"/>
                  </a:ext>
                </a:extLst>
              </p:cNvPr>
              <p:cNvPicPr/>
              <p:nvPr/>
            </p:nvPicPr>
            <p:blipFill>
              <a:blip r:embed="rId6"/>
              <a:stretch>
                <a:fillRect/>
              </a:stretch>
            </p:blipFill>
            <p:spPr>
              <a:xfrm>
                <a:off x="582897" y="5074882"/>
                <a:ext cx="37080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F9B0A60C-3CCD-A574-6E1B-9AD64073EDB0}"/>
                  </a:ext>
                </a:extLst>
              </p14:cNvPr>
              <p14:cNvContentPartPr/>
              <p14:nvPr/>
            </p14:nvContentPartPr>
            <p14:xfrm>
              <a:off x="10286697" y="6207442"/>
              <a:ext cx="529200" cy="109080"/>
            </p14:xfrm>
          </p:contentPart>
        </mc:Choice>
        <mc:Fallback xmlns="">
          <p:pic>
            <p:nvPicPr>
              <p:cNvPr id="7" name="Ink 6">
                <a:extLst>
                  <a:ext uri="{FF2B5EF4-FFF2-40B4-BE49-F238E27FC236}">
                    <a16:creationId xmlns:a16="http://schemas.microsoft.com/office/drawing/2014/main" id="{F9B0A60C-3CCD-A574-6E1B-9AD64073EDB0}"/>
                  </a:ext>
                </a:extLst>
              </p:cNvPr>
              <p:cNvPicPr/>
              <p:nvPr/>
            </p:nvPicPr>
            <p:blipFill>
              <a:blip r:embed="rId8"/>
              <a:stretch>
                <a:fillRect/>
              </a:stretch>
            </p:blipFill>
            <p:spPr>
              <a:xfrm>
                <a:off x="10223697" y="6144442"/>
                <a:ext cx="654840" cy="234720"/>
              </a:xfrm>
              <a:prstGeom prst="rect">
                <a:avLst/>
              </a:prstGeom>
            </p:spPr>
          </p:pic>
        </mc:Fallback>
      </mc:AlternateContent>
      <p:pic>
        <p:nvPicPr>
          <p:cNvPr id="8" name="Picture 7">
            <a:extLst>
              <a:ext uri="{FF2B5EF4-FFF2-40B4-BE49-F238E27FC236}">
                <a16:creationId xmlns:a16="http://schemas.microsoft.com/office/drawing/2014/main" id="{663BF759-C139-E534-856B-3E1B7F88F1C3}"/>
              </a:ext>
            </a:extLst>
          </p:cNvPr>
          <p:cNvPicPr>
            <a:picLocks noChangeAspect="1"/>
          </p:cNvPicPr>
          <p:nvPr/>
        </p:nvPicPr>
        <p:blipFill>
          <a:blip r:embed="rId9"/>
          <a:stretch>
            <a:fillRect/>
          </a:stretch>
        </p:blipFill>
        <p:spPr>
          <a:xfrm>
            <a:off x="4478082" y="1748921"/>
            <a:ext cx="3358812" cy="2397216"/>
          </a:xfrm>
          <a:prstGeom prst="rect">
            <a:avLst/>
          </a:prstGeom>
        </p:spPr>
      </p:pic>
      <p:pic>
        <p:nvPicPr>
          <p:cNvPr id="6" name="Picture 5">
            <a:extLst>
              <a:ext uri="{FF2B5EF4-FFF2-40B4-BE49-F238E27FC236}">
                <a16:creationId xmlns:a16="http://schemas.microsoft.com/office/drawing/2014/main" id="{6AB42120-D800-5A29-25E4-51FE23E78C33}"/>
              </a:ext>
            </a:extLst>
          </p:cNvPr>
          <p:cNvPicPr>
            <a:picLocks noChangeAspect="1"/>
          </p:cNvPicPr>
          <p:nvPr/>
        </p:nvPicPr>
        <p:blipFill>
          <a:blip r:embed="rId10"/>
          <a:stretch>
            <a:fillRect/>
          </a:stretch>
        </p:blipFill>
        <p:spPr>
          <a:xfrm>
            <a:off x="1024127" y="4343019"/>
            <a:ext cx="8252648" cy="1747619"/>
          </a:xfrm>
          <a:prstGeom prst="rect">
            <a:avLst/>
          </a:prstGeom>
        </p:spPr>
      </p:pic>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B1313EAF-E098-B4E7-DBDC-2AA4254B04CE}"/>
                  </a:ext>
                </a:extLst>
              </p14:cNvPr>
              <p14:cNvContentPartPr/>
              <p14:nvPr/>
            </p14:nvContentPartPr>
            <p14:xfrm>
              <a:off x="8842017" y="4272442"/>
              <a:ext cx="555840" cy="651600"/>
            </p14:xfrm>
          </p:contentPart>
        </mc:Choice>
        <mc:Fallback xmlns="">
          <p:pic>
            <p:nvPicPr>
              <p:cNvPr id="12" name="Ink 11">
                <a:extLst>
                  <a:ext uri="{FF2B5EF4-FFF2-40B4-BE49-F238E27FC236}">
                    <a16:creationId xmlns:a16="http://schemas.microsoft.com/office/drawing/2014/main" id="{B1313EAF-E098-B4E7-DBDC-2AA4254B04CE}"/>
                  </a:ext>
                </a:extLst>
              </p:cNvPr>
              <p:cNvPicPr/>
              <p:nvPr/>
            </p:nvPicPr>
            <p:blipFill>
              <a:blip r:embed="rId12"/>
              <a:stretch>
                <a:fillRect/>
              </a:stretch>
            </p:blipFill>
            <p:spPr>
              <a:xfrm>
                <a:off x="8779017" y="4209802"/>
                <a:ext cx="681480" cy="777240"/>
              </a:xfrm>
              <a:prstGeom prst="rect">
                <a:avLst/>
              </a:prstGeom>
            </p:spPr>
          </p:pic>
        </mc:Fallback>
      </mc:AlternateContent>
      <p:sp>
        <p:nvSpPr>
          <p:cNvPr id="16" name="TextBox 15">
            <a:extLst>
              <a:ext uri="{FF2B5EF4-FFF2-40B4-BE49-F238E27FC236}">
                <a16:creationId xmlns:a16="http://schemas.microsoft.com/office/drawing/2014/main" id="{B3830F70-C418-56AD-24BA-0A8DF839250E}"/>
              </a:ext>
            </a:extLst>
          </p:cNvPr>
          <p:cNvSpPr txBox="1"/>
          <p:nvPr/>
        </p:nvSpPr>
        <p:spPr>
          <a:xfrm>
            <a:off x="4685555" y="1476580"/>
            <a:ext cx="3151339" cy="400110"/>
          </a:xfrm>
          <a:prstGeom prst="rect">
            <a:avLst/>
          </a:prstGeom>
          <a:noFill/>
        </p:spPr>
        <p:txBody>
          <a:bodyPr wrap="square" rtlCol="0">
            <a:spAutoFit/>
          </a:bodyPr>
          <a:lstStyle/>
          <a:p>
            <a:r>
              <a:rPr lang="en-US" sz="2000" b="1" dirty="0"/>
              <a:t> 0          1          2           3   </a:t>
            </a:r>
          </a:p>
        </p:txBody>
      </p:sp>
      <p:sp>
        <p:nvSpPr>
          <p:cNvPr id="18" name="TextBox 17">
            <a:extLst>
              <a:ext uri="{FF2B5EF4-FFF2-40B4-BE49-F238E27FC236}">
                <a16:creationId xmlns:a16="http://schemas.microsoft.com/office/drawing/2014/main" id="{0CBB6B75-9F8C-42D3-24E3-354C780C93E6}"/>
              </a:ext>
            </a:extLst>
          </p:cNvPr>
          <p:cNvSpPr txBox="1"/>
          <p:nvPr/>
        </p:nvSpPr>
        <p:spPr>
          <a:xfrm rot="5400000">
            <a:off x="2751106" y="3252305"/>
            <a:ext cx="3151339" cy="400110"/>
          </a:xfrm>
          <a:prstGeom prst="rect">
            <a:avLst/>
          </a:prstGeom>
          <a:noFill/>
        </p:spPr>
        <p:txBody>
          <a:bodyPr wrap="square" rtlCol="0">
            <a:spAutoFit/>
          </a:bodyPr>
          <a:lstStyle/>
          <a:p>
            <a:r>
              <a:rPr lang="en-US" sz="2000" b="1" dirty="0"/>
              <a:t> 0      1       2      3   </a:t>
            </a:r>
          </a:p>
        </p:txBody>
      </p:sp>
      <p:sp>
        <p:nvSpPr>
          <p:cNvPr id="20" name="TextBox 19">
            <a:extLst>
              <a:ext uri="{FF2B5EF4-FFF2-40B4-BE49-F238E27FC236}">
                <a16:creationId xmlns:a16="http://schemas.microsoft.com/office/drawing/2014/main" id="{8FB422CB-94B1-A5DB-885E-C1F0D72DFF6D}"/>
              </a:ext>
            </a:extLst>
          </p:cNvPr>
          <p:cNvSpPr txBox="1"/>
          <p:nvPr/>
        </p:nvSpPr>
        <p:spPr>
          <a:xfrm>
            <a:off x="507897" y="2899110"/>
            <a:ext cx="2790606"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t>Initially contains all coefficients in the LL  sub band (top-left 2×2)</a:t>
            </a:r>
          </a:p>
        </p:txBody>
      </p:sp>
      <p:sp>
        <p:nvSpPr>
          <p:cNvPr id="21" name="Oval 20">
            <a:extLst>
              <a:ext uri="{FF2B5EF4-FFF2-40B4-BE49-F238E27FC236}">
                <a16:creationId xmlns:a16="http://schemas.microsoft.com/office/drawing/2014/main" id="{494E8225-4192-408C-C34A-C2BF3C39D6D2}"/>
              </a:ext>
            </a:extLst>
          </p:cNvPr>
          <p:cNvSpPr/>
          <p:nvPr/>
        </p:nvSpPr>
        <p:spPr>
          <a:xfrm>
            <a:off x="891057" y="4301270"/>
            <a:ext cx="1012143" cy="593943"/>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05DED78-792C-A6E4-1382-1F93AA724A19}"/>
              </a:ext>
            </a:extLst>
          </p:cNvPr>
          <p:cNvCxnSpPr>
            <a:stCxn id="21" idx="0"/>
          </p:cNvCxnSpPr>
          <p:nvPr/>
        </p:nvCxnSpPr>
        <p:spPr>
          <a:xfrm flipV="1">
            <a:off x="1397129" y="3972562"/>
            <a:ext cx="191039" cy="328708"/>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4917272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C1739-28C7-D76A-D174-E37EB0B57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102C3-4772-4AE1-F2A7-7A7763502B1C}"/>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05ED5BA1-2D6F-9638-DDA8-FC00E708BC9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AD0C883-87A9-5F54-39A9-5E8FD9594872}"/>
              </a:ext>
            </a:extLst>
          </p:cNvPr>
          <p:cNvSpPr>
            <a:spLocks noGrp="1"/>
          </p:cNvSpPr>
          <p:nvPr>
            <p:ph type="sldNum" sz="quarter" idx="12"/>
          </p:nvPr>
        </p:nvSpPr>
        <p:spPr/>
        <p:txBody>
          <a:bodyPr/>
          <a:lstStyle/>
          <a:p>
            <a:fld id="{382B47E1-F59F-47B3-8D16-B2A0740F319A}" type="slidenum">
              <a:rPr lang="en-US" smtClean="0"/>
              <a:pPr/>
              <a:t>53</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3D13BF5A-FDE2-D9FA-947F-898C75CC5AB0}"/>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3D13BF5A-FDE2-D9FA-947F-898C75CC5AB0}"/>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58568830-5306-025C-E8CA-EFA6BB41C7FC}"/>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58568830-5306-025C-E8CA-EFA6BB41C7FC}"/>
                  </a:ext>
                </a:extLst>
              </p:cNvPr>
              <p:cNvPicPr/>
              <p:nvPr/>
            </p:nvPicPr>
            <p:blipFill>
              <a:blip r:embed="rId6"/>
              <a:stretch>
                <a:fillRect/>
              </a:stretch>
            </p:blipFill>
            <p:spPr>
              <a:xfrm>
                <a:off x="582897" y="5074882"/>
                <a:ext cx="37080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2938DEBB-5BF9-85BB-2234-360B5BE39952}"/>
                  </a:ext>
                </a:extLst>
              </p14:cNvPr>
              <p14:cNvContentPartPr/>
              <p14:nvPr/>
            </p14:nvContentPartPr>
            <p14:xfrm>
              <a:off x="10286697" y="6207442"/>
              <a:ext cx="529200" cy="109080"/>
            </p14:xfrm>
          </p:contentPart>
        </mc:Choice>
        <mc:Fallback xmlns="">
          <p:pic>
            <p:nvPicPr>
              <p:cNvPr id="7" name="Ink 6">
                <a:extLst>
                  <a:ext uri="{FF2B5EF4-FFF2-40B4-BE49-F238E27FC236}">
                    <a16:creationId xmlns:a16="http://schemas.microsoft.com/office/drawing/2014/main" id="{2938DEBB-5BF9-85BB-2234-360B5BE39952}"/>
                  </a:ext>
                </a:extLst>
              </p:cNvPr>
              <p:cNvPicPr/>
              <p:nvPr/>
            </p:nvPicPr>
            <p:blipFill>
              <a:blip r:embed="rId8"/>
              <a:stretch>
                <a:fillRect/>
              </a:stretch>
            </p:blipFill>
            <p:spPr>
              <a:xfrm>
                <a:off x="10223697" y="6144442"/>
                <a:ext cx="654840" cy="234720"/>
              </a:xfrm>
              <a:prstGeom prst="rect">
                <a:avLst/>
              </a:prstGeom>
            </p:spPr>
          </p:pic>
        </mc:Fallback>
      </mc:AlternateContent>
      <p:pic>
        <p:nvPicPr>
          <p:cNvPr id="8" name="Picture 7">
            <a:extLst>
              <a:ext uri="{FF2B5EF4-FFF2-40B4-BE49-F238E27FC236}">
                <a16:creationId xmlns:a16="http://schemas.microsoft.com/office/drawing/2014/main" id="{0959F97D-66F1-85D5-2321-7B96B006CB03}"/>
              </a:ext>
            </a:extLst>
          </p:cNvPr>
          <p:cNvPicPr>
            <a:picLocks noChangeAspect="1"/>
          </p:cNvPicPr>
          <p:nvPr/>
        </p:nvPicPr>
        <p:blipFill>
          <a:blip r:embed="rId9"/>
          <a:stretch>
            <a:fillRect/>
          </a:stretch>
        </p:blipFill>
        <p:spPr>
          <a:xfrm>
            <a:off x="4478082" y="1748921"/>
            <a:ext cx="3358812" cy="2397216"/>
          </a:xfrm>
          <a:prstGeom prst="rect">
            <a:avLst/>
          </a:prstGeom>
        </p:spPr>
      </p:pic>
      <p:pic>
        <p:nvPicPr>
          <p:cNvPr id="6" name="Picture 5">
            <a:extLst>
              <a:ext uri="{FF2B5EF4-FFF2-40B4-BE49-F238E27FC236}">
                <a16:creationId xmlns:a16="http://schemas.microsoft.com/office/drawing/2014/main" id="{51E8484C-FB7E-2A2D-FC11-5F94BD145C74}"/>
              </a:ext>
            </a:extLst>
          </p:cNvPr>
          <p:cNvPicPr>
            <a:picLocks noChangeAspect="1"/>
          </p:cNvPicPr>
          <p:nvPr/>
        </p:nvPicPr>
        <p:blipFill>
          <a:blip r:embed="rId10"/>
          <a:stretch>
            <a:fillRect/>
          </a:stretch>
        </p:blipFill>
        <p:spPr>
          <a:xfrm>
            <a:off x="1024127" y="4343019"/>
            <a:ext cx="8252648" cy="1747619"/>
          </a:xfrm>
          <a:prstGeom prst="rect">
            <a:avLst/>
          </a:prstGeom>
        </p:spPr>
      </p:pic>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EAB4CF24-7584-C311-0890-41EADDBB0523}"/>
                  </a:ext>
                </a:extLst>
              </p14:cNvPr>
              <p14:cNvContentPartPr/>
              <p14:nvPr/>
            </p14:nvContentPartPr>
            <p14:xfrm>
              <a:off x="8842017" y="4272442"/>
              <a:ext cx="555840" cy="651600"/>
            </p14:xfrm>
          </p:contentPart>
        </mc:Choice>
        <mc:Fallback xmlns="">
          <p:pic>
            <p:nvPicPr>
              <p:cNvPr id="12" name="Ink 11">
                <a:extLst>
                  <a:ext uri="{FF2B5EF4-FFF2-40B4-BE49-F238E27FC236}">
                    <a16:creationId xmlns:a16="http://schemas.microsoft.com/office/drawing/2014/main" id="{EAB4CF24-7584-C311-0890-41EADDBB0523}"/>
                  </a:ext>
                </a:extLst>
              </p:cNvPr>
              <p:cNvPicPr/>
              <p:nvPr/>
            </p:nvPicPr>
            <p:blipFill>
              <a:blip r:embed="rId12"/>
              <a:stretch>
                <a:fillRect/>
              </a:stretch>
            </p:blipFill>
            <p:spPr>
              <a:xfrm>
                <a:off x="8779017" y="4209442"/>
                <a:ext cx="681480" cy="777240"/>
              </a:xfrm>
              <a:prstGeom prst="rect">
                <a:avLst/>
              </a:prstGeom>
            </p:spPr>
          </p:pic>
        </mc:Fallback>
      </mc:AlternateContent>
      <p:sp>
        <p:nvSpPr>
          <p:cNvPr id="16" name="TextBox 15">
            <a:extLst>
              <a:ext uri="{FF2B5EF4-FFF2-40B4-BE49-F238E27FC236}">
                <a16:creationId xmlns:a16="http://schemas.microsoft.com/office/drawing/2014/main" id="{73302984-CFB4-430E-D6CF-40E790856617}"/>
              </a:ext>
            </a:extLst>
          </p:cNvPr>
          <p:cNvSpPr txBox="1"/>
          <p:nvPr/>
        </p:nvSpPr>
        <p:spPr>
          <a:xfrm>
            <a:off x="4685555" y="1476580"/>
            <a:ext cx="3151339" cy="400110"/>
          </a:xfrm>
          <a:prstGeom prst="rect">
            <a:avLst/>
          </a:prstGeom>
          <a:noFill/>
        </p:spPr>
        <p:txBody>
          <a:bodyPr wrap="square" rtlCol="0">
            <a:spAutoFit/>
          </a:bodyPr>
          <a:lstStyle/>
          <a:p>
            <a:r>
              <a:rPr lang="en-US" sz="2000" b="1" dirty="0"/>
              <a:t> 0          1          2           3   </a:t>
            </a:r>
          </a:p>
        </p:txBody>
      </p:sp>
      <p:sp>
        <p:nvSpPr>
          <p:cNvPr id="18" name="TextBox 17">
            <a:extLst>
              <a:ext uri="{FF2B5EF4-FFF2-40B4-BE49-F238E27FC236}">
                <a16:creationId xmlns:a16="http://schemas.microsoft.com/office/drawing/2014/main" id="{E761DE8E-DE27-4AD1-1272-6C767056480F}"/>
              </a:ext>
            </a:extLst>
          </p:cNvPr>
          <p:cNvSpPr txBox="1"/>
          <p:nvPr/>
        </p:nvSpPr>
        <p:spPr>
          <a:xfrm rot="5400000">
            <a:off x="2751106" y="3252305"/>
            <a:ext cx="3151339" cy="400110"/>
          </a:xfrm>
          <a:prstGeom prst="rect">
            <a:avLst/>
          </a:prstGeom>
          <a:noFill/>
        </p:spPr>
        <p:txBody>
          <a:bodyPr wrap="square" rtlCol="0">
            <a:spAutoFit/>
          </a:bodyPr>
          <a:lstStyle/>
          <a:p>
            <a:r>
              <a:rPr lang="en-US" sz="2000" b="1" dirty="0"/>
              <a:t> 0      1       2      3   </a:t>
            </a:r>
          </a:p>
        </p:txBody>
      </p:sp>
      <p:sp>
        <p:nvSpPr>
          <p:cNvPr id="20" name="TextBox 19">
            <a:extLst>
              <a:ext uri="{FF2B5EF4-FFF2-40B4-BE49-F238E27FC236}">
                <a16:creationId xmlns:a16="http://schemas.microsoft.com/office/drawing/2014/main" id="{F150D4A8-A504-CCA1-A6EC-66B8AA314E55}"/>
              </a:ext>
            </a:extLst>
          </p:cNvPr>
          <p:cNvSpPr txBox="1"/>
          <p:nvPr/>
        </p:nvSpPr>
        <p:spPr>
          <a:xfrm>
            <a:off x="397042" y="2767280"/>
            <a:ext cx="3428999" cy="132343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t>Initially contains the coordinates of coefficients in LL that have descendants (children in other sub bands)</a:t>
            </a:r>
          </a:p>
        </p:txBody>
      </p:sp>
      <p:sp>
        <p:nvSpPr>
          <p:cNvPr id="21" name="Oval 20">
            <a:extLst>
              <a:ext uri="{FF2B5EF4-FFF2-40B4-BE49-F238E27FC236}">
                <a16:creationId xmlns:a16="http://schemas.microsoft.com/office/drawing/2014/main" id="{DED5A659-7CE6-9A9F-F418-FB5DFD4D6F55}"/>
              </a:ext>
            </a:extLst>
          </p:cNvPr>
          <p:cNvSpPr/>
          <p:nvPr/>
        </p:nvSpPr>
        <p:spPr>
          <a:xfrm>
            <a:off x="903045" y="4840910"/>
            <a:ext cx="1012143" cy="593943"/>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722D4745-4BF6-76C1-4D5D-59B8C3EAA616}"/>
              </a:ext>
            </a:extLst>
          </p:cNvPr>
          <p:cNvCxnSpPr>
            <a:cxnSpLocks/>
            <a:stCxn id="21" idx="0"/>
            <a:endCxn id="20" idx="2"/>
          </p:cNvCxnSpPr>
          <p:nvPr/>
        </p:nvCxnSpPr>
        <p:spPr>
          <a:xfrm flipV="1">
            <a:off x="1409117" y="4090719"/>
            <a:ext cx="702425" cy="750191"/>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819207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68199-7B73-C0DF-5267-3029BAD56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B22BC-ED00-7212-305D-D40B12E4F2FA}"/>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6413D531-6266-A308-C41D-C88EF86E717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74CE384-5FFB-AAC9-D8ED-187E9190661D}"/>
              </a:ext>
            </a:extLst>
          </p:cNvPr>
          <p:cNvSpPr>
            <a:spLocks noGrp="1"/>
          </p:cNvSpPr>
          <p:nvPr>
            <p:ph type="sldNum" sz="quarter" idx="12"/>
          </p:nvPr>
        </p:nvSpPr>
        <p:spPr/>
        <p:txBody>
          <a:bodyPr/>
          <a:lstStyle/>
          <a:p>
            <a:fld id="{382B47E1-F59F-47B3-8D16-B2A0740F319A}" type="slidenum">
              <a:rPr lang="en-US" smtClean="0"/>
              <a:pPr/>
              <a:t>54</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0BBC2907-9B2B-F9F5-05A1-D50838957786}"/>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0BBC2907-9B2B-F9F5-05A1-D50838957786}"/>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E2A52519-6B13-203F-CDF8-89136F3DD4EA}"/>
                  </a:ext>
                </a:extLst>
              </p14:cNvPr>
              <p14:cNvContentPartPr/>
              <p14:nvPr/>
            </p14:nvContentPartPr>
            <p14:xfrm>
              <a:off x="10286697" y="6207442"/>
              <a:ext cx="529200" cy="109080"/>
            </p14:xfrm>
          </p:contentPart>
        </mc:Choice>
        <mc:Fallback xmlns="">
          <p:pic>
            <p:nvPicPr>
              <p:cNvPr id="7" name="Ink 6">
                <a:extLst>
                  <a:ext uri="{FF2B5EF4-FFF2-40B4-BE49-F238E27FC236}">
                    <a16:creationId xmlns:a16="http://schemas.microsoft.com/office/drawing/2014/main" id="{E2A52519-6B13-203F-CDF8-89136F3DD4EA}"/>
                  </a:ext>
                </a:extLst>
              </p:cNvPr>
              <p:cNvPicPr/>
              <p:nvPr/>
            </p:nvPicPr>
            <p:blipFill>
              <a:blip r:embed="rId6"/>
              <a:stretch>
                <a:fillRect/>
              </a:stretch>
            </p:blipFill>
            <p:spPr>
              <a:xfrm>
                <a:off x="10223697" y="6144442"/>
                <a:ext cx="654840" cy="234720"/>
              </a:xfrm>
              <a:prstGeom prst="rect">
                <a:avLst/>
              </a:prstGeom>
            </p:spPr>
          </p:pic>
        </mc:Fallback>
      </mc:AlternateContent>
      <p:pic>
        <p:nvPicPr>
          <p:cNvPr id="8" name="Picture 7">
            <a:extLst>
              <a:ext uri="{FF2B5EF4-FFF2-40B4-BE49-F238E27FC236}">
                <a16:creationId xmlns:a16="http://schemas.microsoft.com/office/drawing/2014/main" id="{187F627A-2A73-2874-2420-6C38C60815BE}"/>
              </a:ext>
            </a:extLst>
          </p:cNvPr>
          <p:cNvPicPr>
            <a:picLocks noChangeAspect="1"/>
          </p:cNvPicPr>
          <p:nvPr/>
        </p:nvPicPr>
        <p:blipFill>
          <a:blip r:embed="rId7"/>
          <a:stretch>
            <a:fillRect/>
          </a:stretch>
        </p:blipFill>
        <p:spPr>
          <a:xfrm>
            <a:off x="4478082" y="1748921"/>
            <a:ext cx="3358812" cy="2397216"/>
          </a:xfrm>
          <a:prstGeom prst="rect">
            <a:avLst/>
          </a:prstGeom>
        </p:spPr>
      </p:pic>
      <p:pic>
        <p:nvPicPr>
          <p:cNvPr id="6" name="Picture 5">
            <a:extLst>
              <a:ext uri="{FF2B5EF4-FFF2-40B4-BE49-F238E27FC236}">
                <a16:creationId xmlns:a16="http://schemas.microsoft.com/office/drawing/2014/main" id="{FAB71777-DE99-2245-F1D7-B1817DB13773}"/>
              </a:ext>
            </a:extLst>
          </p:cNvPr>
          <p:cNvPicPr>
            <a:picLocks noChangeAspect="1"/>
          </p:cNvPicPr>
          <p:nvPr/>
        </p:nvPicPr>
        <p:blipFill>
          <a:blip r:embed="rId8"/>
          <a:stretch>
            <a:fillRect/>
          </a:stretch>
        </p:blipFill>
        <p:spPr>
          <a:xfrm>
            <a:off x="1024127" y="4343019"/>
            <a:ext cx="8252648" cy="1747619"/>
          </a:xfrm>
          <a:prstGeom prst="rect">
            <a:avLst/>
          </a:prstGeom>
        </p:spPr>
      </p:pic>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D04C8471-D17A-5A01-DA89-F78A1D112837}"/>
                  </a:ext>
                </a:extLst>
              </p14:cNvPr>
              <p14:cNvContentPartPr/>
              <p14:nvPr/>
            </p14:nvContentPartPr>
            <p14:xfrm>
              <a:off x="8842017" y="4272442"/>
              <a:ext cx="555840" cy="651600"/>
            </p14:xfrm>
          </p:contentPart>
        </mc:Choice>
        <mc:Fallback xmlns="">
          <p:pic>
            <p:nvPicPr>
              <p:cNvPr id="12" name="Ink 11">
                <a:extLst>
                  <a:ext uri="{FF2B5EF4-FFF2-40B4-BE49-F238E27FC236}">
                    <a16:creationId xmlns:a16="http://schemas.microsoft.com/office/drawing/2014/main" id="{D04C8471-D17A-5A01-DA89-F78A1D112837}"/>
                  </a:ext>
                </a:extLst>
              </p:cNvPr>
              <p:cNvPicPr/>
              <p:nvPr/>
            </p:nvPicPr>
            <p:blipFill>
              <a:blip r:embed="rId10"/>
              <a:stretch>
                <a:fillRect/>
              </a:stretch>
            </p:blipFill>
            <p:spPr>
              <a:xfrm>
                <a:off x="8779017" y="4209442"/>
                <a:ext cx="681480" cy="777240"/>
              </a:xfrm>
              <a:prstGeom prst="rect">
                <a:avLst/>
              </a:prstGeom>
            </p:spPr>
          </p:pic>
        </mc:Fallback>
      </mc:AlternateContent>
      <p:sp>
        <p:nvSpPr>
          <p:cNvPr id="16" name="TextBox 15">
            <a:extLst>
              <a:ext uri="{FF2B5EF4-FFF2-40B4-BE49-F238E27FC236}">
                <a16:creationId xmlns:a16="http://schemas.microsoft.com/office/drawing/2014/main" id="{9FF457BB-5A2D-DD8C-34F6-3FF2DD140A45}"/>
              </a:ext>
            </a:extLst>
          </p:cNvPr>
          <p:cNvSpPr txBox="1"/>
          <p:nvPr/>
        </p:nvSpPr>
        <p:spPr>
          <a:xfrm>
            <a:off x="4685555" y="1476580"/>
            <a:ext cx="3151339" cy="400110"/>
          </a:xfrm>
          <a:prstGeom prst="rect">
            <a:avLst/>
          </a:prstGeom>
          <a:noFill/>
        </p:spPr>
        <p:txBody>
          <a:bodyPr wrap="square" rtlCol="0">
            <a:spAutoFit/>
          </a:bodyPr>
          <a:lstStyle/>
          <a:p>
            <a:r>
              <a:rPr lang="en-US" sz="2000" b="1" dirty="0"/>
              <a:t> 0          1          2           3   </a:t>
            </a:r>
          </a:p>
        </p:txBody>
      </p:sp>
      <p:sp>
        <p:nvSpPr>
          <p:cNvPr id="18" name="TextBox 17">
            <a:extLst>
              <a:ext uri="{FF2B5EF4-FFF2-40B4-BE49-F238E27FC236}">
                <a16:creationId xmlns:a16="http://schemas.microsoft.com/office/drawing/2014/main" id="{B9EC5E40-12F4-237C-9C38-DB4F63907F61}"/>
              </a:ext>
            </a:extLst>
          </p:cNvPr>
          <p:cNvSpPr txBox="1"/>
          <p:nvPr/>
        </p:nvSpPr>
        <p:spPr>
          <a:xfrm rot="5400000">
            <a:off x="2751106" y="3252305"/>
            <a:ext cx="3151339" cy="400110"/>
          </a:xfrm>
          <a:prstGeom prst="rect">
            <a:avLst/>
          </a:prstGeom>
          <a:noFill/>
        </p:spPr>
        <p:txBody>
          <a:bodyPr wrap="square" rtlCol="0">
            <a:spAutoFit/>
          </a:bodyPr>
          <a:lstStyle/>
          <a:p>
            <a:r>
              <a:rPr lang="en-US" sz="2000" b="1" dirty="0"/>
              <a:t> 0      1       2      3   </a:t>
            </a:r>
          </a:p>
        </p:txBody>
      </p:sp>
      <p:sp>
        <p:nvSpPr>
          <p:cNvPr id="20" name="TextBox 19">
            <a:extLst>
              <a:ext uri="{FF2B5EF4-FFF2-40B4-BE49-F238E27FC236}">
                <a16:creationId xmlns:a16="http://schemas.microsoft.com/office/drawing/2014/main" id="{C00AB34A-253B-C5F3-70DB-F74CE7B9EA75}"/>
              </a:ext>
            </a:extLst>
          </p:cNvPr>
          <p:cNvSpPr txBox="1"/>
          <p:nvPr/>
        </p:nvSpPr>
        <p:spPr>
          <a:xfrm>
            <a:off x="397042" y="3271918"/>
            <a:ext cx="3428999"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a:t>Initially empty: LSP = { }</a:t>
            </a:r>
          </a:p>
        </p:txBody>
      </p:sp>
      <p:sp>
        <p:nvSpPr>
          <p:cNvPr id="21" name="Oval 20">
            <a:extLst>
              <a:ext uri="{FF2B5EF4-FFF2-40B4-BE49-F238E27FC236}">
                <a16:creationId xmlns:a16="http://schemas.microsoft.com/office/drawing/2014/main" id="{04E33FF0-886E-FC2C-1450-DCEF9FCFDC37}"/>
              </a:ext>
            </a:extLst>
          </p:cNvPr>
          <p:cNvSpPr/>
          <p:nvPr/>
        </p:nvSpPr>
        <p:spPr>
          <a:xfrm>
            <a:off x="903045" y="5382334"/>
            <a:ext cx="1012143" cy="593943"/>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EE7B1044-87E3-0723-48DD-521D1886BC4F}"/>
              </a:ext>
            </a:extLst>
          </p:cNvPr>
          <p:cNvCxnSpPr>
            <a:cxnSpLocks/>
            <a:stCxn id="21" idx="0"/>
            <a:endCxn id="20" idx="2"/>
          </p:cNvCxnSpPr>
          <p:nvPr/>
        </p:nvCxnSpPr>
        <p:spPr>
          <a:xfrm flipV="1">
            <a:off x="1409117" y="3733583"/>
            <a:ext cx="702425" cy="1648751"/>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8885904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F5DC0-D2CF-AE4C-3B32-E5F139839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5BCF4-97D4-4E39-58A4-1293C810D30D}"/>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016151AC-AB92-ACD7-4BD2-9C33E312C99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DE64675-A02F-BB13-2A4C-63DB729FC168}"/>
              </a:ext>
            </a:extLst>
          </p:cNvPr>
          <p:cNvSpPr>
            <a:spLocks noGrp="1"/>
          </p:cNvSpPr>
          <p:nvPr>
            <p:ph type="sldNum" sz="quarter" idx="12"/>
          </p:nvPr>
        </p:nvSpPr>
        <p:spPr/>
        <p:txBody>
          <a:bodyPr/>
          <a:lstStyle/>
          <a:p>
            <a:fld id="{382B47E1-F59F-47B3-8D16-B2A0740F319A}" type="slidenum">
              <a:rPr lang="en-US" smtClean="0"/>
              <a:pPr/>
              <a:t>55</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90C0165A-6969-B7C3-C0C4-97EE2D23937A}"/>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90C0165A-6969-B7C3-C0C4-97EE2D23937A}"/>
                  </a:ext>
                </a:extLst>
              </p:cNvPr>
              <p:cNvPicPr/>
              <p:nvPr/>
            </p:nvPicPr>
            <p:blipFill>
              <a:blip r:embed="rId4"/>
              <a:stretch>
                <a:fillRect/>
              </a:stretch>
            </p:blipFill>
            <p:spPr>
              <a:xfrm>
                <a:off x="7188551" y="3750442"/>
                <a:ext cx="1765052" cy="284760"/>
              </a:xfrm>
              <a:prstGeom prst="rect">
                <a:avLst/>
              </a:prstGeom>
            </p:spPr>
          </p:pic>
        </mc:Fallback>
      </mc:AlternateContent>
      <p:pic>
        <p:nvPicPr>
          <p:cNvPr id="8" name="Picture 7">
            <a:extLst>
              <a:ext uri="{FF2B5EF4-FFF2-40B4-BE49-F238E27FC236}">
                <a16:creationId xmlns:a16="http://schemas.microsoft.com/office/drawing/2014/main" id="{0F6BF883-8AA6-B4B4-88E9-74DF4499A5BC}"/>
              </a:ext>
            </a:extLst>
          </p:cNvPr>
          <p:cNvPicPr>
            <a:picLocks noChangeAspect="1"/>
          </p:cNvPicPr>
          <p:nvPr/>
        </p:nvPicPr>
        <p:blipFill>
          <a:blip r:embed="rId5"/>
          <a:stretch>
            <a:fillRect/>
          </a:stretch>
        </p:blipFill>
        <p:spPr>
          <a:xfrm>
            <a:off x="4415225" y="3972562"/>
            <a:ext cx="3358812" cy="2397216"/>
          </a:xfrm>
          <a:prstGeom prst="rect">
            <a:avLst/>
          </a:prstGeom>
        </p:spPr>
      </p:pic>
      <p:sp>
        <p:nvSpPr>
          <p:cNvPr id="16" name="TextBox 15">
            <a:extLst>
              <a:ext uri="{FF2B5EF4-FFF2-40B4-BE49-F238E27FC236}">
                <a16:creationId xmlns:a16="http://schemas.microsoft.com/office/drawing/2014/main" id="{4CCE93B1-59B3-75AB-D64E-FA1512497613}"/>
              </a:ext>
            </a:extLst>
          </p:cNvPr>
          <p:cNvSpPr txBox="1"/>
          <p:nvPr/>
        </p:nvSpPr>
        <p:spPr>
          <a:xfrm>
            <a:off x="4622698" y="3700221"/>
            <a:ext cx="3151339" cy="400110"/>
          </a:xfrm>
          <a:prstGeom prst="rect">
            <a:avLst/>
          </a:prstGeom>
          <a:noFill/>
        </p:spPr>
        <p:txBody>
          <a:bodyPr wrap="square" rtlCol="0">
            <a:spAutoFit/>
          </a:bodyPr>
          <a:lstStyle/>
          <a:p>
            <a:r>
              <a:rPr lang="en-US" sz="2000" b="1" dirty="0"/>
              <a:t> 0          1          2           3   </a:t>
            </a:r>
          </a:p>
        </p:txBody>
      </p:sp>
      <p:sp>
        <p:nvSpPr>
          <p:cNvPr id="18" name="TextBox 17">
            <a:extLst>
              <a:ext uri="{FF2B5EF4-FFF2-40B4-BE49-F238E27FC236}">
                <a16:creationId xmlns:a16="http://schemas.microsoft.com/office/drawing/2014/main" id="{EE9B71FB-BFB0-8BB6-4A9C-B73BE6A3604D}"/>
              </a:ext>
            </a:extLst>
          </p:cNvPr>
          <p:cNvSpPr txBox="1"/>
          <p:nvPr/>
        </p:nvSpPr>
        <p:spPr>
          <a:xfrm rot="5400000">
            <a:off x="2688249" y="5475946"/>
            <a:ext cx="3151339" cy="400110"/>
          </a:xfrm>
          <a:prstGeom prst="rect">
            <a:avLst/>
          </a:prstGeom>
          <a:noFill/>
        </p:spPr>
        <p:txBody>
          <a:bodyPr wrap="square" rtlCol="0">
            <a:spAutoFit/>
          </a:bodyPr>
          <a:lstStyle/>
          <a:p>
            <a:r>
              <a:rPr lang="en-US" sz="2000" b="1" dirty="0"/>
              <a:t> 0      1       2      3   </a:t>
            </a:r>
          </a:p>
        </p:txBody>
      </p:sp>
      <p:pic>
        <p:nvPicPr>
          <p:cNvPr id="3" name="Picture 2">
            <a:extLst>
              <a:ext uri="{FF2B5EF4-FFF2-40B4-BE49-F238E27FC236}">
                <a16:creationId xmlns:a16="http://schemas.microsoft.com/office/drawing/2014/main" id="{2EB337EE-899A-9725-6320-9E0D46919A56}"/>
              </a:ext>
            </a:extLst>
          </p:cNvPr>
          <p:cNvPicPr>
            <a:picLocks noChangeAspect="1"/>
          </p:cNvPicPr>
          <p:nvPr/>
        </p:nvPicPr>
        <p:blipFill>
          <a:blip r:embed="rId6"/>
          <a:stretch>
            <a:fillRect/>
          </a:stretch>
        </p:blipFill>
        <p:spPr>
          <a:xfrm>
            <a:off x="901150" y="2083163"/>
            <a:ext cx="10970382" cy="1732782"/>
          </a:xfrm>
          <a:prstGeom prst="rect">
            <a:avLst/>
          </a:prstGeom>
        </p:spPr>
      </p:pic>
      <p:pic>
        <p:nvPicPr>
          <p:cNvPr id="11" name="Picture 10">
            <a:extLst>
              <a:ext uri="{FF2B5EF4-FFF2-40B4-BE49-F238E27FC236}">
                <a16:creationId xmlns:a16="http://schemas.microsoft.com/office/drawing/2014/main" id="{92128FA0-5D72-D4F0-EBAD-082DD5E83A68}"/>
              </a:ext>
            </a:extLst>
          </p:cNvPr>
          <p:cNvPicPr>
            <a:picLocks noChangeAspect="1"/>
          </p:cNvPicPr>
          <p:nvPr/>
        </p:nvPicPr>
        <p:blipFill>
          <a:blip r:embed="rId7"/>
          <a:stretch>
            <a:fillRect/>
          </a:stretch>
        </p:blipFill>
        <p:spPr>
          <a:xfrm>
            <a:off x="2693126" y="1711333"/>
            <a:ext cx="5925377" cy="419158"/>
          </a:xfrm>
          <a:prstGeom prst="rect">
            <a:avLst/>
          </a:prstGeom>
        </p:spPr>
      </p:pic>
      <p:sp>
        <p:nvSpPr>
          <p:cNvPr id="13" name="TextBox 12">
            <a:extLst>
              <a:ext uri="{FF2B5EF4-FFF2-40B4-BE49-F238E27FC236}">
                <a16:creationId xmlns:a16="http://schemas.microsoft.com/office/drawing/2014/main" id="{A166D459-448F-AA65-5CF9-0C74149A2388}"/>
              </a:ext>
            </a:extLst>
          </p:cNvPr>
          <p:cNvSpPr txBox="1"/>
          <p:nvPr/>
        </p:nvSpPr>
        <p:spPr>
          <a:xfrm>
            <a:off x="876041" y="3980186"/>
            <a:ext cx="3039736" cy="224676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b="1" dirty="0"/>
              <a:t>SP = Significant Pixel</a:t>
            </a:r>
          </a:p>
          <a:p>
            <a:endParaRPr lang="en-US" sz="2000" b="1" dirty="0"/>
          </a:p>
          <a:p>
            <a:r>
              <a:rPr lang="en-US" sz="2000" b="1" dirty="0"/>
              <a:t>IP = Insignificant Pixel</a:t>
            </a:r>
          </a:p>
          <a:p>
            <a:endParaRPr lang="en-US" sz="2000" b="1" dirty="0"/>
          </a:p>
          <a:p>
            <a:r>
              <a:rPr lang="en-US" sz="2000" b="1" dirty="0"/>
              <a:t>SS = Significant Set</a:t>
            </a:r>
          </a:p>
          <a:p>
            <a:endParaRPr lang="en-US" sz="2000" b="1" dirty="0"/>
          </a:p>
          <a:p>
            <a:r>
              <a:rPr lang="en-US" sz="2000" b="1" dirty="0"/>
              <a:t>IS = Insignificant Set</a:t>
            </a:r>
          </a:p>
        </p:txBody>
      </p:sp>
      <p:cxnSp>
        <p:nvCxnSpPr>
          <p:cNvPr id="19" name="Straight Arrow Connector 18">
            <a:extLst>
              <a:ext uri="{FF2B5EF4-FFF2-40B4-BE49-F238E27FC236}">
                <a16:creationId xmlns:a16="http://schemas.microsoft.com/office/drawing/2014/main" id="{4BD5A780-93FE-93E3-33AC-747CB10430DC}"/>
              </a:ext>
            </a:extLst>
          </p:cNvPr>
          <p:cNvCxnSpPr>
            <a:cxnSpLocks/>
          </p:cNvCxnSpPr>
          <p:nvPr/>
        </p:nvCxnSpPr>
        <p:spPr>
          <a:xfrm flipH="1" flipV="1">
            <a:off x="4263918" y="3585411"/>
            <a:ext cx="407529" cy="602364"/>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Oval 23">
            <a:extLst>
              <a:ext uri="{FF2B5EF4-FFF2-40B4-BE49-F238E27FC236}">
                <a16:creationId xmlns:a16="http://schemas.microsoft.com/office/drawing/2014/main" id="{2B95C5ED-2304-6974-BD79-236693285E3E}"/>
              </a:ext>
            </a:extLst>
          </p:cNvPr>
          <p:cNvSpPr/>
          <p:nvPr/>
        </p:nvSpPr>
        <p:spPr>
          <a:xfrm>
            <a:off x="4671447" y="4124395"/>
            <a:ext cx="454006" cy="454006"/>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ABF93972-E543-820B-E1D5-FB5EA06B66A2}"/>
              </a:ext>
            </a:extLst>
          </p:cNvPr>
          <p:cNvCxnSpPr>
            <a:cxnSpLocks/>
          </p:cNvCxnSpPr>
          <p:nvPr/>
        </p:nvCxnSpPr>
        <p:spPr>
          <a:xfrm flipH="1" flipV="1">
            <a:off x="5053705" y="3610777"/>
            <a:ext cx="407529" cy="602364"/>
          </a:xfrm>
          <a:prstGeom prst="straightConnector1">
            <a:avLst/>
          </a:prstGeom>
          <a:ln w="190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Oval 25">
            <a:extLst>
              <a:ext uri="{FF2B5EF4-FFF2-40B4-BE49-F238E27FC236}">
                <a16:creationId xmlns:a16="http://schemas.microsoft.com/office/drawing/2014/main" id="{5D123DAD-016D-6688-E904-9564DE8AD6E8}"/>
              </a:ext>
            </a:extLst>
          </p:cNvPr>
          <p:cNvSpPr/>
          <p:nvPr/>
        </p:nvSpPr>
        <p:spPr>
          <a:xfrm>
            <a:off x="5461234" y="4149761"/>
            <a:ext cx="454006" cy="454006"/>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5CCCDC8E-44D2-BEB0-AD1F-4F890CC19D50}"/>
              </a:ext>
            </a:extLst>
          </p:cNvPr>
          <p:cNvCxnSpPr>
            <a:cxnSpLocks/>
          </p:cNvCxnSpPr>
          <p:nvPr/>
        </p:nvCxnSpPr>
        <p:spPr>
          <a:xfrm flipV="1">
            <a:off x="5102214" y="3625722"/>
            <a:ext cx="382019" cy="1045218"/>
          </a:xfrm>
          <a:prstGeom prst="straightConnector1">
            <a:avLst/>
          </a:prstGeom>
          <a:ln w="190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 name="Oval 29">
            <a:extLst>
              <a:ext uri="{FF2B5EF4-FFF2-40B4-BE49-F238E27FC236}">
                <a16:creationId xmlns:a16="http://schemas.microsoft.com/office/drawing/2014/main" id="{638BFE07-2E66-0AF6-7E32-874B5FAC2386}"/>
              </a:ext>
            </a:extLst>
          </p:cNvPr>
          <p:cNvSpPr/>
          <p:nvPr/>
        </p:nvSpPr>
        <p:spPr>
          <a:xfrm>
            <a:off x="4711431" y="4642025"/>
            <a:ext cx="454006" cy="454006"/>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682FD350-34A0-4F75-EC27-F85EB1F6ABC6}"/>
              </a:ext>
            </a:extLst>
          </p:cNvPr>
          <p:cNvCxnSpPr>
            <a:cxnSpLocks/>
          </p:cNvCxnSpPr>
          <p:nvPr/>
        </p:nvCxnSpPr>
        <p:spPr>
          <a:xfrm flipV="1">
            <a:off x="5913949" y="3700221"/>
            <a:ext cx="185525" cy="998786"/>
          </a:xfrm>
          <a:prstGeom prst="straightConnector1">
            <a:avLst/>
          </a:prstGeom>
          <a:ln w="19050"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Oval 32">
            <a:extLst>
              <a:ext uri="{FF2B5EF4-FFF2-40B4-BE49-F238E27FC236}">
                <a16:creationId xmlns:a16="http://schemas.microsoft.com/office/drawing/2014/main" id="{88ACFF26-7D38-5DCD-9909-20EFEE7CB45D}"/>
              </a:ext>
            </a:extLst>
          </p:cNvPr>
          <p:cNvSpPr/>
          <p:nvPr/>
        </p:nvSpPr>
        <p:spPr>
          <a:xfrm>
            <a:off x="5479937" y="4649565"/>
            <a:ext cx="454006" cy="454006"/>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D0358111-1EC4-1096-BE81-AB9C16C4A79D}"/>
              </a:ext>
            </a:extLst>
          </p:cNvPr>
          <p:cNvSpPr txBox="1"/>
          <p:nvPr/>
        </p:nvSpPr>
        <p:spPr>
          <a:xfrm>
            <a:off x="8412277" y="4465083"/>
            <a:ext cx="3098822" cy="132343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b="1" dirty="0"/>
              <a:t>We’re Comparing the Coefficients to the threshold which is 16 in this example.</a:t>
            </a:r>
          </a:p>
        </p:txBody>
      </p:sp>
      <p:sp>
        <p:nvSpPr>
          <p:cNvPr id="6" name="Rectangle 5">
            <a:extLst>
              <a:ext uri="{FF2B5EF4-FFF2-40B4-BE49-F238E27FC236}">
                <a16:creationId xmlns:a16="http://schemas.microsoft.com/office/drawing/2014/main" id="{C4A862B6-DD06-9D3F-5BAC-DDABC9E357F3}"/>
              </a:ext>
            </a:extLst>
          </p:cNvPr>
          <p:cNvSpPr/>
          <p:nvPr/>
        </p:nvSpPr>
        <p:spPr>
          <a:xfrm>
            <a:off x="6099474" y="4100332"/>
            <a:ext cx="1528547" cy="995699"/>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9180C73-E06E-C050-D169-BF380BAB7E59}"/>
              </a:ext>
            </a:extLst>
          </p:cNvPr>
          <p:cNvSpPr/>
          <p:nvPr/>
        </p:nvSpPr>
        <p:spPr>
          <a:xfrm>
            <a:off x="4493195" y="5214968"/>
            <a:ext cx="1528547" cy="995699"/>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7F75F4-8811-EA90-AB0B-FE47BC251389}"/>
              </a:ext>
            </a:extLst>
          </p:cNvPr>
          <p:cNvSpPr/>
          <p:nvPr/>
        </p:nvSpPr>
        <p:spPr>
          <a:xfrm>
            <a:off x="6110326" y="5214968"/>
            <a:ext cx="1528547" cy="995699"/>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0DBF7FE-F7A0-F7E2-17B6-F01E864EED68}"/>
              </a:ext>
            </a:extLst>
          </p:cNvPr>
          <p:cNvCxnSpPr>
            <a:cxnSpLocks/>
          </p:cNvCxnSpPr>
          <p:nvPr/>
        </p:nvCxnSpPr>
        <p:spPr>
          <a:xfrm flipH="1" flipV="1">
            <a:off x="6513373" y="3574680"/>
            <a:ext cx="374521" cy="998685"/>
          </a:xfrm>
          <a:prstGeom prst="straightConnector1">
            <a:avLst/>
          </a:prstGeom>
          <a:ln w="19050" cap="flat" cmpd="sng" algn="ctr">
            <a:solidFill>
              <a:srgbClr val="FFC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EFF6F793-7F7F-1A5B-5025-912E1F4213B3}"/>
              </a:ext>
            </a:extLst>
          </p:cNvPr>
          <p:cNvCxnSpPr>
            <a:cxnSpLocks/>
          </p:cNvCxnSpPr>
          <p:nvPr/>
        </p:nvCxnSpPr>
        <p:spPr>
          <a:xfrm flipV="1">
            <a:off x="5272407" y="3632675"/>
            <a:ext cx="1615487" cy="2088851"/>
          </a:xfrm>
          <a:prstGeom prst="straightConnector1">
            <a:avLst/>
          </a:prstGeom>
          <a:ln w="19050" cap="flat" cmpd="sng" algn="ctr">
            <a:solidFill>
              <a:srgbClr val="FFC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a:extLst>
              <a:ext uri="{FF2B5EF4-FFF2-40B4-BE49-F238E27FC236}">
                <a16:creationId xmlns:a16="http://schemas.microsoft.com/office/drawing/2014/main" id="{33ED5B3D-4CAC-AA97-E398-EB4C77FF520A}"/>
              </a:ext>
            </a:extLst>
          </p:cNvPr>
          <p:cNvCxnSpPr>
            <a:cxnSpLocks/>
          </p:cNvCxnSpPr>
          <p:nvPr/>
        </p:nvCxnSpPr>
        <p:spPr>
          <a:xfrm flipV="1">
            <a:off x="6955476" y="3664078"/>
            <a:ext cx="508210" cy="2247249"/>
          </a:xfrm>
          <a:prstGeom prst="straightConnector1">
            <a:avLst/>
          </a:prstGeom>
          <a:ln w="19050" cap="flat" cmpd="sng" algn="ctr">
            <a:solidFill>
              <a:srgbClr val="FFC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7F83D128-0096-4350-106B-AE08BFFFAF29}"/>
              </a:ext>
            </a:extLst>
          </p:cNvPr>
          <p:cNvSpPr txBox="1"/>
          <p:nvPr/>
        </p:nvSpPr>
        <p:spPr>
          <a:xfrm>
            <a:off x="9880453" y="-31740"/>
            <a:ext cx="2343718" cy="584775"/>
          </a:xfrm>
          <a:prstGeom prst="rect">
            <a:avLst/>
          </a:prstGeom>
          <a:noFill/>
        </p:spPr>
        <p:txBody>
          <a:bodyPr wrap="square" rtlCol="0">
            <a:spAutoFit/>
          </a:bodyPr>
          <a:lstStyle/>
          <a:p>
            <a:pPr algn="ctr"/>
            <a:r>
              <a:rPr lang="en-US" sz="3200" b="1" dirty="0"/>
              <a:t>FIRST PASS</a:t>
            </a:r>
          </a:p>
        </p:txBody>
      </p:sp>
    </p:spTree>
    <p:extLst>
      <p:ext uri="{BB962C8B-B14F-4D97-AF65-F5344CB8AC3E}">
        <p14:creationId xmlns:p14="http://schemas.microsoft.com/office/powerpoint/2010/main" val="891237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F39B0-B868-C5FC-D5D9-5E4A5FAFC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3FEF5-5D6F-860B-5D6E-1A21558FEA63}"/>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7C66E6E4-82FA-2108-288E-DD1C0632B69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8E07671-3629-8CA2-203F-77C6BE299A45}"/>
              </a:ext>
            </a:extLst>
          </p:cNvPr>
          <p:cNvSpPr>
            <a:spLocks noGrp="1"/>
          </p:cNvSpPr>
          <p:nvPr>
            <p:ph type="sldNum" sz="quarter" idx="12"/>
          </p:nvPr>
        </p:nvSpPr>
        <p:spPr/>
        <p:txBody>
          <a:bodyPr/>
          <a:lstStyle/>
          <a:p>
            <a:fld id="{382B47E1-F59F-47B3-8D16-B2A0740F319A}" type="slidenum">
              <a:rPr lang="en-US" smtClean="0"/>
              <a:pPr/>
              <a:t>56</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7FD383EF-895E-A397-C343-B647C931C70F}"/>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7FD383EF-895E-A397-C343-B647C931C70F}"/>
                  </a:ext>
                </a:extLst>
              </p:cNvPr>
              <p:cNvPicPr/>
              <p:nvPr/>
            </p:nvPicPr>
            <p:blipFill>
              <a:blip r:embed="rId4"/>
              <a:stretch>
                <a:fillRect/>
              </a:stretch>
            </p:blipFill>
            <p:spPr>
              <a:xfrm>
                <a:off x="7188551" y="3750442"/>
                <a:ext cx="1765052" cy="284760"/>
              </a:xfrm>
              <a:prstGeom prst="rect">
                <a:avLst/>
              </a:prstGeom>
            </p:spPr>
          </p:pic>
        </mc:Fallback>
      </mc:AlternateContent>
      <p:pic>
        <p:nvPicPr>
          <p:cNvPr id="3" name="Picture 2">
            <a:extLst>
              <a:ext uri="{FF2B5EF4-FFF2-40B4-BE49-F238E27FC236}">
                <a16:creationId xmlns:a16="http://schemas.microsoft.com/office/drawing/2014/main" id="{1A0BF622-C4C8-5F10-FEE2-628AA6370697}"/>
              </a:ext>
            </a:extLst>
          </p:cNvPr>
          <p:cNvPicPr>
            <a:picLocks noChangeAspect="1"/>
          </p:cNvPicPr>
          <p:nvPr/>
        </p:nvPicPr>
        <p:blipFill>
          <a:blip r:embed="rId5"/>
          <a:stretch>
            <a:fillRect/>
          </a:stretch>
        </p:blipFill>
        <p:spPr>
          <a:xfrm>
            <a:off x="901150" y="2083163"/>
            <a:ext cx="10970382" cy="1732782"/>
          </a:xfrm>
          <a:prstGeom prst="rect">
            <a:avLst/>
          </a:prstGeom>
        </p:spPr>
      </p:pic>
      <p:pic>
        <p:nvPicPr>
          <p:cNvPr id="11" name="Picture 10">
            <a:extLst>
              <a:ext uri="{FF2B5EF4-FFF2-40B4-BE49-F238E27FC236}">
                <a16:creationId xmlns:a16="http://schemas.microsoft.com/office/drawing/2014/main" id="{A0F414D3-CC66-C17A-EA70-226FA2783848}"/>
              </a:ext>
            </a:extLst>
          </p:cNvPr>
          <p:cNvPicPr>
            <a:picLocks noChangeAspect="1"/>
          </p:cNvPicPr>
          <p:nvPr/>
        </p:nvPicPr>
        <p:blipFill>
          <a:blip r:embed="rId6"/>
          <a:stretch>
            <a:fillRect/>
          </a:stretch>
        </p:blipFill>
        <p:spPr>
          <a:xfrm>
            <a:off x="2693126" y="1711333"/>
            <a:ext cx="5925377" cy="419158"/>
          </a:xfrm>
          <a:prstGeom prst="rect">
            <a:avLst/>
          </a:prstGeom>
        </p:spPr>
      </p:pic>
      <p:pic>
        <p:nvPicPr>
          <p:cNvPr id="14" name="Picture 13">
            <a:extLst>
              <a:ext uri="{FF2B5EF4-FFF2-40B4-BE49-F238E27FC236}">
                <a16:creationId xmlns:a16="http://schemas.microsoft.com/office/drawing/2014/main" id="{0859384B-EA2E-077E-FD7D-F39D9BD260DC}"/>
              </a:ext>
            </a:extLst>
          </p:cNvPr>
          <p:cNvPicPr>
            <a:picLocks noChangeAspect="1"/>
          </p:cNvPicPr>
          <p:nvPr/>
        </p:nvPicPr>
        <p:blipFill>
          <a:blip r:embed="rId7"/>
          <a:stretch>
            <a:fillRect/>
          </a:stretch>
        </p:blipFill>
        <p:spPr>
          <a:xfrm>
            <a:off x="1003866" y="3972562"/>
            <a:ext cx="7001852" cy="2114845"/>
          </a:xfrm>
          <a:prstGeom prst="rect">
            <a:avLst/>
          </a:prstGeom>
        </p:spPr>
      </p:pic>
      <p:pic>
        <p:nvPicPr>
          <p:cNvPr id="15" name="Picture 14">
            <a:extLst>
              <a:ext uri="{FF2B5EF4-FFF2-40B4-BE49-F238E27FC236}">
                <a16:creationId xmlns:a16="http://schemas.microsoft.com/office/drawing/2014/main" id="{3B5DD515-76F5-D51B-7042-E610158A1370}"/>
              </a:ext>
            </a:extLst>
          </p:cNvPr>
          <p:cNvPicPr>
            <a:picLocks noChangeAspect="1"/>
          </p:cNvPicPr>
          <p:nvPr/>
        </p:nvPicPr>
        <p:blipFill>
          <a:blip r:embed="rId8"/>
          <a:stretch>
            <a:fillRect/>
          </a:stretch>
        </p:blipFill>
        <p:spPr>
          <a:xfrm>
            <a:off x="8166217" y="3948059"/>
            <a:ext cx="3358812" cy="2397216"/>
          </a:xfrm>
          <a:prstGeom prst="rect">
            <a:avLst/>
          </a:prstGeom>
        </p:spPr>
      </p:pic>
      <p:sp>
        <p:nvSpPr>
          <p:cNvPr id="20" name="TextBox 19">
            <a:extLst>
              <a:ext uri="{FF2B5EF4-FFF2-40B4-BE49-F238E27FC236}">
                <a16:creationId xmlns:a16="http://schemas.microsoft.com/office/drawing/2014/main" id="{A19CA895-B9D7-9E4D-0D07-28673B6F9E4E}"/>
              </a:ext>
            </a:extLst>
          </p:cNvPr>
          <p:cNvSpPr txBox="1"/>
          <p:nvPr/>
        </p:nvSpPr>
        <p:spPr>
          <a:xfrm>
            <a:off x="8373690" y="3675718"/>
            <a:ext cx="3151339" cy="400110"/>
          </a:xfrm>
          <a:prstGeom prst="rect">
            <a:avLst/>
          </a:prstGeom>
          <a:noFill/>
        </p:spPr>
        <p:txBody>
          <a:bodyPr wrap="square" rtlCol="0">
            <a:spAutoFit/>
          </a:bodyPr>
          <a:lstStyle/>
          <a:p>
            <a:r>
              <a:rPr lang="en-US" sz="2000" b="1" dirty="0"/>
              <a:t> 0          1          2           3   </a:t>
            </a:r>
          </a:p>
        </p:txBody>
      </p:sp>
      <p:sp>
        <p:nvSpPr>
          <p:cNvPr id="21" name="TextBox 20">
            <a:extLst>
              <a:ext uri="{FF2B5EF4-FFF2-40B4-BE49-F238E27FC236}">
                <a16:creationId xmlns:a16="http://schemas.microsoft.com/office/drawing/2014/main" id="{45CCF898-4FF7-0A09-A115-434EC6105055}"/>
              </a:ext>
            </a:extLst>
          </p:cNvPr>
          <p:cNvSpPr txBox="1"/>
          <p:nvPr/>
        </p:nvSpPr>
        <p:spPr>
          <a:xfrm rot="5400000">
            <a:off x="6439241" y="5451443"/>
            <a:ext cx="3151339" cy="400110"/>
          </a:xfrm>
          <a:prstGeom prst="rect">
            <a:avLst/>
          </a:prstGeom>
          <a:noFill/>
        </p:spPr>
        <p:txBody>
          <a:bodyPr wrap="square" rtlCol="0">
            <a:spAutoFit/>
          </a:bodyPr>
          <a:lstStyle/>
          <a:p>
            <a:r>
              <a:rPr lang="en-US" sz="2000" b="1" dirty="0"/>
              <a:t> 0      1       2      3   </a:t>
            </a:r>
          </a:p>
        </p:txBody>
      </p:sp>
      <p:sp>
        <p:nvSpPr>
          <p:cNvPr id="22" name="TextBox 21">
            <a:extLst>
              <a:ext uri="{FF2B5EF4-FFF2-40B4-BE49-F238E27FC236}">
                <a16:creationId xmlns:a16="http://schemas.microsoft.com/office/drawing/2014/main" id="{C7CED876-A78F-F722-F89B-E7F6C83134FE}"/>
              </a:ext>
            </a:extLst>
          </p:cNvPr>
          <p:cNvSpPr txBox="1"/>
          <p:nvPr/>
        </p:nvSpPr>
        <p:spPr>
          <a:xfrm>
            <a:off x="9880453" y="441"/>
            <a:ext cx="2343718" cy="584775"/>
          </a:xfrm>
          <a:prstGeom prst="rect">
            <a:avLst/>
          </a:prstGeom>
          <a:noFill/>
        </p:spPr>
        <p:txBody>
          <a:bodyPr wrap="square" rtlCol="0">
            <a:spAutoFit/>
          </a:bodyPr>
          <a:lstStyle/>
          <a:p>
            <a:pPr algn="ctr"/>
            <a:r>
              <a:rPr lang="en-US" sz="3200" b="1" dirty="0"/>
              <a:t>FIRST PASS</a:t>
            </a:r>
          </a:p>
        </p:txBody>
      </p:sp>
    </p:spTree>
    <p:extLst>
      <p:ext uri="{BB962C8B-B14F-4D97-AF65-F5344CB8AC3E}">
        <p14:creationId xmlns:p14="http://schemas.microsoft.com/office/powerpoint/2010/main" val="7312229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1B810-6543-1C08-0696-B60504F86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9BB2F-5140-1292-6C22-08CF387EA5D0}"/>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057D5A79-A4DA-893F-06BD-938773BC575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D4AD931-2C18-75AB-EB3A-75FB964B721C}"/>
              </a:ext>
            </a:extLst>
          </p:cNvPr>
          <p:cNvSpPr>
            <a:spLocks noGrp="1"/>
          </p:cNvSpPr>
          <p:nvPr>
            <p:ph type="sldNum" sz="quarter" idx="12"/>
          </p:nvPr>
        </p:nvSpPr>
        <p:spPr/>
        <p:txBody>
          <a:bodyPr/>
          <a:lstStyle/>
          <a:p>
            <a:fld id="{382B47E1-F59F-47B3-8D16-B2A0740F319A}" type="slidenum">
              <a:rPr lang="en-US" smtClean="0"/>
              <a:pPr/>
              <a:t>57</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D9AA8DCA-67D2-6C99-5E36-103B8539D1DF}"/>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D9AA8DCA-67D2-6C99-5E36-103B8539D1DF}"/>
                  </a:ext>
                </a:extLst>
              </p:cNvPr>
              <p:cNvPicPr/>
              <p:nvPr/>
            </p:nvPicPr>
            <p:blipFill>
              <a:blip r:embed="rId4"/>
              <a:stretch>
                <a:fillRect/>
              </a:stretch>
            </p:blipFill>
            <p:spPr>
              <a:xfrm>
                <a:off x="7188551" y="3750442"/>
                <a:ext cx="1765052" cy="284760"/>
              </a:xfrm>
              <a:prstGeom prst="rect">
                <a:avLst/>
              </a:prstGeom>
            </p:spPr>
          </p:pic>
        </mc:Fallback>
      </mc:AlternateContent>
      <p:pic>
        <p:nvPicPr>
          <p:cNvPr id="15" name="Picture 14">
            <a:extLst>
              <a:ext uri="{FF2B5EF4-FFF2-40B4-BE49-F238E27FC236}">
                <a16:creationId xmlns:a16="http://schemas.microsoft.com/office/drawing/2014/main" id="{49340D6F-4C0D-AA62-9DFF-8C6EFF03E2D4}"/>
              </a:ext>
            </a:extLst>
          </p:cNvPr>
          <p:cNvPicPr>
            <a:picLocks noChangeAspect="1"/>
          </p:cNvPicPr>
          <p:nvPr/>
        </p:nvPicPr>
        <p:blipFill>
          <a:blip r:embed="rId5"/>
          <a:stretch>
            <a:fillRect/>
          </a:stretch>
        </p:blipFill>
        <p:spPr>
          <a:xfrm>
            <a:off x="8298564" y="1998943"/>
            <a:ext cx="3358812" cy="2397216"/>
          </a:xfrm>
          <a:prstGeom prst="rect">
            <a:avLst/>
          </a:prstGeom>
        </p:spPr>
      </p:pic>
      <p:sp>
        <p:nvSpPr>
          <p:cNvPr id="20" name="TextBox 19">
            <a:extLst>
              <a:ext uri="{FF2B5EF4-FFF2-40B4-BE49-F238E27FC236}">
                <a16:creationId xmlns:a16="http://schemas.microsoft.com/office/drawing/2014/main" id="{BF0E43E4-FBBD-45E2-7919-6DCA718D52A8}"/>
              </a:ext>
            </a:extLst>
          </p:cNvPr>
          <p:cNvSpPr txBox="1"/>
          <p:nvPr/>
        </p:nvSpPr>
        <p:spPr>
          <a:xfrm>
            <a:off x="8506037" y="1726602"/>
            <a:ext cx="3151339" cy="400110"/>
          </a:xfrm>
          <a:prstGeom prst="rect">
            <a:avLst/>
          </a:prstGeom>
          <a:noFill/>
        </p:spPr>
        <p:txBody>
          <a:bodyPr wrap="square" rtlCol="0">
            <a:spAutoFit/>
          </a:bodyPr>
          <a:lstStyle/>
          <a:p>
            <a:r>
              <a:rPr lang="en-US" sz="2000" b="1" dirty="0"/>
              <a:t> 0          1          2           3   </a:t>
            </a:r>
          </a:p>
        </p:txBody>
      </p:sp>
      <p:sp>
        <p:nvSpPr>
          <p:cNvPr id="21" name="TextBox 20">
            <a:extLst>
              <a:ext uri="{FF2B5EF4-FFF2-40B4-BE49-F238E27FC236}">
                <a16:creationId xmlns:a16="http://schemas.microsoft.com/office/drawing/2014/main" id="{4CDC4DC6-D4B9-EBF2-0B37-EBFF393C9494}"/>
              </a:ext>
            </a:extLst>
          </p:cNvPr>
          <p:cNvSpPr txBox="1"/>
          <p:nvPr/>
        </p:nvSpPr>
        <p:spPr>
          <a:xfrm rot="5400000">
            <a:off x="6571588" y="3502327"/>
            <a:ext cx="3151339" cy="400110"/>
          </a:xfrm>
          <a:prstGeom prst="rect">
            <a:avLst/>
          </a:prstGeom>
          <a:noFill/>
        </p:spPr>
        <p:txBody>
          <a:bodyPr wrap="square" rtlCol="0">
            <a:spAutoFit/>
          </a:bodyPr>
          <a:lstStyle/>
          <a:p>
            <a:r>
              <a:rPr lang="en-US" sz="2000" b="1" dirty="0"/>
              <a:t> 0      1       2      3   </a:t>
            </a:r>
          </a:p>
        </p:txBody>
      </p:sp>
      <p:sp>
        <p:nvSpPr>
          <p:cNvPr id="6" name="TextBox 5">
            <a:extLst>
              <a:ext uri="{FF2B5EF4-FFF2-40B4-BE49-F238E27FC236}">
                <a16:creationId xmlns:a16="http://schemas.microsoft.com/office/drawing/2014/main" id="{E922C4C6-D821-22E2-24B0-36A48226E6A7}"/>
              </a:ext>
            </a:extLst>
          </p:cNvPr>
          <p:cNvSpPr txBox="1"/>
          <p:nvPr/>
        </p:nvSpPr>
        <p:spPr>
          <a:xfrm>
            <a:off x="9336505" y="441"/>
            <a:ext cx="2887666" cy="584775"/>
          </a:xfrm>
          <a:prstGeom prst="rect">
            <a:avLst/>
          </a:prstGeom>
          <a:noFill/>
        </p:spPr>
        <p:txBody>
          <a:bodyPr wrap="square" rtlCol="0">
            <a:spAutoFit/>
          </a:bodyPr>
          <a:lstStyle/>
          <a:p>
            <a:pPr algn="ctr"/>
            <a:r>
              <a:rPr lang="en-US" sz="3200" b="1" dirty="0"/>
              <a:t>SECOND PASS</a:t>
            </a:r>
          </a:p>
        </p:txBody>
      </p:sp>
      <p:pic>
        <p:nvPicPr>
          <p:cNvPr id="8" name="Picture 7">
            <a:extLst>
              <a:ext uri="{FF2B5EF4-FFF2-40B4-BE49-F238E27FC236}">
                <a16:creationId xmlns:a16="http://schemas.microsoft.com/office/drawing/2014/main" id="{9D8F164A-043C-2641-4555-05B46A324A34}"/>
              </a:ext>
            </a:extLst>
          </p:cNvPr>
          <p:cNvPicPr>
            <a:picLocks noChangeAspect="1"/>
          </p:cNvPicPr>
          <p:nvPr/>
        </p:nvPicPr>
        <p:blipFill>
          <a:blip r:embed="rId6"/>
          <a:stretch>
            <a:fillRect/>
          </a:stretch>
        </p:blipFill>
        <p:spPr>
          <a:xfrm>
            <a:off x="411837" y="1998943"/>
            <a:ext cx="7520201" cy="2397216"/>
          </a:xfrm>
          <a:prstGeom prst="rect">
            <a:avLst/>
          </a:prstGeom>
        </p:spPr>
      </p:pic>
      <p:pic>
        <p:nvPicPr>
          <p:cNvPr id="9" name="Picture 8">
            <a:extLst>
              <a:ext uri="{FF2B5EF4-FFF2-40B4-BE49-F238E27FC236}">
                <a16:creationId xmlns:a16="http://schemas.microsoft.com/office/drawing/2014/main" id="{9197F954-9803-0A8F-0945-85EBD787C73D}"/>
              </a:ext>
            </a:extLst>
          </p:cNvPr>
          <p:cNvPicPr>
            <a:picLocks noChangeAspect="1"/>
          </p:cNvPicPr>
          <p:nvPr/>
        </p:nvPicPr>
        <p:blipFill>
          <a:blip r:embed="rId7"/>
          <a:stretch>
            <a:fillRect/>
          </a:stretch>
        </p:blipFill>
        <p:spPr>
          <a:xfrm>
            <a:off x="1024127" y="4554940"/>
            <a:ext cx="6336108" cy="1717844"/>
          </a:xfrm>
          <a:prstGeom prst="rect">
            <a:avLst/>
          </a:prstGeom>
        </p:spPr>
      </p:pic>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C9843F3B-E129-5D17-96CB-1F2EC03CD50F}"/>
                  </a:ext>
                </a:extLst>
              </p14:cNvPr>
              <p14:cNvContentPartPr/>
              <p14:nvPr/>
            </p14:nvContentPartPr>
            <p14:xfrm>
              <a:off x="6653217" y="4788322"/>
              <a:ext cx="360" cy="360"/>
            </p14:xfrm>
          </p:contentPart>
        </mc:Choice>
        <mc:Fallback xmlns="">
          <p:pic>
            <p:nvPicPr>
              <p:cNvPr id="12" name="Ink 11">
                <a:extLst>
                  <a:ext uri="{FF2B5EF4-FFF2-40B4-BE49-F238E27FC236}">
                    <a16:creationId xmlns:a16="http://schemas.microsoft.com/office/drawing/2014/main" id="{C9843F3B-E129-5D17-96CB-1F2EC03CD50F}"/>
                  </a:ext>
                </a:extLst>
              </p:cNvPr>
              <p:cNvPicPr/>
              <p:nvPr/>
            </p:nvPicPr>
            <p:blipFill>
              <a:blip r:embed="rId9"/>
              <a:stretch>
                <a:fillRect/>
              </a:stretch>
            </p:blipFill>
            <p:spPr>
              <a:xfrm>
                <a:off x="6590577" y="472568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A60AD38E-5F1B-F984-7BEB-57C0E38E0B5F}"/>
                  </a:ext>
                </a:extLst>
              </p14:cNvPr>
              <p14:cNvContentPartPr/>
              <p14:nvPr/>
            </p14:nvContentPartPr>
            <p14:xfrm>
              <a:off x="5981097" y="4812442"/>
              <a:ext cx="1644480" cy="771840"/>
            </p14:xfrm>
          </p:contentPart>
        </mc:Choice>
        <mc:Fallback xmlns="">
          <p:pic>
            <p:nvPicPr>
              <p:cNvPr id="16" name="Ink 15">
                <a:extLst>
                  <a:ext uri="{FF2B5EF4-FFF2-40B4-BE49-F238E27FC236}">
                    <a16:creationId xmlns:a16="http://schemas.microsoft.com/office/drawing/2014/main" id="{A60AD38E-5F1B-F984-7BEB-57C0E38E0B5F}"/>
                  </a:ext>
                </a:extLst>
              </p:cNvPr>
              <p:cNvPicPr/>
              <p:nvPr/>
            </p:nvPicPr>
            <p:blipFill>
              <a:blip r:embed="rId11"/>
              <a:stretch>
                <a:fillRect/>
              </a:stretch>
            </p:blipFill>
            <p:spPr>
              <a:xfrm>
                <a:off x="5963097" y="4794802"/>
                <a:ext cx="1680120" cy="807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815761CE-B47C-B693-D0CD-B41E4A190A49}"/>
                  </a:ext>
                </a:extLst>
              </p14:cNvPr>
              <p14:cNvContentPartPr/>
              <p14:nvPr/>
            </p14:nvContentPartPr>
            <p14:xfrm>
              <a:off x="6577977" y="4632082"/>
              <a:ext cx="810000" cy="583560"/>
            </p14:xfrm>
          </p:contentPart>
        </mc:Choice>
        <mc:Fallback xmlns="">
          <p:pic>
            <p:nvPicPr>
              <p:cNvPr id="17" name="Ink 16">
                <a:extLst>
                  <a:ext uri="{FF2B5EF4-FFF2-40B4-BE49-F238E27FC236}">
                    <a16:creationId xmlns:a16="http://schemas.microsoft.com/office/drawing/2014/main" id="{815761CE-B47C-B693-D0CD-B41E4A190A49}"/>
                  </a:ext>
                </a:extLst>
              </p:cNvPr>
              <p:cNvPicPr/>
              <p:nvPr/>
            </p:nvPicPr>
            <p:blipFill>
              <a:blip r:embed="rId13"/>
              <a:stretch>
                <a:fillRect/>
              </a:stretch>
            </p:blipFill>
            <p:spPr>
              <a:xfrm>
                <a:off x="6559977" y="4614082"/>
                <a:ext cx="845640" cy="619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5D40FB09-0142-F260-2181-71467C785180}"/>
                  </a:ext>
                </a:extLst>
              </p14:cNvPr>
              <p14:cNvContentPartPr/>
              <p14:nvPr/>
            </p14:nvContentPartPr>
            <p14:xfrm>
              <a:off x="6349377" y="4451362"/>
              <a:ext cx="1373760" cy="1818000"/>
            </p14:xfrm>
          </p:contentPart>
        </mc:Choice>
        <mc:Fallback xmlns="">
          <p:pic>
            <p:nvPicPr>
              <p:cNvPr id="18" name="Ink 17">
                <a:extLst>
                  <a:ext uri="{FF2B5EF4-FFF2-40B4-BE49-F238E27FC236}">
                    <a16:creationId xmlns:a16="http://schemas.microsoft.com/office/drawing/2014/main" id="{5D40FB09-0142-F260-2181-71467C785180}"/>
                  </a:ext>
                </a:extLst>
              </p:cNvPr>
              <p:cNvPicPr/>
              <p:nvPr/>
            </p:nvPicPr>
            <p:blipFill>
              <a:blip r:embed="rId15"/>
              <a:stretch>
                <a:fillRect/>
              </a:stretch>
            </p:blipFill>
            <p:spPr>
              <a:xfrm>
                <a:off x="6286737" y="4388722"/>
                <a:ext cx="1499400" cy="1943640"/>
              </a:xfrm>
              <a:prstGeom prst="rect">
                <a:avLst/>
              </a:prstGeom>
            </p:spPr>
          </p:pic>
        </mc:Fallback>
      </mc:AlternateContent>
      <p:sp>
        <p:nvSpPr>
          <p:cNvPr id="19" name="TextBox 18">
            <a:extLst>
              <a:ext uri="{FF2B5EF4-FFF2-40B4-BE49-F238E27FC236}">
                <a16:creationId xmlns:a16="http://schemas.microsoft.com/office/drawing/2014/main" id="{D4886955-2573-CDA1-D5CF-6B4D103175C0}"/>
              </a:ext>
            </a:extLst>
          </p:cNvPr>
          <p:cNvSpPr txBox="1"/>
          <p:nvPr/>
        </p:nvSpPr>
        <p:spPr>
          <a:xfrm>
            <a:off x="6623168" y="4584470"/>
            <a:ext cx="598320" cy="523220"/>
          </a:xfrm>
          <a:prstGeom prst="rect">
            <a:avLst/>
          </a:prstGeom>
          <a:noFill/>
        </p:spPr>
        <p:txBody>
          <a:bodyPr wrap="square" rtlCol="0">
            <a:spAutoFit/>
          </a:bodyPr>
          <a:lstStyle/>
          <a:p>
            <a:r>
              <a:rPr lang="en-US" sz="2800" b="1" dirty="0"/>
              <a:t>7</a:t>
            </a:r>
            <a:r>
              <a:rPr lang="en-US" sz="2400" b="1" dirty="0"/>
              <a:t>}</a:t>
            </a:r>
            <a:endParaRPr lang="en-US" sz="2800" b="1" dirty="0"/>
          </a:p>
        </p:txBody>
      </p:sp>
      <p:pic>
        <p:nvPicPr>
          <p:cNvPr id="22" name="Picture 21">
            <a:extLst>
              <a:ext uri="{FF2B5EF4-FFF2-40B4-BE49-F238E27FC236}">
                <a16:creationId xmlns:a16="http://schemas.microsoft.com/office/drawing/2014/main" id="{48C9C42E-5410-AEC0-7B4E-8969AD3B84A5}"/>
              </a:ext>
            </a:extLst>
          </p:cNvPr>
          <p:cNvPicPr>
            <a:picLocks noChangeAspect="1"/>
          </p:cNvPicPr>
          <p:nvPr/>
        </p:nvPicPr>
        <p:blipFill>
          <a:blip r:embed="rId16"/>
          <a:stretch>
            <a:fillRect/>
          </a:stretch>
        </p:blipFill>
        <p:spPr>
          <a:xfrm>
            <a:off x="6096000" y="5263254"/>
            <a:ext cx="1648055" cy="857370"/>
          </a:xfrm>
          <a:prstGeom prst="rect">
            <a:avLst/>
          </a:prstGeom>
        </p:spPr>
      </p:pic>
      <p:cxnSp>
        <p:nvCxnSpPr>
          <p:cNvPr id="24" name="Straight Connector 23">
            <a:extLst>
              <a:ext uri="{FF2B5EF4-FFF2-40B4-BE49-F238E27FC236}">
                <a16:creationId xmlns:a16="http://schemas.microsoft.com/office/drawing/2014/main" id="{39059498-DCEE-5834-E563-3DAA179A7495}"/>
              </a:ext>
            </a:extLst>
          </p:cNvPr>
          <p:cNvCxnSpPr/>
          <p:nvPr/>
        </p:nvCxnSpPr>
        <p:spPr>
          <a:xfrm>
            <a:off x="2249905" y="5050482"/>
            <a:ext cx="1359569"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7E69768-CC73-268D-21EA-334B6BD1464D}"/>
              </a:ext>
            </a:extLst>
          </p:cNvPr>
          <p:cNvCxnSpPr/>
          <p:nvPr/>
        </p:nvCxnSpPr>
        <p:spPr>
          <a:xfrm>
            <a:off x="3404937" y="5050482"/>
            <a:ext cx="2691063" cy="309880"/>
          </a:xfrm>
          <a:prstGeom prst="straightConnector1">
            <a:avLst/>
          </a:prstGeom>
          <a:ln>
            <a:solidFill>
              <a:srgbClr val="7030A0"/>
            </a:solidFill>
            <a:tailEnd type="triangle"/>
          </a:ln>
        </p:spPr>
        <p:style>
          <a:lnRef idx="3">
            <a:schemeClr val="accent2"/>
          </a:lnRef>
          <a:fillRef idx="0">
            <a:schemeClr val="accent2"/>
          </a:fillRef>
          <a:effectRef idx="2">
            <a:schemeClr val="accent2"/>
          </a:effectRef>
          <a:fontRef idx="minor">
            <a:schemeClr val="tx1"/>
          </a:fontRef>
        </p:style>
      </p:cxnSp>
      <p:cxnSp>
        <p:nvCxnSpPr>
          <p:cNvPr id="28" name="Straight Connector 27">
            <a:extLst>
              <a:ext uri="{FF2B5EF4-FFF2-40B4-BE49-F238E27FC236}">
                <a16:creationId xmlns:a16="http://schemas.microsoft.com/office/drawing/2014/main" id="{0FC5CBD1-0185-938F-4E4F-34CE25595D03}"/>
              </a:ext>
            </a:extLst>
          </p:cNvPr>
          <p:cNvCxnSpPr/>
          <p:nvPr/>
        </p:nvCxnSpPr>
        <p:spPr>
          <a:xfrm flipH="1">
            <a:off x="3910263" y="5050482"/>
            <a:ext cx="1503948"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9" name="Straight Arrow Connector 28">
            <a:extLst>
              <a:ext uri="{FF2B5EF4-FFF2-40B4-BE49-F238E27FC236}">
                <a16:creationId xmlns:a16="http://schemas.microsoft.com/office/drawing/2014/main" id="{4DF474C8-283E-34D4-5BF2-0747FC55E9AE}"/>
              </a:ext>
            </a:extLst>
          </p:cNvPr>
          <p:cNvCxnSpPr>
            <a:cxnSpLocks/>
          </p:cNvCxnSpPr>
          <p:nvPr/>
        </p:nvCxnSpPr>
        <p:spPr>
          <a:xfrm>
            <a:off x="4824876" y="5082394"/>
            <a:ext cx="2135953" cy="227404"/>
          </a:xfrm>
          <a:prstGeom prst="straightConnector1">
            <a:avLst/>
          </a:prstGeom>
          <a:ln>
            <a:solidFill>
              <a:srgbClr val="00B0F0"/>
            </a:solidFill>
            <a:tailEnd type="triangle"/>
          </a:ln>
        </p:spPr>
        <p:style>
          <a:lnRef idx="3">
            <a:schemeClr val="accent2"/>
          </a:lnRef>
          <a:fillRef idx="0">
            <a:schemeClr val="accent2"/>
          </a:fillRef>
          <a:effectRef idx="2">
            <a:schemeClr val="accent2"/>
          </a:effectRef>
          <a:fontRef idx="minor">
            <a:schemeClr val="tx1"/>
          </a:fontRef>
        </p:style>
      </p:cxnSp>
      <p:cxnSp>
        <p:nvCxnSpPr>
          <p:cNvPr id="31" name="Straight Connector 30">
            <a:extLst>
              <a:ext uri="{FF2B5EF4-FFF2-40B4-BE49-F238E27FC236}">
                <a16:creationId xmlns:a16="http://schemas.microsoft.com/office/drawing/2014/main" id="{C8747FFF-92C5-1DD8-F53F-8DD2893F43F4}"/>
              </a:ext>
            </a:extLst>
          </p:cNvPr>
          <p:cNvCxnSpPr>
            <a:cxnSpLocks/>
          </p:cNvCxnSpPr>
          <p:nvPr/>
        </p:nvCxnSpPr>
        <p:spPr>
          <a:xfrm flipH="1">
            <a:off x="5559097" y="5046720"/>
            <a:ext cx="1503948"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Straight Arrow Connector 31">
            <a:extLst>
              <a:ext uri="{FF2B5EF4-FFF2-40B4-BE49-F238E27FC236}">
                <a16:creationId xmlns:a16="http://schemas.microsoft.com/office/drawing/2014/main" id="{76D21871-9F6D-4B2E-6DDC-A541616BC70D}"/>
              </a:ext>
            </a:extLst>
          </p:cNvPr>
          <p:cNvCxnSpPr>
            <a:cxnSpLocks/>
          </p:cNvCxnSpPr>
          <p:nvPr/>
        </p:nvCxnSpPr>
        <p:spPr>
          <a:xfrm>
            <a:off x="6473710" y="5078632"/>
            <a:ext cx="1001428" cy="199420"/>
          </a:xfrm>
          <a:prstGeom prst="straightConnector1">
            <a:avLst/>
          </a:prstGeom>
          <a:ln>
            <a:solidFill>
              <a:srgbClr val="00B0F0"/>
            </a:solidFill>
            <a:tailEnd type="triangle"/>
          </a:ln>
        </p:spPr>
        <p:style>
          <a:lnRef idx="3">
            <a:schemeClr val="accent2"/>
          </a:lnRef>
          <a:fillRef idx="0">
            <a:schemeClr val="accent2"/>
          </a:fillRef>
          <a:effectRef idx="2">
            <a:schemeClr val="accent2"/>
          </a:effectRef>
          <a:fontRef idx="minor">
            <a:schemeClr val="tx1"/>
          </a:fontRef>
        </p:style>
      </p:cxnSp>
      <p:pic>
        <p:nvPicPr>
          <p:cNvPr id="35" name="Picture 34">
            <a:extLst>
              <a:ext uri="{FF2B5EF4-FFF2-40B4-BE49-F238E27FC236}">
                <a16:creationId xmlns:a16="http://schemas.microsoft.com/office/drawing/2014/main" id="{875DCD9D-BDB0-A6D6-377B-6CE65018F763}"/>
              </a:ext>
            </a:extLst>
          </p:cNvPr>
          <p:cNvPicPr>
            <a:picLocks noChangeAspect="1"/>
          </p:cNvPicPr>
          <p:nvPr/>
        </p:nvPicPr>
        <p:blipFill>
          <a:blip r:embed="rId17"/>
          <a:stretch>
            <a:fillRect/>
          </a:stretch>
        </p:blipFill>
        <p:spPr>
          <a:xfrm>
            <a:off x="7642266" y="5262016"/>
            <a:ext cx="3648584" cy="1028844"/>
          </a:xfrm>
          <a:prstGeom prst="rect">
            <a:avLst/>
          </a:prstGeom>
        </p:spPr>
      </p:pic>
      <p:sp>
        <p:nvSpPr>
          <p:cNvPr id="36" name="Rectangle 35">
            <a:extLst>
              <a:ext uri="{FF2B5EF4-FFF2-40B4-BE49-F238E27FC236}">
                <a16:creationId xmlns:a16="http://schemas.microsoft.com/office/drawing/2014/main" id="{3DAA95AB-B378-3526-6C2F-C92CE69A9B1C}"/>
              </a:ext>
            </a:extLst>
          </p:cNvPr>
          <p:cNvSpPr/>
          <p:nvPr/>
        </p:nvSpPr>
        <p:spPr>
          <a:xfrm>
            <a:off x="10016064" y="2163480"/>
            <a:ext cx="1528547" cy="995699"/>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97664987-7A6F-94BA-755F-7B3CEF4F6575}"/>
              </a:ext>
            </a:extLst>
          </p:cNvPr>
          <p:cNvCxnSpPr>
            <a:cxnSpLocks/>
          </p:cNvCxnSpPr>
          <p:nvPr/>
        </p:nvCxnSpPr>
        <p:spPr>
          <a:xfrm flipH="1">
            <a:off x="7947202" y="2741153"/>
            <a:ext cx="2833135" cy="2568645"/>
          </a:xfrm>
          <a:prstGeom prst="straightConnector1">
            <a:avLst/>
          </a:prstGeom>
          <a:ln w="19050" cap="flat" cmpd="sng" algn="ctr">
            <a:solidFill>
              <a:srgbClr val="FFC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TextBox 39">
            <a:extLst>
              <a:ext uri="{FF2B5EF4-FFF2-40B4-BE49-F238E27FC236}">
                <a16:creationId xmlns:a16="http://schemas.microsoft.com/office/drawing/2014/main" id="{D12AE67A-8547-510C-DF1A-647B9753248E}"/>
              </a:ext>
            </a:extLst>
          </p:cNvPr>
          <p:cNvSpPr txBox="1"/>
          <p:nvPr/>
        </p:nvSpPr>
        <p:spPr>
          <a:xfrm>
            <a:off x="8583439" y="4632200"/>
            <a:ext cx="307393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b="1" dirty="0"/>
              <a:t>SS=1, Because of 13 and 10</a:t>
            </a:r>
          </a:p>
        </p:txBody>
      </p:sp>
      <p:cxnSp>
        <p:nvCxnSpPr>
          <p:cNvPr id="42" name="Straight Connector 41">
            <a:extLst>
              <a:ext uri="{FF2B5EF4-FFF2-40B4-BE49-F238E27FC236}">
                <a16:creationId xmlns:a16="http://schemas.microsoft.com/office/drawing/2014/main" id="{B3ACCFA2-A47A-8CE1-401A-87813E4C6802}"/>
              </a:ext>
            </a:extLst>
          </p:cNvPr>
          <p:cNvCxnSpPr/>
          <p:nvPr/>
        </p:nvCxnSpPr>
        <p:spPr>
          <a:xfrm flipH="1">
            <a:off x="10359189" y="4923862"/>
            <a:ext cx="30079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43" name="Straight Connector 42">
            <a:extLst>
              <a:ext uri="{FF2B5EF4-FFF2-40B4-BE49-F238E27FC236}">
                <a16:creationId xmlns:a16="http://schemas.microsoft.com/office/drawing/2014/main" id="{B1E84982-779B-0110-EDD4-F3BDA30DD53E}"/>
              </a:ext>
            </a:extLst>
          </p:cNvPr>
          <p:cNvCxnSpPr/>
          <p:nvPr/>
        </p:nvCxnSpPr>
        <p:spPr>
          <a:xfrm flipH="1">
            <a:off x="11089106" y="4919851"/>
            <a:ext cx="30079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44" name="Straight Arrow Connector 43">
            <a:extLst>
              <a:ext uri="{FF2B5EF4-FFF2-40B4-BE49-F238E27FC236}">
                <a16:creationId xmlns:a16="http://schemas.microsoft.com/office/drawing/2014/main" id="{790374A4-C9AC-4FA8-4383-1A92E26A37BF}"/>
              </a:ext>
            </a:extLst>
          </p:cNvPr>
          <p:cNvCxnSpPr>
            <a:cxnSpLocks/>
          </p:cNvCxnSpPr>
          <p:nvPr/>
        </p:nvCxnSpPr>
        <p:spPr>
          <a:xfrm flipH="1">
            <a:off x="8463081" y="4919851"/>
            <a:ext cx="2053313" cy="440511"/>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4776C632-F38C-0F9B-5EE7-FD10A698F3B3}"/>
              </a:ext>
            </a:extLst>
          </p:cNvPr>
          <p:cNvCxnSpPr>
            <a:cxnSpLocks/>
          </p:cNvCxnSpPr>
          <p:nvPr/>
        </p:nvCxnSpPr>
        <p:spPr>
          <a:xfrm flipH="1">
            <a:off x="9093750" y="4962142"/>
            <a:ext cx="2053313" cy="440511"/>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9" name="Straight Connector 48">
            <a:extLst>
              <a:ext uri="{FF2B5EF4-FFF2-40B4-BE49-F238E27FC236}">
                <a16:creationId xmlns:a16="http://schemas.microsoft.com/office/drawing/2014/main" id="{C5261938-FDFE-B785-C501-2C80BC767C37}"/>
              </a:ext>
            </a:extLst>
          </p:cNvPr>
          <p:cNvCxnSpPr>
            <a:cxnSpLocks/>
          </p:cNvCxnSpPr>
          <p:nvPr/>
        </p:nvCxnSpPr>
        <p:spPr>
          <a:xfrm flipH="1">
            <a:off x="8463081" y="6198005"/>
            <a:ext cx="873424" cy="92855"/>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1" name="Rectangle 50">
            <a:extLst>
              <a:ext uri="{FF2B5EF4-FFF2-40B4-BE49-F238E27FC236}">
                <a16:creationId xmlns:a16="http://schemas.microsoft.com/office/drawing/2014/main" id="{3F4A748E-8A22-CFE0-DEAB-0CDAC6C7E718}"/>
              </a:ext>
            </a:extLst>
          </p:cNvPr>
          <p:cNvSpPr/>
          <p:nvPr/>
        </p:nvSpPr>
        <p:spPr>
          <a:xfrm>
            <a:off x="9228221" y="5366557"/>
            <a:ext cx="787843" cy="8314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ED331E5F-EA98-F23C-410F-512B5AA97D8C}"/>
              </a:ext>
            </a:extLst>
          </p:cNvPr>
          <p:cNvSpPr txBox="1"/>
          <p:nvPr/>
        </p:nvSpPr>
        <p:spPr>
          <a:xfrm>
            <a:off x="5593121" y="6114226"/>
            <a:ext cx="2995833" cy="369332"/>
          </a:xfrm>
          <a:prstGeom prst="rect">
            <a:avLst/>
          </a:prstGeom>
          <a:noFill/>
        </p:spPr>
        <p:txBody>
          <a:bodyPr wrap="square" rtlCol="0">
            <a:spAutoFit/>
          </a:bodyPr>
          <a:lstStyle/>
          <a:p>
            <a:r>
              <a:rPr lang="en-US" b="1" dirty="0"/>
              <a:t>Because of 6 and 4 in the set</a:t>
            </a:r>
          </a:p>
        </p:txBody>
      </p:sp>
    </p:spTree>
    <p:extLst>
      <p:ext uri="{BB962C8B-B14F-4D97-AF65-F5344CB8AC3E}">
        <p14:creationId xmlns:p14="http://schemas.microsoft.com/office/powerpoint/2010/main" val="36753402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4959B-98CB-4701-855D-966E2F726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6242E-B605-C492-A507-2B7852FEA5EE}"/>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20AD680B-62E8-C57C-DD13-A9A6427FC6B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E8DD8BE-4155-728E-1753-14E8D6195AEF}"/>
              </a:ext>
            </a:extLst>
          </p:cNvPr>
          <p:cNvSpPr>
            <a:spLocks noGrp="1"/>
          </p:cNvSpPr>
          <p:nvPr>
            <p:ph type="sldNum" sz="quarter" idx="12"/>
          </p:nvPr>
        </p:nvSpPr>
        <p:spPr/>
        <p:txBody>
          <a:bodyPr/>
          <a:lstStyle/>
          <a:p>
            <a:fld id="{382B47E1-F59F-47B3-8D16-B2A0740F319A}" type="slidenum">
              <a:rPr lang="en-US" smtClean="0"/>
              <a:pPr/>
              <a:t>58</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2E6D7A64-F197-9EEF-1502-4C05D47450C4}"/>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2E6D7A64-F197-9EEF-1502-4C05D47450C4}"/>
                  </a:ext>
                </a:extLst>
              </p:cNvPr>
              <p:cNvPicPr/>
              <p:nvPr/>
            </p:nvPicPr>
            <p:blipFill>
              <a:blip r:embed="rId4"/>
              <a:stretch>
                <a:fillRect/>
              </a:stretch>
            </p:blipFill>
            <p:spPr>
              <a:xfrm>
                <a:off x="7188551" y="3750442"/>
                <a:ext cx="1765052" cy="284760"/>
              </a:xfrm>
              <a:prstGeom prst="rect">
                <a:avLst/>
              </a:prstGeom>
            </p:spPr>
          </p:pic>
        </mc:Fallback>
      </mc:AlternateContent>
      <p:pic>
        <p:nvPicPr>
          <p:cNvPr id="15" name="Picture 14">
            <a:extLst>
              <a:ext uri="{FF2B5EF4-FFF2-40B4-BE49-F238E27FC236}">
                <a16:creationId xmlns:a16="http://schemas.microsoft.com/office/drawing/2014/main" id="{2D9AFDD3-5462-F69E-53FE-3FA65939FBD9}"/>
              </a:ext>
            </a:extLst>
          </p:cNvPr>
          <p:cNvPicPr>
            <a:picLocks noChangeAspect="1"/>
          </p:cNvPicPr>
          <p:nvPr/>
        </p:nvPicPr>
        <p:blipFill>
          <a:blip r:embed="rId5"/>
          <a:stretch>
            <a:fillRect/>
          </a:stretch>
        </p:blipFill>
        <p:spPr>
          <a:xfrm>
            <a:off x="8298564" y="1998943"/>
            <a:ext cx="3358812" cy="2397216"/>
          </a:xfrm>
          <a:prstGeom prst="rect">
            <a:avLst/>
          </a:prstGeom>
        </p:spPr>
      </p:pic>
      <p:sp>
        <p:nvSpPr>
          <p:cNvPr id="20" name="TextBox 19">
            <a:extLst>
              <a:ext uri="{FF2B5EF4-FFF2-40B4-BE49-F238E27FC236}">
                <a16:creationId xmlns:a16="http://schemas.microsoft.com/office/drawing/2014/main" id="{EDA38C04-BB1A-22C0-3F7F-7AB82E0E8FC4}"/>
              </a:ext>
            </a:extLst>
          </p:cNvPr>
          <p:cNvSpPr txBox="1"/>
          <p:nvPr/>
        </p:nvSpPr>
        <p:spPr>
          <a:xfrm>
            <a:off x="8506037" y="1726602"/>
            <a:ext cx="3151339" cy="400110"/>
          </a:xfrm>
          <a:prstGeom prst="rect">
            <a:avLst/>
          </a:prstGeom>
          <a:noFill/>
        </p:spPr>
        <p:txBody>
          <a:bodyPr wrap="square" rtlCol="0">
            <a:spAutoFit/>
          </a:bodyPr>
          <a:lstStyle/>
          <a:p>
            <a:r>
              <a:rPr lang="en-US" sz="2000" b="1" dirty="0"/>
              <a:t> 0          1          2           3   </a:t>
            </a:r>
          </a:p>
        </p:txBody>
      </p:sp>
      <p:sp>
        <p:nvSpPr>
          <p:cNvPr id="21" name="TextBox 20">
            <a:extLst>
              <a:ext uri="{FF2B5EF4-FFF2-40B4-BE49-F238E27FC236}">
                <a16:creationId xmlns:a16="http://schemas.microsoft.com/office/drawing/2014/main" id="{AA4D46B5-90AA-ED1A-573D-66F9866DAF31}"/>
              </a:ext>
            </a:extLst>
          </p:cNvPr>
          <p:cNvSpPr txBox="1"/>
          <p:nvPr/>
        </p:nvSpPr>
        <p:spPr>
          <a:xfrm rot="5400000">
            <a:off x="6571588" y="3502327"/>
            <a:ext cx="3151339" cy="400110"/>
          </a:xfrm>
          <a:prstGeom prst="rect">
            <a:avLst/>
          </a:prstGeom>
          <a:noFill/>
        </p:spPr>
        <p:txBody>
          <a:bodyPr wrap="square" rtlCol="0">
            <a:spAutoFit/>
          </a:bodyPr>
          <a:lstStyle/>
          <a:p>
            <a:r>
              <a:rPr lang="en-US" sz="2000" b="1" dirty="0"/>
              <a:t> 0      1       2      3   </a:t>
            </a:r>
          </a:p>
        </p:txBody>
      </p:sp>
      <p:sp>
        <p:nvSpPr>
          <p:cNvPr id="6" name="TextBox 5">
            <a:extLst>
              <a:ext uri="{FF2B5EF4-FFF2-40B4-BE49-F238E27FC236}">
                <a16:creationId xmlns:a16="http://schemas.microsoft.com/office/drawing/2014/main" id="{BA15B274-1153-90D4-8E89-7FFA49783EAC}"/>
              </a:ext>
            </a:extLst>
          </p:cNvPr>
          <p:cNvSpPr txBox="1"/>
          <p:nvPr/>
        </p:nvSpPr>
        <p:spPr>
          <a:xfrm>
            <a:off x="9336505" y="441"/>
            <a:ext cx="2887666" cy="584775"/>
          </a:xfrm>
          <a:prstGeom prst="rect">
            <a:avLst/>
          </a:prstGeom>
          <a:noFill/>
        </p:spPr>
        <p:txBody>
          <a:bodyPr wrap="square" rtlCol="0">
            <a:spAutoFit/>
          </a:bodyPr>
          <a:lstStyle/>
          <a:p>
            <a:pPr algn="ctr"/>
            <a:r>
              <a:rPr lang="en-US" sz="3200" b="1" dirty="0"/>
              <a:t>SECOND PASS</a:t>
            </a:r>
          </a:p>
        </p:txBody>
      </p:sp>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B0CBC8FC-AC4C-660E-50F6-D25CE449ABB1}"/>
                  </a:ext>
                </a:extLst>
              </p14:cNvPr>
              <p14:cNvContentPartPr/>
              <p14:nvPr/>
            </p14:nvContentPartPr>
            <p14:xfrm>
              <a:off x="5981097" y="4812442"/>
              <a:ext cx="1644480" cy="771840"/>
            </p14:xfrm>
          </p:contentPart>
        </mc:Choice>
        <mc:Fallback xmlns="">
          <p:pic>
            <p:nvPicPr>
              <p:cNvPr id="16" name="Ink 15">
                <a:extLst>
                  <a:ext uri="{FF2B5EF4-FFF2-40B4-BE49-F238E27FC236}">
                    <a16:creationId xmlns:a16="http://schemas.microsoft.com/office/drawing/2014/main" id="{B0CBC8FC-AC4C-660E-50F6-D25CE449ABB1}"/>
                  </a:ext>
                </a:extLst>
              </p:cNvPr>
              <p:cNvPicPr/>
              <p:nvPr/>
            </p:nvPicPr>
            <p:blipFill>
              <a:blip r:embed="rId7"/>
              <a:stretch>
                <a:fillRect/>
              </a:stretch>
            </p:blipFill>
            <p:spPr>
              <a:xfrm>
                <a:off x="5963097" y="4794434"/>
                <a:ext cx="1680120" cy="807497"/>
              </a:xfrm>
              <a:prstGeom prst="rect">
                <a:avLst/>
              </a:prstGeom>
            </p:spPr>
          </p:pic>
        </mc:Fallback>
      </mc:AlternateContent>
      <p:pic>
        <p:nvPicPr>
          <p:cNvPr id="3" name="Picture 2">
            <a:extLst>
              <a:ext uri="{FF2B5EF4-FFF2-40B4-BE49-F238E27FC236}">
                <a16:creationId xmlns:a16="http://schemas.microsoft.com/office/drawing/2014/main" id="{C70D2779-466E-0209-CA52-0D0ED7680BFC}"/>
              </a:ext>
            </a:extLst>
          </p:cNvPr>
          <p:cNvPicPr>
            <a:picLocks noChangeAspect="1"/>
          </p:cNvPicPr>
          <p:nvPr/>
        </p:nvPicPr>
        <p:blipFill>
          <a:blip r:embed="rId8"/>
          <a:stretch>
            <a:fillRect/>
          </a:stretch>
        </p:blipFill>
        <p:spPr>
          <a:xfrm>
            <a:off x="982041" y="2240921"/>
            <a:ext cx="1905108" cy="991097"/>
          </a:xfrm>
          <a:prstGeom prst="rect">
            <a:avLst/>
          </a:prstGeom>
        </p:spPr>
      </p:pic>
      <p:pic>
        <p:nvPicPr>
          <p:cNvPr id="7" name="Picture 6">
            <a:extLst>
              <a:ext uri="{FF2B5EF4-FFF2-40B4-BE49-F238E27FC236}">
                <a16:creationId xmlns:a16="http://schemas.microsoft.com/office/drawing/2014/main" id="{38F87526-2895-7C63-A36A-2BBFB40DC860}"/>
              </a:ext>
            </a:extLst>
          </p:cNvPr>
          <p:cNvPicPr>
            <a:picLocks noChangeAspect="1"/>
          </p:cNvPicPr>
          <p:nvPr/>
        </p:nvPicPr>
        <p:blipFill>
          <a:blip r:embed="rId9"/>
          <a:stretch>
            <a:fillRect/>
          </a:stretch>
        </p:blipFill>
        <p:spPr>
          <a:xfrm>
            <a:off x="2887149" y="2239684"/>
            <a:ext cx="4217665" cy="1189316"/>
          </a:xfrm>
          <a:prstGeom prst="rect">
            <a:avLst/>
          </a:prstGeom>
        </p:spPr>
      </p:pic>
      <p:sp>
        <p:nvSpPr>
          <p:cNvPr id="11" name="Oval 10">
            <a:extLst>
              <a:ext uri="{FF2B5EF4-FFF2-40B4-BE49-F238E27FC236}">
                <a16:creationId xmlns:a16="http://schemas.microsoft.com/office/drawing/2014/main" id="{C6EF23A9-4E1B-DB8F-BDC7-E7BA91F9300A}"/>
              </a:ext>
            </a:extLst>
          </p:cNvPr>
          <p:cNvSpPr/>
          <p:nvPr/>
        </p:nvSpPr>
        <p:spPr>
          <a:xfrm>
            <a:off x="6406792" y="2251716"/>
            <a:ext cx="691982" cy="1028191"/>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9F2ECEFF-5837-4267-D41A-C58257C077DB}"/>
              </a:ext>
            </a:extLst>
          </p:cNvPr>
          <p:cNvCxnSpPr>
            <a:stCxn id="11" idx="4"/>
          </p:cNvCxnSpPr>
          <p:nvPr/>
        </p:nvCxnSpPr>
        <p:spPr>
          <a:xfrm flipH="1">
            <a:off x="4995981" y="3279907"/>
            <a:ext cx="1756802" cy="81083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64815D6E-92A9-2408-516C-3854D96C01C5}"/>
              </a:ext>
            </a:extLst>
          </p:cNvPr>
          <p:cNvSpPr txBox="1"/>
          <p:nvPr/>
        </p:nvSpPr>
        <p:spPr>
          <a:xfrm>
            <a:off x="2235265" y="3566591"/>
            <a:ext cx="2758107" cy="101566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b="1" dirty="0"/>
              <a:t>Since LSP is no longer empty we have to do a Refinement PASS </a:t>
            </a:r>
          </a:p>
        </p:txBody>
      </p:sp>
      <p:sp>
        <p:nvSpPr>
          <p:cNvPr id="25" name="TextBox 24">
            <a:extLst>
              <a:ext uri="{FF2B5EF4-FFF2-40B4-BE49-F238E27FC236}">
                <a16:creationId xmlns:a16="http://schemas.microsoft.com/office/drawing/2014/main" id="{C8210C0B-14C8-AE6F-C938-BDD4583F20FF}"/>
              </a:ext>
            </a:extLst>
          </p:cNvPr>
          <p:cNvSpPr txBox="1"/>
          <p:nvPr/>
        </p:nvSpPr>
        <p:spPr>
          <a:xfrm>
            <a:off x="727301" y="4748615"/>
            <a:ext cx="10737397" cy="15696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b="1" dirty="0"/>
              <a:t>Here we had threshold equal to 8, We do calculate the Mid Point and then compare it to the LSP which was 26 .</a:t>
            </a:r>
          </a:p>
          <a:p>
            <a:r>
              <a:rPr lang="en-US" sz="2400" b="1" dirty="0"/>
              <a:t>				Mid Point = Prev Threshold + Threshold = 16 + 8 = 24</a:t>
            </a:r>
          </a:p>
          <a:p>
            <a:r>
              <a:rPr lang="en-US" sz="2400" b="1" dirty="0"/>
              <a:t>								26 &gt; 24 so SF equals to 1</a:t>
            </a:r>
          </a:p>
        </p:txBody>
      </p:sp>
    </p:spTree>
    <p:extLst>
      <p:ext uri="{BB962C8B-B14F-4D97-AF65-F5344CB8AC3E}">
        <p14:creationId xmlns:p14="http://schemas.microsoft.com/office/powerpoint/2010/main" val="21269053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95A5B-4257-7178-F5B8-96E1FF86D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80938-0787-17DE-FE4F-92C689022263}"/>
              </a:ext>
            </a:extLst>
          </p:cNvPr>
          <p:cNvSpPr>
            <a:spLocks noGrp="1"/>
          </p:cNvSpPr>
          <p:nvPr>
            <p:ph type="title"/>
          </p:nvPr>
        </p:nvSpPr>
        <p:spPr/>
        <p:txBody>
          <a:bodyPr/>
          <a:lstStyle/>
          <a:p>
            <a:r>
              <a:rPr lang="en-US" dirty="0">
                <a:solidFill>
                  <a:srgbClr val="0070C0"/>
                </a:solidFill>
              </a:rPr>
              <a:t>SPIHT algorithm detailed with an example</a:t>
            </a:r>
          </a:p>
        </p:txBody>
      </p:sp>
      <p:sp>
        <p:nvSpPr>
          <p:cNvPr id="4" name="Footer Placeholder 3">
            <a:extLst>
              <a:ext uri="{FF2B5EF4-FFF2-40B4-BE49-F238E27FC236}">
                <a16:creationId xmlns:a16="http://schemas.microsoft.com/office/drawing/2014/main" id="{E41ECEB2-C156-3BAE-2FA0-553CF30D2E7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A980CB2-7D74-D634-7E4C-DDD64B5A106A}"/>
              </a:ext>
            </a:extLst>
          </p:cNvPr>
          <p:cNvSpPr>
            <a:spLocks noGrp="1"/>
          </p:cNvSpPr>
          <p:nvPr>
            <p:ph type="sldNum" sz="quarter" idx="12"/>
          </p:nvPr>
        </p:nvSpPr>
        <p:spPr/>
        <p:txBody>
          <a:bodyPr/>
          <a:lstStyle/>
          <a:p>
            <a:fld id="{382B47E1-F59F-47B3-8D16-B2A0740F319A}" type="slidenum">
              <a:rPr lang="en-US" smtClean="0"/>
              <a:pPr/>
              <a:t>59</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C3E229A9-3293-B64F-0E24-68104567908A}"/>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C3E229A9-3293-B64F-0E24-68104567908A}"/>
                  </a:ext>
                </a:extLst>
              </p:cNvPr>
              <p:cNvPicPr/>
              <p:nvPr/>
            </p:nvPicPr>
            <p:blipFill>
              <a:blip r:embed="rId4"/>
              <a:stretch>
                <a:fillRect/>
              </a:stretch>
            </p:blipFill>
            <p:spPr>
              <a:xfrm>
                <a:off x="7188551" y="3750442"/>
                <a:ext cx="1765052" cy="284760"/>
              </a:xfrm>
              <a:prstGeom prst="rect">
                <a:avLst/>
              </a:prstGeom>
            </p:spPr>
          </p:pic>
        </mc:Fallback>
      </mc:AlternateContent>
      <p:pic>
        <p:nvPicPr>
          <p:cNvPr id="15" name="Picture 14">
            <a:extLst>
              <a:ext uri="{FF2B5EF4-FFF2-40B4-BE49-F238E27FC236}">
                <a16:creationId xmlns:a16="http://schemas.microsoft.com/office/drawing/2014/main" id="{4677F182-040F-CE14-3ED3-D182674FC8B2}"/>
              </a:ext>
            </a:extLst>
          </p:cNvPr>
          <p:cNvPicPr>
            <a:picLocks noChangeAspect="1"/>
          </p:cNvPicPr>
          <p:nvPr/>
        </p:nvPicPr>
        <p:blipFill>
          <a:blip r:embed="rId5"/>
          <a:stretch>
            <a:fillRect/>
          </a:stretch>
        </p:blipFill>
        <p:spPr>
          <a:xfrm>
            <a:off x="8298564" y="1998943"/>
            <a:ext cx="3358812" cy="2397216"/>
          </a:xfrm>
          <a:prstGeom prst="rect">
            <a:avLst/>
          </a:prstGeom>
        </p:spPr>
      </p:pic>
      <p:sp>
        <p:nvSpPr>
          <p:cNvPr id="20" name="TextBox 19">
            <a:extLst>
              <a:ext uri="{FF2B5EF4-FFF2-40B4-BE49-F238E27FC236}">
                <a16:creationId xmlns:a16="http://schemas.microsoft.com/office/drawing/2014/main" id="{5B1B33B0-2853-E3C8-F852-772D590DC039}"/>
              </a:ext>
            </a:extLst>
          </p:cNvPr>
          <p:cNvSpPr txBox="1"/>
          <p:nvPr/>
        </p:nvSpPr>
        <p:spPr>
          <a:xfrm>
            <a:off x="8506037" y="1726602"/>
            <a:ext cx="3151339" cy="400110"/>
          </a:xfrm>
          <a:prstGeom prst="rect">
            <a:avLst/>
          </a:prstGeom>
          <a:noFill/>
        </p:spPr>
        <p:txBody>
          <a:bodyPr wrap="square" rtlCol="0">
            <a:spAutoFit/>
          </a:bodyPr>
          <a:lstStyle/>
          <a:p>
            <a:r>
              <a:rPr lang="en-US" sz="2000" b="1" dirty="0"/>
              <a:t> 0          1          2           3   </a:t>
            </a:r>
          </a:p>
        </p:txBody>
      </p:sp>
      <p:sp>
        <p:nvSpPr>
          <p:cNvPr id="21" name="TextBox 20">
            <a:extLst>
              <a:ext uri="{FF2B5EF4-FFF2-40B4-BE49-F238E27FC236}">
                <a16:creationId xmlns:a16="http://schemas.microsoft.com/office/drawing/2014/main" id="{A81BC642-4EB0-8742-E610-052CCE394A9D}"/>
              </a:ext>
            </a:extLst>
          </p:cNvPr>
          <p:cNvSpPr txBox="1"/>
          <p:nvPr/>
        </p:nvSpPr>
        <p:spPr>
          <a:xfrm rot="5400000">
            <a:off x="6571588" y="3502327"/>
            <a:ext cx="3151339" cy="400110"/>
          </a:xfrm>
          <a:prstGeom prst="rect">
            <a:avLst/>
          </a:prstGeom>
          <a:noFill/>
        </p:spPr>
        <p:txBody>
          <a:bodyPr wrap="square" rtlCol="0">
            <a:spAutoFit/>
          </a:bodyPr>
          <a:lstStyle/>
          <a:p>
            <a:r>
              <a:rPr lang="en-US" sz="2000" b="1" dirty="0"/>
              <a:t> 0      1       2      3   </a:t>
            </a:r>
          </a:p>
        </p:txBody>
      </p:sp>
      <p:sp>
        <p:nvSpPr>
          <p:cNvPr id="6" name="TextBox 5">
            <a:extLst>
              <a:ext uri="{FF2B5EF4-FFF2-40B4-BE49-F238E27FC236}">
                <a16:creationId xmlns:a16="http://schemas.microsoft.com/office/drawing/2014/main" id="{BE44C462-E24A-A5C3-1453-626FFBD0C551}"/>
              </a:ext>
            </a:extLst>
          </p:cNvPr>
          <p:cNvSpPr txBox="1"/>
          <p:nvPr/>
        </p:nvSpPr>
        <p:spPr>
          <a:xfrm>
            <a:off x="9336505" y="441"/>
            <a:ext cx="2887666" cy="584775"/>
          </a:xfrm>
          <a:prstGeom prst="rect">
            <a:avLst/>
          </a:prstGeom>
          <a:noFill/>
        </p:spPr>
        <p:txBody>
          <a:bodyPr wrap="square" rtlCol="0">
            <a:spAutoFit/>
          </a:bodyPr>
          <a:lstStyle/>
          <a:p>
            <a:pPr algn="ctr"/>
            <a:r>
              <a:rPr lang="en-US" sz="3200" b="1" dirty="0"/>
              <a:t>SECOND PASS</a:t>
            </a:r>
          </a:p>
        </p:txBody>
      </p:sp>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2219D249-615C-EB7B-E280-A9F0B022CEFD}"/>
                  </a:ext>
                </a:extLst>
              </p14:cNvPr>
              <p14:cNvContentPartPr/>
              <p14:nvPr/>
            </p14:nvContentPartPr>
            <p14:xfrm>
              <a:off x="5981097" y="4812442"/>
              <a:ext cx="1644480" cy="771840"/>
            </p14:xfrm>
          </p:contentPart>
        </mc:Choice>
        <mc:Fallback xmlns="">
          <p:pic>
            <p:nvPicPr>
              <p:cNvPr id="16" name="Ink 15">
                <a:extLst>
                  <a:ext uri="{FF2B5EF4-FFF2-40B4-BE49-F238E27FC236}">
                    <a16:creationId xmlns:a16="http://schemas.microsoft.com/office/drawing/2014/main" id="{2219D249-615C-EB7B-E280-A9F0B022CEFD}"/>
                  </a:ext>
                </a:extLst>
              </p:cNvPr>
              <p:cNvPicPr/>
              <p:nvPr/>
            </p:nvPicPr>
            <p:blipFill>
              <a:blip r:embed="rId7"/>
              <a:stretch>
                <a:fillRect/>
              </a:stretch>
            </p:blipFill>
            <p:spPr>
              <a:xfrm>
                <a:off x="5963097" y="4794434"/>
                <a:ext cx="1680120" cy="807497"/>
              </a:xfrm>
              <a:prstGeom prst="rect">
                <a:avLst/>
              </a:prstGeom>
            </p:spPr>
          </p:pic>
        </mc:Fallback>
      </mc:AlternateContent>
      <p:pic>
        <p:nvPicPr>
          <p:cNvPr id="3" name="Picture 2">
            <a:extLst>
              <a:ext uri="{FF2B5EF4-FFF2-40B4-BE49-F238E27FC236}">
                <a16:creationId xmlns:a16="http://schemas.microsoft.com/office/drawing/2014/main" id="{56057579-6763-66CE-9E57-9BCED6DB8DA0}"/>
              </a:ext>
            </a:extLst>
          </p:cNvPr>
          <p:cNvPicPr>
            <a:picLocks noChangeAspect="1"/>
          </p:cNvPicPr>
          <p:nvPr/>
        </p:nvPicPr>
        <p:blipFill>
          <a:blip r:embed="rId8"/>
          <a:stretch>
            <a:fillRect/>
          </a:stretch>
        </p:blipFill>
        <p:spPr>
          <a:xfrm>
            <a:off x="901150" y="1830968"/>
            <a:ext cx="1905108" cy="991097"/>
          </a:xfrm>
          <a:prstGeom prst="rect">
            <a:avLst/>
          </a:prstGeom>
        </p:spPr>
      </p:pic>
      <p:pic>
        <p:nvPicPr>
          <p:cNvPr id="7" name="Picture 6">
            <a:extLst>
              <a:ext uri="{FF2B5EF4-FFF2-40B4-BE49-F238E27FC236}">
                <a16:creationId xmlns:a16="http://schemas.microsoft.com/office/drawing/2014/main" id="{930797B9-1C9C-DD93-7651-0BB7B235BD98}"/>
              </a:ext>
            </a:extLst>
          </p:cNvPr>
          <p:cNvPicPr>
            <a:picLocks noChangeAspect="1"/>
          </p:cNvPicPr>
          <p:nvPr/>
        </p:nvPicPr>
        <p:blipFill>
          <a:blip r:embed="rId9"/>
          <a:stretch>
            <a:fillRect/>
          </a:stretch>
        </p:blipFill>
        <p:spPr>
          <a:xfrm>
            <a:off x="2806258" y="1829731"/>
            <a:ext cx="4217665" cy="1189316"/>
          </a:xfrm>
          <a:prstGeom prst="rect">
            <a:avLst/>
          </a:prstGeom>
        </p:spPr>
      </p:pic>
      <p:sp>
        <p:nvSpPr>
          <p:cNvPr id="11" name="Oval 10">
            <a:extLst>
              <a:ext uri="{FF2B5EF4-FFF2-40B4-BE49-F238E27FC236}">
                <a16:creationId xmlns:a16="http://schemas.microsoft.com/office/drawing/2014/main" id="{A8C8395F-8463-6ECE-AC69-6F10C2759C6F}"/>
              </a:ext>
            </a:extLst>
          </p:cNvPr>
          <p:cNvSpPr/>
          <p:nvPr/>
        </p:nvSpPr>
        <p:spPr>
          <a:xfrm>
            <a:off x="6325901" y="1841763"/>
            <a:ext cx="691982" cy="1028191"/>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59E8556-4570-CEA6-6524-90578D9B215E}"/>
              </a:ext>
            </a:extLst>
          </p:cNvPr>
          <p:cNvSpPr txBox="1"/>
          <p:nvPr/>
        </p:nvSpPr>
        <p:spPr>
          <a:xfrm>
            <a:off x="788789" y="2895682"/>
            <a:ext cx="10737397" cy="34163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b="1" dirty="0"/>
              <a:t>A coefficient C has a value of 26. (LSP)</a:t>
            </a:r>
          </a:p>
          <a:p>
            <a:endParaRPr lang="en-US" sz="2400" b="1" dirty="0"/>
          </a:p>
          <a:p>
            <a:r>
              <a:rPr lang="en-US" sz="2400" b="1" dirty="0"/>
              <a:t>In an early pass, the threshold T is 16. The encoder tests if |C| &gt;= 16. Yes, it is. It sends a "significant" bit (1) and a sign bit (+).</a:t>
            </a:r>
          </a:p>
          <a:p>
            <a:endParaRPr lang="en-US" sz="2400" b="1" dirty="0"/>
          </a:p>
          <a:p>
            <a:r>
              <a:rPr lang="en-US" sz="2400" b="1" dirty="0"/>
              <a:t>At this point, the decoder knows the value is significant and positive. It knows the value is somewhere in the range [16, 32). It doesn't know the exact value yet. This is the uncertainty interval. </a:t>
            </a:r>
            <a:r>
              <a:rPr lang="en-US" sz="2400" b="1" dirty="0">
                <a:solidFill>
                  <a:srgbClr val="FF0000"/>
                </a:solidFill>
              </a:rPr>
              <a:t>The decoder might use the midpoint, 24, for a preliminary reconstruction.</a:t>
            </a:r>
          </a:p>
        </p:txBody>
      </p:sp>
    </p:spTree>
    <p:extLst>
      <p:ext uri="{BB962C8B-B14F-4D97-AF65-F5344CB8AC3E}">
        <p14:creationId xmlns:p14="http://schemas.microsoft.com/office/powerpoint/2010/main" val="3017399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ADE3E-FF91-1DD1-907F-C21A3E8FD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24974-893D-E576-9C3A-2087E816C46D}"/>
              </a:ext>
            </a:extLst>
          </p:cNvPr>
          <p:cNvSpPr>
            <a:spLocks noGrp="1"/>
          </p:cNvSpPr>
          <p:nvPr>
            <p:ph type="title"/>
          </p:nvPr>
        </p:nvSpPr>
        <p:spPr/>
        <p:txBody>
          <a:bodyPr/>
          <a:lstStyle/>
          <a:p>
            <a:r>
              <a:rPr lang="en-US" dirty="0">
                <a:solidFill>
                  <a:srgbClr val="0070C0"/>
                </a:solidFill>
              </a:rPr>
              <a:t>SPIHT bitstream</a:t>
            </a:r>
          </a:p>
        </p:txBody>
      </p:sp>
      <p:sp>
        <p:nvSpPr>
          <p:cNvPr id="4" name="Footer Placeholder 3">
            <a:extLst>
              <a:ext uri="{FF2B5EF4-FFF2-40B4-BE49-F238E27FC236}">
                <a16:creationId xmlns:a16="http://schemas.microsoft.com/office/drawing/2014/main" id="{A8E19C08-F8CB-D313-83BA-1E939A7168B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54F9AC4-85C6-4199-1366-33BE4B1BA3B4}"/>
              </a:ext>
            </a:extLst>
          </p:cNvPr>
          <p:cNvSpPr>
            <a:spLocks noGrp="1"/>
          </p:cNvSpPr>
          <p:nvPr>
            <p:ph type="sldNum" sz="quarter" idx="12"/>
          </p:nvPr>
        </p:nvSpPr>
        <p:spPr/>
        <p:txBody>
          <a:bodyPr/>
          <a:lstStyle/>
          <a:p>
            <a:fld id="{382B47E1-F59F-47B3-8D16-B2A0740F319A}" type="slidenum">
              <a:rPr lang="en-US" smtClean="0"/>
              <a:pPr/>
              <a:t>60</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66D6EBE1-5611-4E29-2DFA-C9485EDF6188}"/>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66D6EBE1-5611-4E29-2DFA-C9485EDF6188}"/>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4F039FD6-1BE0-2950-B1A3-F1770ECD986E}"/>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4F039FD6-1BE0-2950-B1A3-F1770ECD986E}"/>
                  </a:ext>
                </a:extLst>
              </p:cNvPr>
              <p:cNvPicPr/>
              <p:nvPr/>
            </p:nvPicPr>
            <p:blipFill>
              <a:blip r:embed="rId6"/>
              <a:stretch>
                <a:fillRect/>
              </a:stretch>
            </p:blipFill>
            <p:spPr>
              <a:xfrm>
                <a:off x="582897" y="5074882"/>
                <a:ext cx="370800" cy="216360"/>
              </a:xfrm>
              <a:prstGeom prst="rect">
                <a:avLst/>
              </a:prstGeom>
            </p:spPr>
          </p:pic>
        </mc:Fallback>
      </mc:AlternateContent>
      <p:pic>
        <p:nvPicPr>
          <p:cNvPr id="3" name="Picture 2">
            <a:extLst>
              <a:ext uri="{FF2B5EF4-FFF2-40B4-BE49-F238E27FC236}">
                <a16:creationId xmlns:a16="http://schemas.microsoft.com/office/drawing/2014/main" id="{76A01E2C-2046-0A43-A3F7-5CB9901BD28C}"/>
              </a:ext>
            </a:extLst>
          </p:cNvPr>
          <p:cNvPicPr>
            <a:picLocks noChangeAspect="1"/>
          </p:cNvPicPr>
          <p:nvPr/>
        </p:nvPicPr>
        <p:blipFill>
          <a:blip r:embed="rId7"/>
          <a:stretch>
            <a:fillRect/>
          </a:stretch>
        </p:blipFill>
        <p:spPr>
          <a:xfrm>
            <a:off x="2438371" y="1957625"/>
            <a:ext cx="7702459" cy="1086933"/>
          </a:xfrm>
          <a:prstGeom prst="rect">
            <a:avLst/>
          </a:prstGeom>
        </p:spPr>
      </p:pic>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3B99B998-26D3-BD2D-1193-0639B00DC615}"/>
                  </a:ext>
                </a:extLst>
              </p14:cNvPr>
              <p14:cNvContentPartPr/>
              <p14:nvPr/>
            </p14:nvContentPartPr>
            <p14:xfrm>
              <a:off x="2446257" y="1892482"/>
              <a:ext cx="185400" cy="191160"/>
            </p14:xfrm>
          </p:contentPart>
        </mc:Choice>
        <mc:Fallback xmlns="">
          <p:pic>
            <p:nvPicPr>
              <p:cNvPr id="6" name="Ink 5">
                <a:extLst>
                  <a:ext uri="{FF2B5EF4-FFF2-40B4-BE49-F238E27FC236}">
                    <a16:creationId xmlns:a16="http://schemas.microsoft.com/office/drawing/2014/main" id="{3B99B998-26D3-BD2D-1193-0639B00DC615}"/>
                  </a:ext>
                </a:extLst>
              </p:cNvPr>
              <p:cNvPicPr/>
              <p:nvPr/>
            </p:nvPicPr>
            <p:blipFill>
              <a:blip r:embed="rId9"/>
              <a:stretch>
                <a:fillRect/>
              </a:stretch>
            </p:blipFill>
            <p:spPr>
              <a:xfrm>
                <a:off x="2383617" y="1829482"/>
                <a:ext cx="311040" cy="316800"/>
              </a:xfrm>
              <a:prstGeom prst="rect">
                <a:avLst/>
              </a:prstGeom>
            </p:spPr>
          </p:pic>
        </mc:Fallback>
      </mc:AlternateContent>
      <p:pic>
        <p:nvPicPr>
          <p:cNvPr id="8" name="Picture 7">
            <a:extLst>
              <a:ext uri="{FF2B5EF4-FFF2-40B4-BE49-F238E27FC236}">
                <a16:creationId xmlns:a16="http://schemas.microsoft.com/office/drawing/2014/main" id="{224F66B0-ADD8-9B61-9808-B38E0610D431}"/>
              </a:ext>
            </a:extLst>
          </p:cNvPr>
          <p:cNvPicPr>
            <a:picLocks noChangeAspect="1"/>
          </p:cNvPicPr>
          <p:nvPr/>
        </p:nvPicPr>
        <p:blipFill>
          <a:blip r:embed="rId10"/>
          <a:stretch>
            <a:fillRect/>
          </a:stretch>
        </p:blipFill>
        <p:spPr>
          <a:xfrm>
            <a:off x="5045100" y="3901869"/>
            <a:ext cx="1905108" cy="991097"/>
          </a:xfrm>
          <a:prstGeom prst="rect">
            <a:avLst/>
          </a:prstGeom>
        </p:spPr>
      </p:pic>
      <p:pic>
        <p:nvPicPr>
          <p:cNvPr id="11" name="Picture 10">
            <a:extLst>
              <a:ext uri="{FF2B5EF4-FFF2-40B4-BE49-F238E27FC236}">
                <a16:creationId xmlns:a16="http://schemas.microsoft.com/office/drawing/2014/main" id="{A0F0086B-C089-9036-2B9D-EF7F5CDF362A}"/>
              </a:ext>
            </a:extLst>
          </p:cNvPr>
          <p:cNvPicPr>
            <a:picLocks noChangeAspect="1"/>
          </p:cNvPicPr>
          <p:nvPr/>
        </p:nvPicPr>
        <p:blipFill>
          <a:blip r:embed="rId11"/>
          <a:stretch>
            <a:fillRect/>
          </a:stretch>
        </p:blipFill>
        <p:spPr>
          <a:xfrm>
            <a:off x="6950208" y="3822309"/>
            <a:ext cx="4217665" cy="1189316"/>
          </a:xfrm>
          <a:prstGeom prst="rect">
            <a:avLst/>
          </a:prstGeom>
        </p:spPr>
      </p:pic>
      <p:pic>
        <p:nvPicPr>
          <p:cNvPr id="12" name="Picture 11">
            <a:extLst>
              <a:ext uri="{FF2B5EF4-FFF2-40B4-BE49-F238E27FC236}">
                <a16:creationId xmlns:a16="http://schemas.microsoft.com/office/drawing/2014/main" id="{88094244-6D3E-6CFA-56F6-FFB3567F2050}"/>
              </a:ext>
            </a:extLst>
          </p:cNvPr>
          <p:cNvPicPr>
            <a:picLocks noChangeAspect="1"/>
          </p:cNvPicPr>
          <p:nvPr/>
        </p:nvPicPr>
        <p:blipFill>
          <a:blip r:embed="rId12"/>
          <a:stretch>
            <a:fillRect/>
          </a:stretch>
        </p:blipFill>
        <p:spPr>
          <a:xfrm>
            <a:off x="1024127" y="3937464"/>
            <a:ext cx="3858163" cy="905001"/>
          </a:xfrm>
          <a:prstGeom prst="rect">
            <a:avLst/>
          </a:prstGeom>
        </p:spPr>
      </p:pic>
      <p:sp>
        <p:nvSpPr>
          <p:cNvPr id="15" name="TextBox 14">
            <a:extLst>
              <a:ext uri="{FF2B5EF4-FFF2-40B4-BE49-F238E27FC236}">
                <a16:creationId xmlns:a16="http://schemas.microsoft.com/office/drawing/2014/main" id="{D9D6E6B3-6B50-139E-85D3-8411B07CBD7D}"/>
              </a:ext>
            </a:extLst>
          </p:cNvPr>
          <p:cNvSpPr txBox="1"/>
          <p:nvPr/>
        </p:nvSpPr>
        <p:spPr>
          <a:xfrm>
            <a:off x="1157543" y="3247062"/>
            <a:ext cx="6093994" cy="523220"/>
          </a:xfrm>
          <a:prstGeom prst="rect">
            <a:avLst/>
          </a:prstGeom>
          <a:noFill/>
        </p:spPr>
        <p:txBody>
          <a:bodyPr wrap="square">
            <a:spAutoFit/>
          </a:bodyPr>
          <a:lstStyle/>
          <a:p>
            <a:r>
              <a:rPr lang="en-US" sz="2800" b="1" dirty="0"/>
              <a:t>Bitstream [ Without the Header ] : </a:t>
            </a:r>
          </a:p>
        </p:txBody>
      </p:sp>
      <p:sp>
        <p:nvSpPr>
          <p:cNvPr id="16" name="Right Brace 15">
            <a:extLst>
              <a:ext uri="{FF2B5EF4-FFF2-40B4-BE49-F238E27FC236}">
                <a16:creationId xmlns:a16="http://schemas.microsoft.com/office/drawing/2014/main" id="{8E99D95E-C9CC-A6B3-1342-DE57212C834A}"/>
              </a:ext>
            </a:extLst>
          </p:cNvPr>
          <p:cNvSpPr/>
          <p:nvPr/>
        </p:nvSpPr>
        <p:spPr>
          <a:xfrm rot="5400000">
            <a:off x="2685584" y="3379689"/>
            <a:ext cx="479344" cy="3583968"/>
          </a:xfrm>
          <a:prstGeom prst="rightBrace">
            <a:avLst>
              <a:gd name="adj1" fmla="val 6857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ight Brace 16">
            <a:extLst>
              <a:ext uri="{FF2B5EF4-FFF2-40B4-BE49-F238E27FC236}">
                <a16:creationId xmlns:a16="http://schemas.microsoft.com/office/drawing/2014/main" id="{FC1F400B-282F-09B7-BDE8-A91910C9041B}"/>
              </a:ext>
            </a:extLst>
          </p:cNvPr>
          <p:cNvSpPr/>
          <p:nvPr/>
        </p:nvSpPr>
        <p:spPr>
          <a:xfrm rot="5400000">
            <a:off x="7863198" y="2326896"/>
            <a:ext cx="479344" cy="5863325"/>
          </a:xfrm>
          <a:prstGeom prst="rightBrace">
            <a:avLst>
              <a:gd name="adj1" fmla="val 6857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5C92F2D9-55ED-4CAA-0772-A6891BB205DB}"/>
              </a:ext>
            </a:extLst>
          </p:cNvPr>
          <p:cNvSpPr txBox="1"/>
          <p:nvPr/>
        </p:nvSpPr>
        <p:spPr>
          <a:xfrm>
            <a:off x="2508039" y="5482299"/>
            <a:ext cx="890337" cy="461665"/>
          </a:xfrm>
          <a:prstGeom prst="rect">
            <a:avLst/>
          </a:prstGeom>
          <a:noFill/>
        </p:spPr>
        <p:txBody>
          <a:bodyPr wrap="square" rtlCol="0">
            <a:spAutoFit/>
          </a:bodyPr>
          <a:lstStyle/>
          <a:p>
            <a:pPr algn="ctr"/>
            <a:r>
              <a:rPr lang="en-US" sz="2400" b="1" dirty="0"/>
              <a:t>N=4</a:t>
            </a:r>
          </a:p>
        </p:txBody>
      </p:sp>
      <p:sp>
        <p:nvSpPr>
          <p:cNvPr id="19" name="TextBox 18">
            <a:extLst>
              <a:ext uri="{FF2B5EF4-FFF2-40B4-BE49-F238E27FC236}">
                <a16:creationId xmlns:a16="http://schemas.microsoft.com/office/drawing/2014/main" id="{FA88CD97-BE26-E433-AD4D-BDBD94E56983}"/>
              </a:ext>
            </a:extLst>
          </p:cNvPr>
          <p:cNvSpPr txBox="1"/>
          <p:nvPr/>
        </p:nvSpPr>
        <p:spPr>
          <a:xfrm>
            <a:off x="7657701" y="5498231"/>
            <a:ext cx="890337" cy="461665"/>
          </a:xfrm>
          <a:prstGeom prst="rect">
            <a:avLst/>
          </a:prstGeom>
          <a:noFill/>
        </p:spPr>
        <p:txBody>
          <a:bodyPr wrap="square" rtlCol="0">
            <a:spAutoFit/>
          </a:bodyPr>
          <a:lstStyle/>
          <a:p>
            <a:pPr algn="ctr"/>
            <a:r>
              <a:rPr lang="en-US" sz="2400" b="1" dirty="0"/>
              <a:t>N=3</a:t>
            </a:r>
          </a:p>
        </p:txBody>
      </p:sp>
      <p:sp>
        <p:nvSpPr>
          <p:cNvPr id="20" name="TextBox 19">
            <a:extLst>
              <a:ext uri="{FF2B5EF4-FFF2-40B4-BE49-F238E27FC236}">
                <a16:creationId xmlns:a16="http://schemas.microsoft.com/office/drawing/2014/main" id="{A531B97D-9783-88B4-EA80-0A2D5FB7C1E6}"/>
              </a:ext>
            </a:extLst>
          </p:cNvPr>
          <p:cNvSpPr txBox="1"/>
          <p:nvPr/>
        </p:nvSpPr>
        <p:spPr>
          <a:xfrm>
            <a:off x="10932945" y="4095556"/>
            <a:ext cx="890337" cy="461665"/>
          </a:xfrm>
          <a:prstGeom prst="rect">
            <a:avLst/>
          </a:prstGeom>
          <a:noFill/>
        </p:spPr>
        <p:txBody>
          <a:bodyPr wrap="square" rtlCol="0">
            <a:spAutoFit/>
          </a:bodyPr>
          <a:lstStyle/>
          <a:p>
            <a:pPr algn="ctr"/>
            <a:r>
              <a:rPr lang="en-US" sz="2400" b="1" dirty="0"/>
              <a:t>…</a:t>
            </a:r>
          </a:p>
        </p:txBody>
      </p:sp>
    </p:spTree>
    <p:extLst>
      <p:ext uri="{BB962C8B-B14F-4D97-AF65-F5344CB8AC3E}">
        <p14:creationId xmlns:p14="http://schemas.microsoft.com/office/powerpoint/2010/main" val="33196769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38E20-2946-930A-221E-F54861670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37B07-BC4E-BF5F-9E88-42E403E6F689}"/>
              </a:ext>
            </a:extLst>
          </p:cNvPr>
          <p:cNvSpPr>
            <a:spLocks noGrp="1"/>
          </p:cNvSpPr>
          <p:nvPr>
            <p:ph type="title"/>
          </p:nvPr>
        </p:nvSpPr>
        <p:spPr/>
        <p:txBody>
          <a:bodyPr/>
          <a:lstStyle/>
          <a:p>
            <a:r>
              <a:rPr lang="en-US" dirty="0">
                <a:solidFill>
                  <a:srgbClr val="0070C0"/>
                </a:solidFill>
              </a:rPr>
              <a:t>Fully scalable spiht (fs-spiht) - Objectives</a:t>
            </a:r>
          </a:p>
        </p:txBody>
      </p:sp>
      <p:sp>
        <p:nvSpPr>
          <p:cNvPr id="4" name="Footer Placeholder 3">
            <a:extLst>
              <a:ext uri="{FF2B5EF4-FFF2-40B4-BE49-F238E27FC236}">
                <a16:creationId xmlns:a16="http://schemas.microsoft.com/office/drawing/2014/main" id="{EDEA6FB7-9AAF-0348-46C4-24AF250909F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0EC7310-63DC-EC21-5C47-79C44977897B}"/>
              </a:ext>
            </a:extLst>
          </p:cNvPr>
          <p:cNvSpPr>
            <a:spLocks noGrp="1"/>
          </p:cNvSpPr>
          <p:nvPr>
            <p:ph type="sldNum" sz="quarter" idx="12"/>
          </p:nvPr>
        </p:nvSpPr>
        <p:spPr/>
        <p:txBody>
          <a:bodyPr/>
          <a:lstStyle/>
          <a:p>
            <a:fld id="{382B47E1-F59F-47B3-8D16-B2A0740F319A}" type="slidenum">
              <a:rPr lang="en-US" smtClean="0"/>
              <a:pPr/>
              <a:t>61</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DEEAB417-C3DC-B7BD-59B7-BF084EC991AA}"/>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DEEAB417-C3DC-B7BD-59B7-BF084EC991AA}"/>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633AA349-F523-D61B-CD34-E45A9E578156}"/>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633AA349-F523-D61B-CD34-E45A9E578156}"/>
                  </a:ext>
                </a:extLst>
              </p:cNvPr>
              <p:cNvPicPr/>
              <p:nvPr/>
            </p:nvPicPr>
            <p:blipFill>
              <a:blip r:embed="rId6"/>
              <a:stretch>
                <a:fillRect/>
              </a:stretch>
            </p:blipFill>
            <p:spPr>
              <a:xfrm>
                <a:off x="582897" y="5074882"/>
                <a:ext cx="370800" cy="216360"/>
              </a:xfrm>
              <a:prstGeom prst="rect">
                <a:avLst/>
              </a:prstGeom>
            </p:spPr>
          </p:pic>
        </mc:Fallback>
      </mc:AlternateContent>
      <p:pic>
        <p:nvPicPr>
          <p:cNvPr id="13" name="Picture 12">
            <a:extLst>
              <a:ext uri="{FF2B5EF4-FFF2-40B4-BE49-F238E27FC236}">
                <a16:creationId xmlns:a16="http://schemas.microsoft.com/office/drawing/2014/main" id="{E4FEF691-9977-3D2F-85EF-5D3308811D9F}"/>
              </a:ext>
            </a:extLst>
          </p:cNvPr>
          <p:cNvPicPr>
            <a:picLocks noChangeAspect="1"/>
          </p:cNvPicPr>
          <p:nvPr/>
        </p:nvPicPr>
        <p:blipFill>
          <a:blip r:embed="rId7"/>
          <a:stretch>
            <a:fillRect/>
          </a:stretch>
        </p:blipFill>
        <p:spPr>
          <a:xfrm>
            <a:off x="1475730" y="2623092"/>
            <a:ext cx="9240540" cy="3743847"/>
          </a:xfrm>
          <a:prstGeom prst="rect">
            <a:avLst/>
          </a:prstGeom>
        </p:spPr>
      </p:pic>
      <p:sp>
        <p:nvSpPr>
          <p:cNvPr id="21" name="TextBox 20">
            <a:extLst>
              <a:ext uri="{FF2B5EF4-FFF2-40B4-BE49-F238E27FC236}">
                <a16:creationId xmlns:a16="http://schemas.microsoft.com/office/drawing/2014/main" id="{681D4317-7165-46FF-FA6F-8E703CC8B632}"/>
              </a:ext>
            </a:extLst>
          </p:cNvPr>
          <p:cNvSpPr txBox="1"/>
          <p:nvPr/>
        </p:nvSpPr>
        <p:spPr>
          <a:xfrm>
            <a:off x="984414" y="1792095"/>
            <a:ext cx="9829360" cy="830997"/>
          </a:xfrm>
          <a:prstGeom prst="rect">
            <a:avLst/>
          </a:prstGeom>
          <a:noFill/>
        </p:spPr>
        <p:txBody>
          <a:bodyPr wrap="square">
            <a:spAutoFit/>
          </a:bodyPr>
          <a:lstStyle/>
          <a:p>
            <a:r>
              <a:rPr lang="en-US" sz="2400" b="1" dirty="0"/>
              <a:t>1. Adding spatial scalability to SPIHT without sacrificing SNR scalability and compression efficiency.</a:t>
            </a:r>
          </a:p>
        </p:txBody>
      </p:sp>
    </p:spTree>
    <p:extLst>
      <p:ext uri="{BB962C8B-B14F-4D97-AF65-F5344CB8AC3E}">
        <p14:creationId xmlns:p14="http://schemas.microsoft.com/office/powerpoint/2010/main" val="5147691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90B73-98F5-7F94-7505-5AACEA18B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0681F-437A-1628-DCA2-0E4F5201DC6B}"/>
              </a:ext>
            </a:extLst>
          </p:cNvPr>
          <p:cNvSpPr>
            <a:spLocks noGrp="1"/>
          </p:cNvSpPr>
          <p:nvPr>
            <p:ph type="title"/>
          </p:nvPr>
        </p:nvSpPr>
        <p:spPr/>
        <p:txBody>
          <a:bodyPr/>
          <a:lstStyle/>
          <a:p>
            <a:r>
              <a:rPr lang="en-US" dirty="0">
                <a:solidFill>
                  <a:srgbClr val="0070C0"/>
                </a:solidFill>
              </a:rPr>
              <a:t>Fully scalable spiht (fs-spiht) - Objectives</a:t>
            </a:r>
          </a:p>
        </p:txBody>
      </p:sp>
      <p:sp>
        <p:nvSpPr>
          <p:cNvPr id="4" name="Footer Placeholder 3">
            <a:extLst>
              <a:ext uri="{FF2B5EF4-FFF2-40B4-BE49-F238E27FC236}">
                <a16:creationId xmlns:a16="http://schemas.microsoft.com/office/drawing/2014/main" id="{09E7F89D-23B4-63E7-7104-3256606CD9E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6605F2C-04A6-99AC-CA30-0F8D0CACCB4A}"/>
              </a:ext>
            </a:extLst>
          </p:cNvPr>
          <p:cNvSpPr>
            <a:spLocks noGrp="1"/>
          </p:cNvSpPr>
          <p:nvPr>
            <p:ph type="sldNum" sz="quarter" idx="12"/>
          </p:nvPr>
        </p:nvSpPr>
        <p:spPr/>
        <p:txBody>
          <a:bodyPr/>
          <a:lstStyle/>
          <a:p>
            <a:fld id="{382B47E1-F59F-47B3-8D16-B2A0740F319A}" type="slidenum">
              <a:rPr lang="en-US" smtClean="0"/>
              <a:pPr/>
              <a:t>62</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21598287-E281-6168-DD39-2178EDE445CE}"/>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21598287-E281-6168-DD39-2178EDE445CE}"/>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239BE602-5E84-0FF7-FB91-2351680D2BE9}"/>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239BE602-5E84-0FF7-FB91-2351680D2BE9}"/>
                  </a:ext>
                </a:extLst>
              </p:cNvPr>
              <p:cNvPicPr/>
              <p:nvPr/>
            </p:nvPicPr>
            <p:blipFill>
              <a:blip r:embed="rId6"/>
              <a:stretch>
                <a:fillRect/>
              </a:stretch>
            </p:blipFill>
            <p:spPr>
              <a:xfrm>
                <a:off x="582897" y="5074882"/>
                <a:ext cx="370800" cy="216360"/>
              </a:xfrm>
              <a:prstGeom prst="rect">
                <a:avLst/>
              </a:prstGeom>
            </p:spPr>
          </p:pic>
        </mc:Fallback>
      </mc:AlternateContent>
      <p:sp>
        <p:nvSpPr>
          <p:cNvPr id="12" name="TextBox 11">
            <a:extLst>
              <a:ext uri="{FF2B5EF4-FFF2-40B4-BE49-F238E27FC236}">
                <a16:creationId xmlns:a16="http://schemas.microsoft.com/office/drawing/2014/main" id="{A7AF1818-5F79-A719-E4B5-A5529201AC83}"/>
              </a:ext>
            </a:extLst>
          </p:cNvPr>
          <p:cNvSpPr txBox="1"/>
          <p:nvPr/>
        </p:nvSpPr>
        <p:spPr>
          <a:xfrm>
            <a:off x="891057" y="2629059"/>
            <a:ext cx="11056301" cy="830997"/>
          </a:xfrm>
          <a:prstGeom prst="rect">
            <a:avLst/>
          </a:prstGeom>
          <a:noFill/>
        </p:spPr>
        <p:txBody>
          <a:bodyPr wrap="square">
            <a:spAutoFit/>
          </a:bodyPr>
          <a:lstStyle/>
          <a:p>
            <a:r>
              <a:rPr lang="en-US" sz="2400" b="1" dirty="0"/>
              <a:t>2. Easily parsable (reorderable) bitstream for providing different sub-bit streams according to the resolution and/or quality requested by a decoder.</a:t>
            </a:r>
          </a:p>
        </p:txBody>
      </p:sp>
      <p:sp>
        <p:nvSpPr>
          <p:cNvPr id="14" name="TextBox 13">
            <a:extLst>
              <a:ext uri="{FF2B5EF4-FFF2-40B4-BE49-F238E27FC236}">
                <a16:creationId xmlns:a16="http://schemas.microsoft.com/office/drawing/2014/main" id="{D2715CC1-B8F3-BC27-2C97-09735F1A93D4}"/>
              </a:ext>
            </a:extLst>
          </p:cNvPr>
          <p:cNvSpPr txBox="1"/>
          <p:nvPr/>
        </p:nvSpPr>
        <p:spPr>
          <a:xfrm>
            <a:off x="1304945" y="3786999"/>
            <a:ext cx="9705085"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dirty="0"/>
              <a:t>Encoding spatial resolution sub-band sets separately by introducing:</a:t>
            </a:r>
          </a:p>
          <a:p>
            <a:endParaRPr lang="en-US" sz="2400" b="1" dirty="0"/>
          </a:p>
          <a:p>
            <a:r>
              <a:rPr lang="en-US" sz="2400" b="1" dirty="0"/>
              <a:t>	 </a:t>
            </a:r>
            <a:r>
              <a:rPr lang="en-US" sz="2400" b="1" dirty="0">
                <a:solidFill>
                  <a:srgbClr val="FF0000"/>
                </a:solidFill>
              </a:rPr>
              <a:t>Individual lists for each level of spatial sub-band set</a:t>
            </a:r>
          </a:p>
          <a:p>
            <a:r>
              <a:rPr lang="en-US" sz="2400" b="1" dirty="0"/>
              <a:t>	 </a:t>
            </a:r>
            <a:r>
              <a:rPr lang="en-US" sz="2400" b="1" dirty="0">
                <a:solidFill>
                  <a:srgbClr val="FF0000"/>
                </a:solidFill>
              </a:rPr>
              <a:t>Resolution-	dependent sorting pass</a:t>
            </a:r>
          </a:p>
        </p:txBody>
      </p:sp>
    </p:spTree>
    <p:extLst>
      <p:ext uri="{BB962C8B-B14F-4D97-AF65-F5344CB8AC3E}">
        <p14:creationId xmlns:p14="http://schemas.microsoft.com/office/powerpoint/2010/main" val="12829661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D934-5BBA-E115-76D5-CD531CBDB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186D3-D86E-35D4-6AA2-457429BB25CA}"/>
              </a:ext>
            </a:extLst>
          </p:cNvPr>
          <p:cNvSpPr>
            <a:spLocks noGrp="1"/>
          </p:cNvSpPr>
          <p:nvPr>
            <p:ph type="title"/>
          </p:nvPr>
        </p:nvSpPr>
        <p:spPr/>
        <p:txBody>
          <a:bodyPr/>
          <a:lstStyle/>
          <a:p>
            <a:r>
              <a:rPr lang="en-US" dirty="0">
                <a:solidFill>
                  <a:srgbClr val="0070C0"/>
                </a:solidFill>
              </a:rPr>
              <a:t>Fully scalable spiht (fs-spiht)</a:t>
            </a:r>
          </a:p>
        </p:txBody>
      </p:sp>
      <p:sp>
        <p:nvSpPr>
          <p:cNvPr id="4" name="Footer Placeholder 3">
            <a:extLst>
              <a:ext uri="{FF2B5EF4-FFF2-40B4-BE49-F238E27FC236}">
                <a16:creationId xmlns:a16="http://schemas.microsoft.com/office/drawing/2014/main" id="{E4F075B4-7133-E35B-4A33-669013D1B0D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6B28D26-42D5-66BA-30B1-557479E28A42}"/>
              </a:ext>
            </a:extLst>
          </p:cNvPr>
          <p:cNvSpPr>
            <a:spLocks noGrp="1"/>
          </p:cNvSpPr>
          <p:nvPr>
            <p:ph type="sldNum" sz="quarter" idx="12"/>
          </p:nvPr>
        </p:nvSpPr>
        <p:spPr/>
        <p:txBody>
          <a:bodyPr/>
          <a:lstStyle/>
          <a:p>
            <a:fld id="{382B47E1-F59F-47B3-8D16-B2A0740F319A}" type="slidenum">
              <a:rPr lang="en-US" smtClean="0"/>
              <a:pPr/>
              <a:t>63</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151696F4-285C-7BF5-A81E-83E54B93A0C8}"/>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151696F4-285C-7BF5-A81E-83E54B93A0C8}"/>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958F1B73-4738-2675-4036-856FC2D4387F}"/>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958F1B73-4738-2675-4036-856FC2D4387F}"/>
                  </a:ext>
                </a:extLst>
              </p:cNvPr>
              <p:cNvPicPr/>
              <p:nvPr/>
            </p:nvPicPr>
            <p:blipFill>
              <a:blip r:embed="rId6"/>
              <a:stretch>
                <a:fillRect/>
              </a:stretch>
            </p:blipFill>
            <p:spPr>
              <a:xfrm>
                <a:off x="582897" y="5074882"/>
                <a:ext cx="370800" cy="216360"/>
              </a:xfrm>
              <a:prstGeom prst="rect">
                <a:avLst/>
              </a:prstGeom>
            </p:spPr>
          </p:pic>
        </mc:Fallback>
      </mc:AlternateContent>
      <p:pic>
        <p:nvPicPr>
          <p:cNvPr id="3" name="Picture 2">
            <a:extLst>
              <a:ext uri="{FF2B5EF4-FFF2-40B4-BE49-F238E27FC236}">
                <a16:creationId xmlns:a16="http://schemas.microsoft.com/office/drawing/2014/main" id="{DCACBA22-4AA1-7E1E-2ED1-2E74458C6D44}"/>
              </a:ext>
            </a:extLst>
          </p:cNvPr>
          <p:cNvPicPr>
            <a:picLocks noChangeAspect="1"/>
          </p:cNvPicPr>
          <p:nvPr/>
        </p:nvPicPr>
        <p:blipFill>
          <a:blip r:embed="rId7"/>
          <a:stretch>
            <a:fillRect/>
          </a:stretch>
        </p:blipFill>
        <p:spPr>
          <a:xfrm>
            <a:off x="4353338" y="1570085"/>
            <a:ext cx="6937512" cy="4891010"/>
          </a:xfrm>
          <a:prstGeom prst="rect">
            <a:avLst/>
          </a:prstGeom>
        </p:spPr>
      </p:pic>
      <p:pic>
        <p:nvPicPr>
          <p:cNvPr id="6" name="Picture 5">
            <a:extLst>
              <a:ext uri="{FF2B5EF4-FFF2-40B4-BE49-F238E27FC236}">
                <a16:creationId xmlns:a16="http://schemas.microsoft.com/office/drawing/2014/main" id="{AB51D94A-BC05-3D3F-D049-D3DE3C634860}"/>
              </a:ext>
            </a:extLst>
          </p:cNvPr>
          <p:cNvPicPr>
            <a:picLocks noChangeAspect="1"/>
          </p:cNvPicPr>
          <p:nvPr/>
        </p:nvPicPr>
        <p:blipFill>
          <a:blip r:embed="rId8"/>
          <a:stretch>
            <a:fillRect/>
          </a:stretch>
        </p:blipFill>
        <p:spPr>
          <a:xfrm>
            <a:off x="901150" y="1905328"/>
            <a:ext cx="3333499" cy="4220524"/>
          </a:xfrm>
          <a:prstGeom prst="rect">
            <a:avLst/>
          </a:prstGeom>
        </p:spPr>
      </p:pic>
    </p:spTree>
    <p:extLst>
      <p:ext uri="{BB962C8B-B14F-4D97-AF65-F5344CB8AC3E}">
        <p14:creationId xmlns:p14="http://schemas.microsoft.com/office/powerpoint/2010/main" val="27317899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03C77-A57F-AA5F-02E0-516458A0CC6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FA5D088-8C7A-2AAE-551E-E8E2230F482E}"/>
              </a:ext>
            </a:extLst>
          </p:cNvPr>
          <p:cNvPicPr>
            <a:picLocks noChangeAspect="1"/>
          </p:cNvPicPr>
          <p:nvPr/>
        </p:nvPicPr>
        <p:blipFill>
          <a:blip r:embed="rId3"/>
          <a:stretch>
            <a:fillRect/>
          </a:stretch>
        </p:blipFill>
        <p:spPr>
          <a:xfrm>
            <a:off x="2430380" y="1659940"/>
            <a:ext cx="7192934" cy="4938316"/>
          </a:xfrm>
          <a:prstGeom prst="rect">
            <a:avLst/>
          </a:prstGeom>
        </p:spPr>
      </p:pic>
      <p:sp>
        <p:nvSpPr>
          <p:cNvPr id="2" name="Title 1">
            <a:extLst>
              <a:ext uri="{FF2B5EF4-FFF2-40B4-BE49-F238E27FC236}">
                <a16:creationId xmlns:a16="http://schemas.microsoft.com/office/drawing/2014/main" id="{63B8A352-2768-4D65-7029-D1FAE972F26B}"/>
              </a:ext>
            </a:extLst>
          </p:cNvPr>
          <p:cNvSpPr>
            <a:spLocks noGrp="1"/>
          </p:cNvSpPr>
          <p:nvPr>
            <p:ph type="title"/>
          </p:nvPr>
        </p:nvSpPr>
        <p:spPr/>
        <p:txBody>
          <a:bodyPr/>
          <a:lstStyle/>
          <a:p>
            <a:r>
              <a:rPr lang="en-US" dirty="0">
                <a:solidFill>
                  <a:srgbClr val="0070C0"/>
                </a:solidFill>
              </a:rPr>
              <a:t>Fully scalable spiht (fs-spiht)</a:t>
            </a:r>
          </a:p>
        </p:txBody>
      </p:sp>
      <p:sp>
        <p:nvSpPr>
          <p:cNvPr id="4" name="Footer Placeholder 3">
            <a:extLst>
              <a:ext uri="{FF2B5EF4-FFF2-40B4-BE49-F238E27FC236}">
                <a16:creationId xmlns:a16="http://schemas.microsoft.com/office/drawing/2014/main" id="{1F27FAF6-3B50-0895-CE8B-4621BC43D80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74CCDEC-22BC-9CBA-5EB3-049A2F89BECF}"/>
              </a:ext>
            </a:extLst>
          </p:cNvPr>
          <p:cNvSpPr>
            <a:spLocks noGrp="1"/>
          </p:cNvSpPr>
          <p:nvPr>
            <p:ph type="sldNum" sz="quarter" idx="12"/>
          </p:nvPr>
        </p:nvSpPr>
        <p:spPr/>
        <p:txBody>
          <a:bodyPr/>
          <a:lstStyle/>
          <a:p>
            <a:fld id="{382B47E1-F59F-47B3-8D16-B2A0740F319A}" type="slidenum">
              <a:rPr lang="en-US" smtClean="0"/>
              <a:pPr/>
              <a:t>64</a:t>
            </a:fld>
            <a:endParaRPr lang="en-US" dirty="0"/>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B5321F85-E55F-B7A3-EBD1-DED556DF566A}"/>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B5321F85-E55F-B7A3-EBD1-DED556DF566A}"/>
                  </a:ext>
                </a:extLst>
              </p:cNvPr>
              <p:cNvPicPr/>
              <p:nvPr/>
            </p:nvPicPr>
            <p:blipFill>
              <a:blip r:embed="rId5"/>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1AEA65DB-485A-6A9E-ABED-F45FB3E48245}"/>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1AEA65DB-485A-6A9E-ABED-F45FB3E48245}"/>
                  </a:ext>
                </a:extLst>
              </p:cNvPr>
              <p:cNvPicPr/>
              <p:nvPr/>
            </p:nvPicPr>
            <p:blipFill>
              <a:blip r:embed="rId7"/>
              <a:stretch>
                <a:fillRect/>
              </a:stretch>
            </p:blipFill>
            <p:spPr>
              <a:xfrm>
                <a:off x="582897" y="5074882"/>
                <a:ext cx="370800" cy="216360"/>
              </a:xfrm>
              <a:prstGeom prst="rect">
                <a:avLst/>
              </a:prstGeom>
            </p:spPr>
          </p:pic>
        </mc:Fallback>
      </mc:AlternateContent>
    </p:spTree>
    <p:extLst>
      <p:ext uri="{BB962C8B-B14F-4D97-AF65-F5344CB8AC3E}">
        <p14:creationId xmlns:p14="http://schemas.microsoft.com/office/powerpoint/2010/main" val="6428836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037E3-E1A4-3FC7-B378-8B56F3892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B3ECB-960A-CBBA-D835-2D9E84F9771D}"/>
              </a:ext>
            </a:extLst>
          </p:cNvPr>
          <p:cNvSpPr>
            <a:spLocks noGrp="1"/>
          </p:cNvSpPr>
          <p:nvPr>
            <p:ph type="title"/>
          </p:nvPr>
        </p:nvSpPr>
        <p:spPr/>
        <p:txBody>
          <a:bodyPr/>
          <a:lstStyle/>
          <a:p>
            <a:r>
              <a:rPr lang="en-US" dirty="0">
                <a:solidFill>
                  <a:srgbClr val="0070C0"/>
                </a:solidFill>
              </a:rPr>
              <a:t>Fully scalable spiht (fs-spiht) algorithm</a:t>
            </a:r>
          </a:p>
        </p:txBody>
      </p:sp>
      <p:sp>
        <p:nvSpPr>
          <p:cNvPr id="4" name="Footer Placeholder 3">
            <a:extLst>
              <a:ext uri="{FF2B5EF4-FFF2-40B4-BE49-F238E27FC236}">
                <a16:creationId xmlns:a16="http://schemas.microsoft.com/office/drawing/2014/main" id="{E93DE9AB-20A8-DC6C-2127-2B0606E68A6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CA78A1B-6B65-DD26-9834-DA8F6378319D}"/>
              </a:ext>
            </a:extLst>
          </p:cNvPr>
          <p:cNvSpPr>
            <a:spLocks noGrp="1"/>
          </p:cNvSpPr>
          <p:nvPr>
            <p:ph type="sldNum" sz="quarter" idx="12"/>
          </p:nvPr>
        </p:nvSpPr>
        <p:spPr/>
        <p:txBody>
          <a:bodyPr/>
          <a:lstStyle/>
          <a:p>
            <a:fld id="{382B47E1-F59F-47B3-8D16-B2A0740F319A}" type="slidenum">
              <a:rPr lang="en-US" smtClean="0"/>
              <a:pPr/>
              <a:t>65</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3BD6B1DF-994B-6098-5A3F-43B9434C240F}"/>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3BD6B1DF-994B-6098-5A3F-43B9434C240F}"/>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E5228222-4A5E-2A26-8425-897ECB5BED35}"/>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E5228222-4A5E-2A26-8425-897ECB5BED35}"/>
                  </a:ext>
                </a:extLst>
              </p:cNvPr>
              <p:cNvPicPr/>
              <p:nvPr/>
            </p:nvPicPr>
            <p:blipFill>
              <a:blip r:embed="rId6"/>
              <a:stretch>
                <a:fillRect/>
              </a:stretch>
            </p:blipFill>
            <p:spPr>
              <a:xfrm>
                <a:off x="582897" y="5074882"/>
                <a:ext cx="370800" cy="216360"/>
              </a:xfrm>
              <a:prstGeom prst="rect">
                <a:avLst/>
              </a:prstGeom>
            </p:spPr>
          </p:pic>
        </mc:Fallback>
      </mc:AlternateContent>
      <p:pic>
        <p:nvPicPr>
          <p:cNvPr id="3" name="Picture 2">
            <a:extLst>
              <a:ext uri="{FF2B5EF4-FFF2-40B4-BE49-F238E27FC236}">
                <a16:creationId xmlns:a16="http://schemas.microsoft.com/office/drawing/2014/main" id="{9D903E0E-83EF-D41C-A7E7-CC78F4106D9D}"/>
              </a:ext>
            </a:extLst>
          </p:cNvPr>
          <p:cNvPicPr>
            <a:picLocks noChangeAspect="1"/>
          </p:cNvPicPr>
          <p:nvPr/>
        </p:nvPicPr>
        <p:blipFill>
          <a:blip r:embed="rId7"/>
          <a:stretch>
            <a:fillRect/>
          </a:stretch>
        </p:blipFill>
        <p:spPr>
          <a:xfrm>
            <a:off x="1156474" y="1813512"/>
            <a:ext cx="9254187" cy="4459272"/>
          </a:xfrm>
          <a:prstGeom prst="rect">
            <a:avLst/>
          </a:prstGeom>
        </p:spPr>
      </p:pic>
    </p:spTree>
    <p:extLst>
      <p:ext uri="{BB962C8B-B14F-4D97-AF65-F5344CB8AC3E}">
        <p14:creationId xmlns:p14="http://schemas.microsoft.com/office/powerpoint/2010/main" val="38360642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7D548-7BE4-3A36-0B93-013E818C2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AB887-8F94-2D07-C2E8-7DAE3D7950CA}"/>
              </a:ext>
            </a:extLst>
          </p:cNvPr>
          <p:cNvSpPr>
            <a:spLocks noGrp="1"/>
          </p:cNvSpPr>
          <p:nvPr>
            <p:ph type="title"/>
          </p:nvPr>
        </p:nvSpPr>
        <p:spPr/>
        <p:txBody>
          <a:bodyPr/>
          <a:lstStyle/>
          <a:p>
            <a:r>
              <a:rPr lang="en-US" dirty="0">
                <a:solidFill>
                  <a:srgbClr val="0070C0"/>
                </a:solidFill>
              </a:rPr>
              <a:t>Fully scalable spiht (fs-spiht) algorithm</a:t>
            </a:r>
          </a:p>
        </p:txBody>
      </p:sp>
      <p:sp>
        <p:nvSpPr>
          <p:cNvPr id="4" name="Footer Placeholder 3">
            <a:extLst>
              <a:ext uri="{FF2B5EF4-FFF2-40B4-BE49-F238E27FC236}">
                <a16:creationId xmlns:a16="http://schemas.microsoft.com/office/drawing/2014/main" id="{69A0931C-31AE-82C6-5466-AFA767FFA1D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620B4FA-FACC-C4B7-132B-6A3FED791BC5}"/>
              </a:ext>
            </a:extLst>
          </p:cNvPr>
          <p:cNvSpPr>
            <a:spLocks noGrp="1"/>
          </p:cNvSpPr>
          <p:nvPr>
            <p:ph type="sldNum" sz="quarter" idx="12"/>
          </p:nvPr>
        </p:nvSpPr>
        <p:spPr/>
        <p:txBody>
          <a:bodyPr/>
          <a:lstStyle/>
          <a:p>
            <a:fld id="{382B47E1-F59F-47B3-8D16-B2A0740F319A}" type="slidenum">
              <a:rPr lang="en-US" smtClean="0"/>
              <a:pPr/>
              <a:t>66</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D076B248-64AA-2053-CEC4-297823324689}"/>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D076B248-64AA-2053-CEC4-297823324689}"/>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62D5B0C6-20F2-235D-30FE-EAF1EBD86B1A}"/>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62D5B0C6-20F2-235D-30FE-EAF1EBD86B1A}"/>
                  </a:ext>
                </a:extLst>
              </p:cNvPr>
              <p:cNvPicPr/>
              <p:nvPr/>
            </p:nvPicPr>
            <p:blipFill>
              <a:blip r:embed="rId6"/>
              <a:stretch>
                <a:fillRect/>
              </a:stretch>
            </p:blipFill>
            <p:spPr>
              <a:xfrm>
                <a:off x="582897" y="5074882"/>
                <a:ext cx="370800" cy="216360"/>
              </a:xfrm>
              <a:prstGeom prst="rect">
                <a:avLst/>
              </a:prstGeom>
            </p:spPr>
          </p:pic>
        </mc:Fallback>
      </mc:AlternateContent>
      <p:pic>
        <p:nvPicPr>
          <p:cNvPr id="6" name="Picture 5">
            <a:extLst>
              <a:ext uri="{FF2B5EF4-FFF2-40B4-BE49-F238E27FC236}">
                <a16:creationId xmlns:a16="http://schemas.microsoft.com/office/drawing/2014/main" id="{7FF12599-0C7E-6172-D730-B908AAE8340D}"/>
              </a:ext>
            </a:extLst>
          </p:cNvPr>
          <p:cNvPicPr>
            <a:picLocks noChangeAspect="1"/>
          </p:cNvPicPr>
          <p:nvPr/>
        </p:nvPicPr>
        <p:blipFill>
          <a:blip r:embed="rId7"/>
          <a:stretch>
            <a:fillRect/>
          </a:stretch>
        </p:blipFill>
        <p:spPr>
          <a:xfrm>
            <a:off x="891057" y="2255947"/>
            <a:ext cx="10987169" cy="3584901"/>
          </a:xfrm>
          <a:prstGeom prst="rect">
            <a:avLst/>
          </a:prstGeom>
        </p:spPr>
      </p:pic>
    </p:spTree>
    <p:extLst>
      <p:ext uri="{BB962C8B-B14F-4D97-AF65-F5344CB8AC3E}">
        <p14:creationId xmlns:p14="http://schemas.microsoft.com/office/powerpoint/2010/main" val="13300464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B0265-7221-6EBF-32BB-0D6656039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180E0-3DBA-D953-5E21-32C8FA370C38}"/>
              </a:ext>
            </a:extLst>
          </p:cNvPr>
          <p:cNvSpPr>
            <a:spLocks noGrp="1"/>
          </p:cNvSpPr>
          <p:nvPr>
            <p:ph type="title"/>
          </p:nvPr>
        </p:nvSpPr>
        <p:spPr/>
        <p:txBody>
          <a:bodyPr/>
          <a:lstStyle/>
          <a:p>
            <a:r>
              <a:rPr lang="en-US" dirty="0">
                <a:solidFill>
                  <a:srgbClr val="0070C0"/>
                </a:solidFill>
              </a:rPr>
              <a:t>Object-based fs-spiht (obfs-spiht)</a:t>
            </a:r>
          </a:p>
        </p:txBody>
      </p:sp>
      <p:sp>
        <p:nvSpPr>
          <p:cNvPr id="4" name="Footer Placeholder 3">
            <a:extLst>
              <a:ext uri="{FF2B5EF4-FFF2-40B4-BE49-F238E27FC236}">
                <a16:creationId xmlns:a16="http://schemas.microsoft.com/office/drawing/2014/main" id="{770EACBC-5188-0505-534B-EE6AB5082A6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71C1623-222B-9A47-19E7-5F4E810A42C0}"/>
              </a:ext>
            </a:extLst>
          </p:cNvPr>
          <p:cNvSpPr>
            <a:spLocks noGrp="1"/>
          </p:cNvSpPr>
          <p:nvPr>
            <p:ph type="sldNum" sz="quarter" idx="12"/>
          </p:nvPr>
        </p:nvSpPr>
        <p:spPr/>
        <p:txBody>
          <a:bodyPr/>
          <a:lstStyle/>
          <a:p>
            <a:fld id="{382B47E1-F59F-47B3-8D16-B2A0740F319A}" type="slidenum">
              <a:rPr lang="en-US" smtClean="0"/>
              <a:pPr/>
              <a:t>67</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97BDB345-503E-5395-0E3C-D35831C21933}"/>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97BDB345-503E-5395-0E3C-D35831C21933}"/>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D2269643-D696-E8A8-2B2E-3151A80F732C}"/>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D2269643-D696-E8A8-2B2E-3151A80F732C}"/>
                  </a:ext>
                </a:extLst>
              </p:cNvPr>
              <p:cNvPicPr/>
              <p:nvPr/>
            </p:nvPicPr>
            <p:blipFill>
              <a:blip r:embed="rId6"/>
              <a:stretch>
                <a:fillRect/>
              </a:stretch>
            </p:blipFill>
            <p:spPr>
              <a:xfrm>
                <a:off x="582897" y="5074882"/>
                <a:ext cx="370800" cy="216360"/>
              </a:xfrm>
              <a:prstGeom prst="rect">
                <a:avLst/>
              </a:prstGeom>
            </p:spPr>
          </p:pic>
        </mc:Fallback>
      </mc:AlternateContent>
      <p:pic>
        <p:nvPicPr>
          <p:cNvPr id="3" name="Picture 2">
            <a:extLst>
              <a:ext uri="{FF2B5EF4-FFF2-40B4-BE49-F238E27FC236}">
                <a16:creationId xmlns:a16="http://schemas.microsoft.com/office/drawing/2014/main" id="{EF06EB8B-E761-D2D0-F31F-850DC222AFFC}"/>
              </a:ext>
            </a:extLst>
          </p:cNvPr>
          <p:cNvPicPr>
            <a:picLocks noChangeAspect="1"/>
          </p:cNvPicPr>
          <p:nvPr/>
        </p:nvPicPr>
        <p:blipFill>
          <a:blip r:embed="rId7"/>
          <a:stretch>
            <a:fillRect/>
          </a:stretch>
        </p:blipFill>
        <p:spPr>
          <a:xfrm>
            <a:off x="1690626" y="1651113"/>
            <a:ext cx="8560279" cy="4809982"/>
          </a:xfrm>
          <a:prstGeom prst="rect">
            <a:avLst/>
          </a:prstGeom>
        </p:spPr>
      </p:pic>
    </p:spTree>
    <p:extLst>
      <p:ext uri="{BB962C8B-B14F-4D97-AF65-F5344CB8AC3E}">
        <p14:creationId xmlns:p14="http://schemas.microsoft.com/office/powerpoint/2010/main" val="1856658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9C0B6-B5EB-4E3E-A8B5-D31942BDC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86143-4D33-8788-8B05-7BBB0FFECBCE}"/>
              </a:ext>
            </a:extLst>
          </p:cNvPr>
          <p:cNvSpPr>
            <a:spLocks noGrp="1"/>
          </p:cNvSpPr>
          <p:nvPr>
            <p:ph type="title"/>
          </p:nvPr>
        </p:nvSpPr>
        <p:spPr/>
        <p:txBody>
          <a:bodyPr/>
          <a:lstStyle/>
          <a:p>
            <a:r>
              <a:rPr lang="en-US" dirty="0">
                <a:solidFill>
                  <a:srgbClr val="0070C0"/>
                </a:solidFill>
              </a:rPr>
              <a:t>Bitstream formation and parsing</a:t>
            </a:r>
          </a:p>
        </p:txBody>
      </p:sp>
      <p:sp>
        <p:nvSpPr>
          <p:cNvPr id="4" name="Footer Placeholder 3">
            <a:extLst>
              <a:ext uri="{FF2B5EF4-FFF2-40B4-BE49-F238E27FC236}">
                <a16:creationId xmlns:a16="http://schemas.microsoft.com/office/drawing/2014/main" id="{FD042D7D-8148-4A7B-93C5-D874C39D882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6BFB621-0D67-82BA-0F4B-729FDF20D108}"/>
              </a:ext>
            </a:extLst>
          </p:cNvPr>
          <p:cNvSpPr>
            <a:spLocks noGrp="1"/>
          </p:cNvSpPr>
          <p:nvPr>
            <p:ph type="sldNum" sz="quarter" idx="12"/>
          </p:nvPr>
        </p:nvSpPr>
        <p:spPr/>
        <p:txBody>
          <a:bodyPr/>
          <a:lstStyle/>
          <a:p>
            <a:fld id="{382B47E1-F59F-47B3-8D16-B2A0740F319A}" type="slidenum">
              <a:rPr lang="en-US" smtClean="0"/>
              <a:pPr/>
              <a:t>68</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063CD9D6-D674-DC6B-0F5D-5E92777792C3}"/>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063CD9D6-D674-DC6B-0F5D-5E92777792C3}"/>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84B7DA3B-907E-323A-7BDE-C95A4C8F3E1D}"/>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84B7DA3B-907E-323A-7BDE-C95A4C8F3E1D}"/>
                  </a:ext>
                </a:extLst>
              </p:cNvPr>
              <p:cNvPicPr/>
              <p:nvPr/>
            </p:nvPicPr>
            <p:blipFill>
              <a:blip r:embed="rId6"/>
              <a:stretch>
                <a:fillRect/>
              </a:stretch>
            </p:blipFill>
            <p:spPr>
              <a:xfrm>
                <a:off x="582897" y="5074882"/>
                <a:ext cx="370800" cy="216360"/>
              </a:xfrm>
              <a:prstGeom prst="rect">
                <a:avLst/>
              </a:prstGeom>
            </p:spPr>
          </p:pic>
        </mc:Fallback>
      </mc:AlternateContent>
      <p:pic>
        <p:nvPicPr>
          <p:cNvPr id="6" name="Picture 5">
            <a:extLst>
              <a:ext uri="{FF2B5EF4-FFF2-40B4-BE49-F238E27FC236}">
                <a16:creationId xmlns:a16="http://schemas.microsoft.com/office/drawing/2014/main" id="{AFAF6B5A-60E5-7BEC-50D0-32370599C8C9}"/>
              </a:ext>
            </a:extLst>
          </p:cNvPr>
          <p:cNvPicPr>
            <a:picLocks noChangeAspect="1"/>
          </p:cNvPicPr>
          <p:nvPr/>
        </p:nvPicPr>
        <p:blipFill>
          <a:blip r:embed="rId7"/>
          <a:stretch>
            <a:fillRect/>
          </a:stretch>
        </p:blipFill>
        <p:spPr>
          <a:xfrm>
            <a:off x="645897" y="2451776"/>
            <a:ext cx="11229119" cy="2882452"/>
          </a:xfrm>
          <a:prstGeom prst="rect">
            <a:avLst/>
          </a:prstGeom>
        </p:spPr>
      </p:pic>
    </p:spTree>
    <p:extLst>
      <p:ext uri="{BB962C8B-B14F-4D97-AF65-F5344CB8AC3E}">
        <p14:creationId xmlns:p14="http://schemas.microsoft.com/office/powerpoint/2010/main" val="18616544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AAF04-0535-BA59-6EEF-4553CD909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26936-1122-273D-15A8-08964FD97A2C}"/>
              </a:ext>
            </a:extLst>
          </p:cNvPr>
          <p:cNvSpPr>
            <a:spLocks noGrp="1"/>
          </p:cNvSpPr>
          <p:nvPr>
            <p:ph type="title"/>
          </p:nvPr>
        </p:nvSpPr>
        <p:spPr/>
        <p:txBody>
          <a:bodyPr/>
          <a:lstStyle/>
          <a:p>
            <a:r>
              <a:rPr lang="en-US" dirty="0">
                <a:solidFill>
                  <a:srgbClr val="0070C0"/>
                </a:solidFill>
              </a:rPr>
              <a:t>Bitstream formation and parsing</a:t>
            </a:r>
          </a:p>
        </p:txBody>
      </p:sp>
      <p:sp>
        <p:nvSpPr>
          <p:cNvPr id="4" name="Footer Placeholder 3">
            <a:extLst>
              <a:ext uri="{FF2B5EF4-FFF2-40B4-BE49-F238E27FC236}">
                <a16:creationId xmlns:a16="http://schemas.microsoft.com/office/drawing/2014/main" id="{BEC7916D-34B2-02A5-E51F-D5C84EB7F19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5C1527F-568E-FF84-78C1-CDEF05008D15}"/>
              </a:ext>
            </a:extLst>
          </p:cNvPr>
          <p:cNvSpPr>
            <a:spLocks noGrp="1"/>
          </p:cNvSpPr>
          <p:nvPr>
            <p:ph type="sldNum" sz="quarter" idx="12"/>
          </p:nvPr>
        </p:nvSpPr>
        <p:spPr/>
        <p:txBody>
          <a:bodyPr/>
          <a:lstStyle/>
          <a:p>
            <a:fld id="{382B47E1-F59F-47B3-8D16-B2A0740F319A}" type="slidenum">
              <a:rPr lang="en-US" smtClean="0"/>
              <a:pPr/>
              <a:t>69</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270CE931-4A4D-3C9A-FA69-37EAC2302EAD}"/>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270CE931-4A4D-3C9A-FA69-37EAC2302EAD}"/>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18ABE704-B6C0-4A92-E2EC-7A61A15D1C28}"/>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18ABE704-B6C0-4A92-E2EC-7A61A15D1C28}"/>
                  </a:ext>
                </a:extLst>
              </p:cNvPr>
              <p:cNvPicPr/>
              <p:nvPr/>
            </p:nvPicPr>
            <p:blipFill>
              <a:blip r:embed="rId6"/>
              <a:stretch>
                <a:fillRect/>
              </a:stretch>
            </p:blipFill>
            <p:spPr>
              <a:xfrm>
                <a:off x="582897" y="5074882"/>
                <a:ext cx="370800" cy="216360"/>
              </a:xfrm>
              <a:prstGeom prst="rect">
                <a:avLst/>
              </a:prstGeom>
            </p:spPr>
          </p:pic>
        </mc:Fallback>
      </mc:AlternateContent>
      <p:pic>
        <p:nvPicPr>
          <p:cNvPr id="3" name="Picture 2">
            <a:extLst>
              <a:ext uri="{FF2B5EF4-FFF2-40B4-BE49-F238E27FC236}">
                <a16:creationId xmlns:a16="http://schemas.microsoft.com/office/drawing/2014/main" id="{14D57A11-78EB-41E6-E439-8A15374CC827}"/>
              </a:ext>
            </a:extLst>
          </p:cNvPr>
          <p:cNvPicPr>
            <a:picLocks noChangeAspect="1"/>
          </p:cNvPicPr>
          <p:nvPr/>
        </p:nvPicPr>
        <p:blipFill>
          <a:blip r:embed="rId7"/>
          <a:stretch>
            <a:fillRect/>
          </a:stretch>
        </p:blipFill>
        <p:spPr>
          <a:xfrm>
            <a:off x="1191346" y="1823286"/>
            <a:ext cx="10216047" cy="4449498"/>
          </a:xfrm>
          <a:prstGeom prst="rect">
            <a:avLst/>
          </a:prstGeom>
        </p:spPr>
      </p:pic>
    </p:spTree>
    <p:extLst>
      <p:ext uri="{BB962C8B-B14F-4D97-AF65-F5344CB8AC3E}">
        <p14:creationId xmlns:p14="http://schemas.microsoft.com/office/powerpoint/2010/main" val="30399006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4C021-9DF9-27B0-065A-D4B31E7BCAF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86D0EF3-65A4-4D3C-F6FE-AD29F267D533}"/>
              </a:ext>
            </a:extLst>
          </p:cNvPr>
          <p:cNvPicPr>
            <a:picLocks noChangeAspect="1"/>
          </p:cNvPicPr>
          <p:nvPr/>
        </p:nvPicPr>
        <p:blipFill>
          <a:blip r:embed="rId3"/>
          <a:stretch>
            <a:fillRect/>
          </a:stretch>
        </p:blipFill>
        <p:spPr>
          <a:xfrm>
            <a:off x="645897" y="1505796"/>
            <a:ext cx="10828613" cy="4955299"/>
          </a:xfrm>
          <a:prstGeom prst="rect">
            <a:avLst/>
          </a:prstGeom>
        </p:spPr>
      </p:pic>
      <p:sp>
        <p:nvSpPr>
          <p:cNvPr id="2" name="Title 1">
            <a:extLst>
              <a:ext uri="{FF2B5EF4-FFF2-40B4-BE49-F238E27FC236}">
                <a16:creationId xmlns:a16="http://schemas.microsoft.com/office/drawing/2014/main" id="{5CB98AC3-8F32-C177-B31B-1BCD7DD2BEEB}"/>
              </a:ext>
            </a:extLst>
          </p:cNvPr>
          <p:cNvSpPr>
            <a:spLocks noGrp="1"/>
          </p:cNvSpPr>
          <p:nvPr>
            <p:ph type="title"/>
          </p:nvPr>
        </p:nvSpPr>
        <p:spPr/>
        <p:txBody>
          <a:bodyPr/>
          <a:lstStyle/>
          <a:p>
            <a:r>
              <a:rPr lang="en-US" dirty="0">
                <a:solidFill>
                  <a:srgbClr val="0070C0"/>
                </a:solidFill>
              </a:rPr>
              <a:t>multicasting</a:t>
            </a:r>
          </a:p>
        </p:txBody>
      </p:sp>
      <p:sp>
        <p:nvSpPr>
          <p:cNvPr id="4" name="Footer Placeholder 3">
            <a:extLst>
              <a:ext uri="{FF2B5EF4-FFF2-40B4-BE49-F238E27FC236}">
                <a16:creationId xmlns:a16="http://schemas.microsoft.com/office/drawing/2014/main" id="{07AF9B51-B033-522F-4DD9-1654E61238C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BED3088-7FD9-E5F8-9371-1556445C3536}"/>
              </a:ext>
            </a:extLst>
          </p:cNvPr>
          <p:cNvSpPr>
            <a:spLocks noGrp="1"/>
          </p:cNvSpPr>
          <p:nvPr>
            <p:ph type="sldNum" sz="quarter" idx="12"/>
          </p:nvPr>
        </p:nvSpPr>
        <p:spPr/>
        <p:txBody>
          <a:bodyPr/>
          <a:lstStyle/>
          <a:p>
            <a:fld id="{382B47E1-F59F-47B3-8D16-B2A0740F319A}" type="slidenum">
              <a:rPr lang="en-US" smtClean="0"/>
              <a:pPr/>
              <a:t>70</a:t>
            </a:fld>
            <a:endParaRPr lang="en-US" dirty="0"/>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199170BF-9B80-6005-FE05-5C6C9078C4C1}"/>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199170BF-9B80-6005-FE05-5C6C9078C4C1}"/>
                  </a:ext>
                </a:extLst>
              </p:cNvPr>
              <p:cNvPicPr/>
              <p:nvPr/>
            </p:nvPicPr>
            <p:blipFill>
              <a:blip r:embed="rId5"/>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2B753A4A-DB8A-C899-61D5-B97595BE64A6}"/>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2B753A4A-DB8A-C899-61D5-B97595BE64A6}"/>
                  </a:ext>
                </a:extLst>
              </p:cNvPr>
              <p:cNvPicPr/>
              <p:nvPr/>
            </p:nvPicPr>
            <p:blipFill>
              <a:blip r:embed="rId7"/>
              <a:stretch>
                <a:fillRect/>
              </a:stretch>
            </p:blipFill>
            <p:spPr>
              <a:xfrm>
                <a:off x="582897" y="5074882"/>
                <a:ext cx="370800" cy="216360"/>
              </a:xfrm>
              <a:prstGeom prst="rect">
                <a:avLst/>
              </a:prstGeom>
            </p:spPr>
          </p:pic>
        </mc:Fallback>
      </mc:AlternateContent>
      <p:sp>
        <p:nvSpPr>
          <p:cNvPr id="8" name="TextBox 7">
            <a:extLst>
              <a:ext uri="{FF2B5EF4-FFF2-40B4-BE49-F238E27FC236}">
                <a16:creationId xmlns:a16="http://schemas.microsoft.com/office/drawing/2014/main" id="{18A4F3AA-5153-EE22-7172-4C7E38A491C4}"/>
              </a:ext>
            </a:extLst>
          </p:cNvPr>
          <p:cNvSpPr txBox="1"/>
          <p:nvPr/>
        </p:nvSpPr>
        <p:spPr>
          <a:xfrm>
            <a:off x="359246" y="5466475"/>
            <a:ext cx="6145129"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a:t>Encoding once, decoding multiple times at different rates (qualities) and resolutions</a:t>
            </a:r>
          </a:p>
        </p:txBody>
      </p:sp>
    </p:spTree>
    <p:extLst>
      <p:ext uri="{BB962C8B-B14F-4D97-AF65-F5344CB8AC3E}">
        <p14:creationId xmlns:p14="http://schemas.microsoft.com/office/powerpoint/2010/main" val="19931961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E508E-704B-9C92-25C3-4E3EEAB7C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B43E6-F573-E5E2-4CAE-7573F4C2CC2D}"/>
              </a:ext>
            </a:extLst>
          </p:cNvPr>
          <p:cNvSpPr>
            <a:spLocks noGrp="1"/>
          </p:cNvSpPr>
          <p:nvPr>
            <p:ph type="title"/>
          </p:nvPr>
        </p:nvSpPr>
        <p:spPr/>
        <p:txBody>
          <a:bodyPr/>
          <a:lstStyle/>
          <a:p>
            <a:r>
              <a:rPr lang="en-US" dirty="0">
                <a:solidFill>
                  <a:srgbClr val="0070C0"/>
                </a:solidFill>
              </a:rPr>
              <a:t>Some results and implementation details</a:t>
            </a:r>
          </a:p>
        </p:txBody>
      </p:sp>
      <p:sp>
        <p:nvSpPr>
          <p:cNvPr id="4" name="Footer Placeholder 3">
            <a:extLst>
              <a:ext uri="{FF2B5EF4-FFF2-40B4-BE49-F238E27FC236}">
                <a16:creationId xmlns:a16="http://schemas.microsoft.com/office/drawing/2014/main" id="{9528826C-5D4F-C7D5-DE5B-4FE12CE32C1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8BDA622-3EBB-8186-DA4F-E3DE482E1F8D}"/>
              </a:ext>
            </a:extLst>
          </p:cNvPr>
          <p:cNvSpPr>
            <a:spLocks noGrp="1"/>
          </p:cNvSpPr>
          <p:nvPr>
            <p:ph type="sldNum" sz="quarter" idx="12"/>
          </p:nvPr>
        </p:nvSpPr>
        <p:spPr/>
        <p:txBody>
          <a:bodyPr/>
          <a:lstStyle/>
          <a:p>
            <a:fld id="{382B47E1-F59F-47B3-8D16-B2A0740F319A}" type="slidenum">
              <a:rPr lang="en-US" smtClean="0"/>
              <a:pPr/>
              <a:t>71</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D7106DDE-2BEB-0845-4AC3-373B6B5921BE}"/>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D7106DDE-2BEB-0845-4AC3-373B6B5921BE}"/>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2C657C67-6A51-40D5-3C94-B33276BAA0AA}"/>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2C657C67-6A51-40D5-3C94-B33276BAA0AA}"/>
                  </a:ext>
                </a:extLst>
              </p:cNvPr>
              <p:cNvPicPr/>
              <p:nvPr/>
            </p:nvPicPr>
            <p:blipFill>
              <a:blip r:embed="rId6"/>
              <a:stretch>
                <a:fillRect/>
              </a:stretch>
            </p:blipFill>
            <p:spPr>
              <a:xfrm>
                <a:off x="582897" y="5074882"/>
                <a:ext cx="370800" cy="216360"/>
              </a:xfrm>
              <a:prstGeom prst="rect">
                <a:avLst/>
              </a:prstGeom>
            </p:spPr>
          </p:pic>
        </mc:Fallback>
      </mc:AlternateContent>
      <p:pic>
        <p:nvPicPr>
          <p:cNvPr id="7" name="Picture 6">
            <a:extLst>
              <a:ext uri="{FF2B5EF4-FFF2-40B4-BE49-F238E27FC236}">
                <a16:creationId xmlns:a16="http://schemas.microsoft.com/office/drawing/2014/main" id="{A3758D8E-AA3F-A4A3-1E13-F3A18C0BE670}"/>
              </a:ext>
            </a:extLst>
          </p:cNvPr>
          <p:cNvPicPr>
            <a:picLocks noChangeAspect="1"/>
          </p:cNvPicPr>
          <p:nvPr/>
        </p:nvPicPr>
        <p:blipFill>
          <a:blip r:embed="rId7"/>
          <a:stretch>
            <a:fillRect/>
          </a:stretch>
        </p:blipFill>
        <p:spPr>
          <a:xfrm>
            <a:off x="1024127" y="1875483"/>
            <a:ext cx="8780350" cy="4513423"/>
          </a:xfrm>
          <a:prstGeom prst="rect">
            <a:avLst/>
          </a:prstGeom>
        </p:spPr>
      </p:pic>
    </p:spTree>
    <p:extLst>
      <p:ext uri="{BB962C8B-B14F-4D97-AF65-F5344CB8AC3E}">
        <p14:creationId xmlns:p14="http://schemas.microsoft.com/office/powerpoint/2010/main" val="32019674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30109-49E9-FFE0-048E-E3F0F06EAD1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30ED075-2D6F-06C2-9F25-91ACBF1C1EF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8657798-8FC1-58A1-0F4B-D6D37814619C}"/>
              </a:ext>
            </a:extLst>
          </p:cNvPr>
          <p:cNvSpPr>
            <a:spLocks noGrp="1"/>
          </p:cNvSpPr>
          <p:nvPr>
            <p:ph type="sldNum" sz="quarter" idx="12"/>
          </p:nvPr>
        </p:nvSpPr>
        <p:spPr/>
        <p:txBody>
          <a:bodyPr/>
          <a:lstStyle/>
          <a:p>
            <a:fld id="{382B47E1-F59F-47B3-8D16-B2A0740F319A}" type="slidenum">
              <a:rPr lang="en-US" smtClean="0"/>
              <a:pPr/>
              <a:t>72</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0814A04E-0E8B-E07E-D168-040DA9B0502B}"/>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0814A04E-0E8B-E07E-D168-040DA9B0502B}"/>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BBD7CAFF-5568-42E8-5EBE-3FB7363D3310}"/>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BBD7CAFF-5568-42E8-5EBE-3FB7363D3310}"/>
                  </a:ext>
                </a:extLst>
              </p:cNvPr>
              <p:cNvPicPr/>
              <p:nvPr/>
            </p:nvPicPr>
            <p:blipFill>
              <a:blip r:embed="rId6"/>
              <a:stretch>
                <a:fillRect/>
              </a:stretch>
            </p:blipFill>
            <p:spPr>
              <a:xfrm>
                <a:off x="582897" y="5074882"/>
                <a:ext cx="370800" cy="216360"/>
              </a:xfrm>
              <a:prstGeom prst="rect">
                <a:avLst/>
              </a:prstGeom>
            </p:spPr>
          </p:pic>
        </mc:Fallback>
      </mc:AlternateContent>
      <p:pic>
        <p:nvPicPr>
          <p:cNvPr id="11" name="Picture 10">
            <a:extLst>
              <a:ext uri="{FF2B5EF4-FFF2-40B4-BE49-F238E27FC236}">
                <a16:creationId xmlns:a16="http://schemas.microsoft.com/office/drawing/2014/main" id="{8C4CAE36-1A42-2DEE-78E6-3B23B5454939}"/>
              </a:ext>
            </a:extLst>
          </p:cNvPr>
          <p:cNvPicPr>
            <a:picLocks noChangeAspect="1"/>
          </p:cNvPicPr>
          <p:nvPr/>
        </p:nvPicPr>
        <p:blipFill>
          <a:blip r:embed="rId7"/>
          <a:stretch>
            <a:fillRect/>
          </a:stretch>
        </p:blipFill>
        <p:spPr>
          <a:xfrm>
            <a:off x="2023715" y="524793"/>
            <a:ext cx="7947946" cy="2941235"/>
          </a:xfrm>
          <a:prstGeom prst="rect">
            <a:avLst/>
          </a:prstGeom>
        </p:spPr>
      </p:pic>
      <p:pic>
        <p:nvPicPr>
          <p:cNvPr id="12" name="Picture 11">
            <a:extLst>
              <a:ext uri="{FF2B5EF4-FFF2-40B4-BE49-F238E27FC236}">
                <a16:creationId xmlns:a16="http://schemas.microsoft.com/office/drawing/2014/main" id="{AE5036CD-CAE3-B983-0A76-39782A1B515D}"/>
              </a:ext>
            </a:extLst>
          </p:cNvPr>
          <p:cNvPicPr>
            <a:picLocks noChangeAspect="1"/>
          </p:cNvPicPr>
          <p:nvPr/>
        </p:nvPicPr>
        <p:blipFill>
          <a:blip r:embed="rId8"/>
          <a:stretch>
            <a:fillRect/>
          </a:stretch>
        </p:blipFill>
        <p:spPr>
          <a:xfrm>
            <a:off x="2023715" y="3510546"/>
            <a:ext cx="8144569" cy="2906525"/>
          </a:xfrm>
          <a:prstGeom prst="rect">
            <a:avLst/>
          </a:prstGeom>
        </p:spPr>
      </p:pic>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C69A7B23-D3A7-683C-A4A8-7F35F0ED3F7C}"/>
                  </a:ext>
                </a:extLst>
              </p14:cNvPr>
              <p14:cNvContentPartPr/>
              <p14:nvPr/>
            </p14:nvContentPartPr>
            <p14:xfrm>
              <a:off x="1599897" y="1443922"/>
              <a:ext cx="360" cy="360"/>
            </p14:xfrm>
          </p:contentPart>
        </mc:Choice>
        <mc:Fallback xmlns="">
          <p:pic>
            <p:nvPicPr>
              <p:cNvPr id="13" name="Ink 12">
                <a:extLst>
                  <a:ext uri="{FF2B5EF4-FFF2-40B4-BE49-F238E27FC236}">
                    <a16:creationId xmlns:a16="http://schemas.microsoft.com/office/drawing/2014/main" id="{C69A7B23-D3A7-683C-A4A8-7F35F0ED3F7C}"/>
                  </a:ext>
                </a:extLst>
              </p:cNvPr>
              <p:cNvPicPr/>
              <p:nvPr/>
            </p:nvPicPr>
            <p:blipFill>
              <a:blip r:embed="rId10"/>
              <a:stretch>
                <a:fillRect/>
              </a:stretch>
            </p:blipFill>
            <p:spPr>
              <a:xfrm>
                <a:off x="1536897" y="138092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FCF994C8-8240-AC98-FB92-1C5D8FEDD900}"/>
                  </a:ext>
                </a:extLst>
              </p14:cNvPr>
              <p14:cNvContentPartPr/>
              <p14:nvPr/>
            </p14:nvContentPartPr>
            <p14:xfrm>
              <a:off x="612777" y="601162"/>
              <a:ext cx="241560" cy="1430640"/>
            </p14:xfrm>
          </p:contentPart>
        </mc:Choice>
        <mc:Fallback xmlns="">
          <p:pic>
            <p:nvPicPr>
              <p:cNvPr id="14" name="Ink 13">
                <a:extLst>
                  <a:ext uri="{FF2B5EF4-FFF2-40B4-BE49-F238E27FC236}">
                    <a16:creationId xmlns:a16="http://schemas.microsoft.com/office/drawing/2014/main" id="{FCF994C8-8240-AC98-FB92-1C5D8FEDD900}"/>
                  </a:ext>
                </a:extLst>
              </p:cNvPr>
              <p:cNvPicPr/>
              <p:nvPr/>
            </p:nvPicPr>
            <p:blipFill>
              <a:blip r:embed="rId12"/>
              <a:stretch>
                <a:fillRect/>
              </a:stretch>
            </p:blipFill>
            <p:spPr>
              <a:xfrm>
                <a:off x="550137" y="538522"/>
                <a:ext cx="367200" cy="1556280"/>
              </a:xfrm>
              <a:prstGeom prst="rect">
                <a:avLst/>
              </a:prstGeom>
            </p:spPr>
          </p:pic>
        </mc:Fallback>
      </mc:AlternateContent>
      <p:sp>
        <p:nvSpPr>
          <p:cNvPr id="15" name="TextBox 14">
            <a:extLst>
              <a:ext uri="{FF2B5EF4-FFF2-40B4-BE49-F238E27FC236}">
                <a16:creationId xmlns:a16="http://schemas.microsoft.com/office/drawing/2014/main" id="{0C7C29D0-D899-56FB-EEAB-C6527583AB1A}"/>
              </a:ext>
            </a:extLst>
          </p:cNvPr>
          <p:cNvSpPr txBox="1"/>
          <p:nvPr/>
        </p:nvSpPr>
        <p:spPr>
          <a:xfrm>
            <a:off x="1299409" y="19464"/>
            <a:ext cx="9408696" cy="461665"/>
          </a:xfrm>
          <a:prstGeom prst="rect">
            <a:avLst/>
          </a:prstGeom>
          <a:noFill/>
        </p:spPr>
        <p:txBody>
          <a:bodyPr wrap="square" rtlCol="0">
            <a:spAutoFit/>
          </a:bodyPr>
          <a:lstStyle/>
          <a:p>
            <a:pPr algn="ctr"/>
            <a:r>
              <a:rPr lang="en-US" sz="2400" b="1" dirty="0"/>
              <a:t>Rate-Distortion results for different spatial resolutions of Goldhill image</a:t>
            </a:r>
          </a:p>
        </p:txBody>
      </p:sp>
    </p:spTree>
    <p:extLst>
      <p:ext uri="{BB962C8B-B14F-4D97-AF65-F5344CB8AC3E}">
        <p14:creationId xmlns:p14="http://schemas.microsoft.com/office/powerpoint/2010/main" val="21950924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EA594-6CB3-D136-A0FC-4E7CA393D88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87990D8-48D1-D378-B12A-1048772D112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F4171E9-1141-457D-77EC-8F71779597E9}"/>
              </a:ext>
            </a:extLst>
          </p:cNvPr>
          <p:cNvSpPr>
            <a:spLocks noGrp="1"/>
          </p:cNvSpPr>
          <p:nvPr>
            <p:ph type="sldNum" sz="quarter" idx="12"/>
          </p:nvPr>
        </p:nvSpPr>
        <p:spPr/>
        <p:txBody>
          <a:bodyPr/>
          <a:lstStyle/>
          <a:p>
            <a:fld id="{382B47E1-F59F-47B3-8D16-B2A0740F319A}" type="slidenum">
              <a:rPr lang="en-US" smtClean="0"/>
              <a:pPr/>
              <a:t>73</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9423ABCF-15CC-9EDA-15AB-01F12224F574}"/>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9423ABCF-15CC-9EDA-15AB-01F12224F574}"/>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E120A960-5E85-BB33-E295-F4EC9C74850B}"/>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E120A960-5E85-BB33-E295-F4EC9C74850B}"/>
                  </a:ext>
                </a:extLst>
              </p:cNvPr>
              <p:cNvPicPr/>
              <p:nvPr/>
            </p:nvPicPr>
            <p:blipFill>
              <a:blip r:embed="rId6"/>
              <a:stretch>
                <a:fillRect/>
              </a:stretch>
            </p:blipFill>
            <p:spPr>
              <a:xfrm>
                <a:off x="582897" y="5074882"/>
                <a:ext cx="370800" cy="216360"/>
              </a:xfrm>
              <a:prstGeom prst="rect">
                <a:avLst/>
              </a:prstGeom>
            </p:spPr>
          </p:pic>
        </mc:Fallback>
      </mc:AlternateContent>
      <p:pic>
        <p:nvPicPr>
          <p:cNvPr id="11" name="Picture 10">
            <a:extLst>
              <a:ext uri="{FF2B5EF4-FFF2-40B4-BE49-F238E27FC236}">
                <a16:creationId xmlns:a16="http://schemas.microsoft.com/office/drawing/2014/main" id="{ED40AB02-D84E-55A3-5BEE-32364F71AC4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023715" y="550329"/>
            <a:ext cx="7947946" cy="2890162"/>
          </a:xfrm>
          <a:prstGeom prst="rect">
            <a:avLst/>
          </a:prstGeom>
        </p:spPr>
      </p:pic>
      <p:pic>
        <p:nvPicPr>
          <p:cNvPr id="12" name="Picture 11">
            <a:extLst>
              <a:ext uri="{FF2B5EF4-FFF2-40B4-BE49-F238E27FC236}">
                <a16:creationId xmlns:a16="http://schemas.microsoft.com/office/drawing/2014/main" id="{DA3669AA-1F35-CF3F-1EAB-20D252A7930B}"/>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023715" y="3535966"/>
            <a:ext cx="8144569" cy="2855684"/>
          </a:xfrm>
          <a:prstGeom prst="rect">
            <a:avLst/>
          </a:prstGeom>
        </p:spPr>
      </p:pic>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DE6EABE1-2545-20D5-5CF6-19225EDDF262}"/>
                  </a:ext>
                </a:extLst>
              </p14:cNvPr>
              <p14:cNvContentPartPr/>
              <p14:nvPr/>
            </p14:nvContentPartPr>
            <p14:xfrm>
              <a:off x="1599897" y="1443922"/>
              <a:ext cx="360" cy="360"/>
            </p14:xfrm>
          </p:contentPart>
        </mc:Choice>
        <mc:Fallback xmlns="">
          <p:pic>
            <p:nvPicPr>
              <p:cNvPr id="13" name="Ink 12">
                <a:extLst>
                  <a:ext uri="{FF2B5EF4-FFF2-40B4-BE49-F238E27FC236}">
                    <a16:creationId xmlns:a16="http://schemas.microsoft.com/office/drawing/2014/main" id="{DE6EABE1-2545-20D5-5CF6-19225EDDF262}"/>
                  </a:ext>
                </a:extLst>
              </p:cNvPr>
              <p:cNvPicPr/>
              <p:nvPr/>
            </p:nvPicPr>
            <p:blipFill>
              <a:blip r:embed="rId10"/>
              <a:stretch>
                <a:fillRect/>
              </a:stretch>
            </p:blipFill>
            <p:spPr>
              <a:xfrm>
                <a:off x="1536897" y="1380922"/>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5F971595-3746-F2B3-342A-F43FE78992A7}"/>
                  </a:ext>
                </a:extLst>
              </p14:cNvPr>
              <p14:cNvContentPartPr/>
              <p14:nvPr/>
            </p14:nvContentPartPr>
            <p14:xfrm>
              <a:off x="612777" y="601162"/>
              <a:ext cx="241560" cy="1430640"/>
            </p14:xfrm>
          </p:contentPart>
        </mc:Choice>
        <mc:Fallback xmlns="">
          <p:pic>
            <p:nvPicPr>
              <p:cNvPr id="14" name="Ink 13">
                <a:extLst>
                  <a:ext uri="{FF2B5EF4-FFF2-40B4-BE49-F238E27FC236}">
                    <a16:creationId xmlns:a16="http://schemas.microsoft.com/office/drawing/2014/main" id="{5F971595-3746-F2B3-342A-F43FE78992A7}"/>
                  </a:ext>
                </a:extLst>
              </p:cNvPr>
              <p:cNvPicPr/>
              <p:nvPr/>
            </p:nvPicPr>
            <p:blipFill>
              <a:blip r:embed="rId12"/>
              <a:stretch>
                <a:fillRect/>
              </a:stretch>
            </p:blipFill>
            <p:spPr>
              <a:xfrm>
                <a:off x="549777" y="538146"/>
                <a:ext cx="367200" cy="1556312"/>
              </a:xfrm>
              <a:prstGeom prst="rect">
                <a:avLst/>
              </a:prstGeom>
            </p:spPr>
          </p:pic>
        </mc:Fallback>
      </mc:AlternateContent>
      <p:sp>
        <p:nvSpPr>
          <p:cNvPr id="15" name="TextBox 14">
            <a:extLst>
              <a:ext uri="{FF2B5EF4-FFF2-40B4-BE49-F238E27FC236}">
                <a16:creationId xmlns:a16="http://schemas.microsoft.com/office/drawing/2014/main" id="{71062CED-ADFC-8254-9311-9D0B5E5AA5FE}"/>
              </a:ext>
            </a:extLst>
          </p:cNvPr>
          <p:cNvSpPr txBox="1"/>
          <p:nvPr/>
        </p:nvSpPr>
        <p:spPr>
          <a:xfrm>
            <a:off x="1299409" y="19464"/>
            <a:ext cx="9408696" cy="461665"/>
          </a:xfrm>
          <a:prstGeom prst="rect">
            <a:avLst/>
          </a:prstGeom>
          <a:noFill/>
        </p:spPr>
        <p:txBody>
          <a:bodyPr wrap="square" rtlCol="0">
            <a:spAutoFit/>
          </a:bodyPr>
          <a:lstStyle/>
          <a:p>
            <a:pPr algn="ctr"/>
            <a:r>
              <a:rPr lang="en-US" sz="2400" b="1" dirty="0"/>
              <a:t>Rate-Distortion results for different spatial resolutions of Barbara image</a:t>
            </a:r>
          </a:p>
        </p:txBody>
      </p:sp>
    </p:spTree>
    <p:extLst>
      <p:ext uri="{BB962C8B-B14F-4D97-AF65-F5344CB8AC3E}">
        <p14:creationId xmlns:p14="http://schemas.microsoft.com/office/powerpoint/2010/main" val="30898201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422FD-3948-E261-6867-65D9E2C2F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B2980-E96F-0B99-A98C-143848A63FAE}"/>
              </a:ext>
            </a:extLst>
          </p:cNvPr>
          <p:cNvSpPr>
            <a:spLocks noGrp="1"/>
          </p:cNvSpPr>
          <p:nvPr>
            <p:ph type="title"/>
          </p:nvPr>
        </p:nvSpPr>
        <p:spPr/>
        <p:txBody>
          <a:bodyPr/>
          <a:lstStyle/>
          <a:p>
            <a:r>
              <a:rPr lang="en-US" dirty="0">
                <a:solidFill>
                  <a:srgbClr val="0070C0"/>
                </a:solidFill>
              </a:rPr>
              <a:t>RESULTS (TIME SPENT BY FS-SPIHT DECODER)</a:t>
            </a:r>
          </a:p>
        </p:txBody>
      </p:sp>
      <p:sp>
        <p:nvSpPr>
          <p:cNvPr id="4" name="Footer Placeholder 3">
            <a:extLst>
              <a:ext uri="{FF2B5EF4-FFF2-40B4-BE49-F238E27FC236}">
                <a16:creationId xmlns:a16="http://schemas.microsoft.com/office/drawing/2014/main" id="{2B42D84E-BF99-8B07-6465-A241D478458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A60FFCE-0BC9-4026-B125-FA27DF6093CE}"/>
              </a:ext>
            </a:extLst>
          </p:cNvPr>
          <p:cNvSpPr>
            <a:spLocks noGrp="1"/>
          </p:cNvSpPr>
          <p:nvPr>
            <p:ph type="sldNum" sz="quarter" idx="12"/>
          </p:nvPr>
        </p:nvSpPr>
        <p:spPr/>
        <p:txBody>
          <a:bodyPr/>
          <a:lstStyle/>
          <a:p>
            <a:fld id="{382B47E1-F59F-47B3-8D16-B2A0740F319A}" type="slidenum">
              <a:rPr lang="en-US" smtClean="0"/>
              <a:pPr/>
              <a:t>74</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263FDA16-0E10-E2C3-C7B7-F45F5B8EFA3F}"/>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263FDA16-0E10-E2C3-C7B7-F45F5B8EFA3F}"/>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7BD0E2ED-5461-6964-ED27-1E54FE35BFEC}"/>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7BD0E2ED-5461-6964-ED27-1E54FE35BFEC}"/>
                  </a:ext>
                </a:extLst>
              </p:cNvPr>
              <p:cNvPicPr/>
              <p:nvPr/>
            </p:nvPicPr>
            <p:blipFill>
              <a:blip r:embed="rId6"/>
              <a:stretch>
                <a:fillRect/>
              </a:stretch>
            </p:blipFill>
            <p:spPr>
              <a:xfrm>
                <a:off x="582897" y="5074882"/>
                <a:ext cx="370800" cy="216360"/>
              </a:xfrm>
              <a:prstGeom prst="rect">
                <a:avLst/>
              </a:prstGeom>
            </p:spPr>
          </p:pic>
        </mc:Fallback>
      </mc:AlternateContent>
      <p:pic>
        <p:nvPicPr>
          <p:cNvPr id="3" name="Picture 2">
            <a:extLst>
              <a:ext uri="{FF2B5EF4-FFF2-40B4-BE49-F238E27FC236}">
                <a16:creationId xmlns:a16="http://schemas.microsoft.com/office/drawing/2014/main" id="{D79B3F3E-B4D9-829B-EEEE-068B7C705DA0}"/>
              </a:ext>
            </a:extLst>
          </p:cNvPr>
          <p:cNvPicPr>
            <a:picLocks noChangeAspect="1"/>
          </p:cNvPicPr>
          <p:nvPr/>
        </p:nvPicPr>
        <p:blipFill>
          <a:blip r:embed="rId7"/>
          <a:stretch>
            <a:fillRect/>
          </a:stretch>
        </p:blipFill>
        <p:spPr>
          <a:xfrm>
            <a:off x="1070428" y="1861823"/>
            <a:ext cx="10174120" cy="4505954"/>
          </a:xfrm>
          <a:prstGeom prst="rect">
            <a:avLst/>
          </a:prstGeom>
        </p:spPr>
      </p:pic>
    </p:spTree>
    <p:extLst>
      <p:ext uri="{BB962C8B-B14F-4D97-AF65-F5344CB8AC3E}">
        <p14:creationId xmlns:p14="http://schemas.microsoft.com/office/powerpoint/2010/main" val="27914217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6FEC4-B6FE-4E81-6141-F3EA1A49F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0AAFA-6D44-C3EB-CCF0-1CFB52996EFC}"/>
              </a:ext>
            </a:extLst>
          </p:cNvPr>
          <p:cNvSpPr>
            <a:spLocks noGrp="1"/>
          </p:cNvSpPr>
          <p:nvPr>
            <p:ph type="title"/>
          </p:nvPr>
        </p:nvSpPr>
        <p:spPr/>
        <p:txBody>
          <a:bodyPr/>
          <a:lstStyle/>
          <a:p>
            <a:r>
              <a:rPr lang="en-US" dirty="0">
                <a:solidFill>
                  <a:srgbClr val="0070C0"/>
                </a:solidFill>
              </a:rPr>
              <a:t>RESULTS (FS-SPIHT)</a:t>
            </a:r>
          </a:p>
        </p:txBody>
      </p:sp>
      <p:sp>
        <p:nvSpPr>
          <p:cNvPr id="4" name="Footer Placeholder 3">
            <a:extLst>
              <a:ext uri="{FF2B5EF4-FFF2-40B4-BE49-F238E27FC236}">
                <a16:creationId xmlns:a16="http://schemas.microsoft.com/office/drawing/2014/main" id="{CB3D908B-75B1-06AF-05C4-0E1F90FB4F5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3256C02-7597-B1AD-46D1-FFE521DAD174}"/>
              </a:ext>
            </a:extLst>
          </p:cNvPr>
          <p:cNvSpPr>
            <a:spLocks noGrp="1"/>
          </p:cNvSpPr>
          <p:nvPr>
            <p:ph type="sldNum" sz="quarter" idx="12"/>
          </p:nvPr>
        </p:nvSpPr>
        <p:spPr/>
        <p:txBody>
          <a:bodyPr/>
          <a:lstStyle/>
          <a:p>
            <a:fld id="{382B47E1-F59F-47B3-8D16-B2A0740F319A}" type="slidenum">
              <a:rPr lang="en-US" smtClean="0"/>
              <a:pPr/>
              <a:t>75</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4EC80171-E879-D459-964E-EC192930AB23}"/>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4EC80171-E879-D459-964E-EC192930AB23}"/>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774D9678-7665-FFA7-725F-DC334044DDF9}"/>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774D9678-7665-FFA7-725F-DC334044DDF9}"/>
                  </a:ext>
                </a:extLst>
              </p:cNvPr>
              <p:cNvPicPr/>
              <p:nvPr/>
            </p:nvPicPr>
            <p:blipFill>
              <a:blip r:embed="rId6"/>
              <a:stretch>
                <a:fillRect/>
              </a:stretch>
            </p:blipFill>
            <p:spPr>
              <a:xfrm>
                <a:off x="582897" y="5074882"/>
                <a:ext cx="370800" cy="216360"/>
              </a:xfrm>
              <a:prstGeom prst="rect">
                <a:avLst/>
              </a:prstGeom>
            </p:spPr>
          </p:pic>
        </mc:Fallback>
      </mc:AlternateContent>
      <p:pic>
        <p:nvPicPr>
          <p:cNvPr id="17" name="Picture 16">
            <a:extLst>
              <a:ext uri="{FF2B5EF4-FFF2-40B4-BE49-F238E27FC236}">
                <a16:creationId xmlns:a16="http://schemas.microsoft.com/office/drawing/2014/main" id="{5B775EFD-D33F-2C7C-F8D6-8AD6005F7A1A}"/>
              </a:ext>
            </a:extLst>
          </p:cNvPr>
          <p:cNvPicPr>
            <a:picLocks noChangeAspect="1"/>
          </p:cNvPicPr>
          <p:nvPr/>
        </p:nvPicPr>
        <p:blipFill>
          <a:blip r:embed="rId7"/>
          <a:stretch>
            <a:fillRect/>
          </a:stretch>
        </p:blipFill>
        <p:spPr>
          <a:xfrm>
            <a:off x="1481399" y="1806245"/>
            <a:ext cx="9229201" cy="3706214"/>
          </a:xfrm>
          <a:prstGeom prst="rect">
            <a:avLst/>
          </a:prstGeom>
        </p:spPr>
      </p:pic>
      <p:pic>
        <p:nvPicPr>
          <p:cNvPr id="18" name="Picture 17">
            <a:extLst>
              <a:ext uri="{FF2B5EF4-FFF2-40B4-BE49-F238E27FC236}">
                <a16:creationId xmlns:a16="http://schemas.microsoft.com/office/drawing/2014/main" id="{588DA2B0-A6A2-7BAE-5C21-48422F9A3FF6}"/>
              </a:ext>
            </a:extLst>
          </p:cNvPr>
          <p:cNvPicPr>
            <a:picLocks noChangeAspect="1"/>
          </p:cNvPicPr>
          <p:nvPr/>
        </p:nvPicPr>
        <p:blipFill>
          <a:blip r:embed="rId8"/>
          <a:stretch>
            <a:fillRect/>
          </a:stretch>
        </p:blipFill>
        <p:spPr>
          <a:xfrm>
            <a:off x="7432695" y="148664"/>
            <a:ext cx="4315427" cy="1657581"/>
          </a:xfrm>
          <a:prstGeom prst="rect">
            <a:avLst/>
          </a:prstGeom>
        </p:spPr>
      </p:pic>
      <p:sp>
        <p:nvSpPr>
          <p:cNvPr id="19" name="TextBox 18">
            <a:extLst>
              <a:ext uri="{FF2B5EF4-FFF2-40B4-BE49-F238E27FC236}">
                <a16:creationId xmlns:a16="http://schemas.microsoft.com/office/drawing/2014/main" id="{A72B1191-700F-7149-87F3-582EA13E23C9}"/>
              </a:ext>
            </a:extLst>
          </p:cNvPr>
          <p:cNvSpPr txBox="1"/>
          <p:nvPr/>
        </p:nvSpPr>
        <p:spPr>
          <a:xfrm>
            <a:off x="891057" y="5682242"/>
            <a:ext cx="10098625" cy="400110"/>
          </a:xfrm>
          <a:prstGeom prst="rect">
            <a:avLst/>
          </a:prstGeom>
          <a:noFill/>
        </p:spPr>
        <p:txBody>
          <a:bodyPr wrap="square" rtlCol="0">
            <a:spAutoFit/>
          </a:bodyPr>
          <a:lstStyle/>
          <a:p>
            <a:pPr algn="ctr"/>
            <a:r>
              <a:rPr lang="en-US" sz="2000" b="1" dirty="0"/>
              <a:t>(a) 0.125 bpp, Full Resolution [Left], Half Resolution [Middle], Quarter Resolution [Right]</a:t>
            </a:r>
          </a:p>
        </p:txBody>
      </p:sp>
    </p:spTree>
    <p:extLst>
      <p:ext uri="{BB962C8B-B14F-4D97-AF65-F5344CB8AC3E}">
        <p14:creationId xmlns:p14="http://schemas.microsoft.com/office/powerpoint/2010/main" val="1509163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5CF32-6258-F908-286F-FFE56BF8C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34DE5-CDF0-2604-97EF-1782FE354E90}"/>
              </a:ext>
            </a:extLst>
          </p:cNvPr>
          <p:cNvSpPr>
            <a:spLocks noGrp="1"/>
          </p:cNvSpPr>
          <p:nvPr>
            <p:ph type="title"/>
          </p:nvPr>
        </p:nvSpPr>
        <p:spPr/>
        <p:txBody>
          <a:bodyPr/>
          <a:lstStyle/>
          <a:p>
            <a:r>
              <a:rPr lang="en-US" dirty="0">
                <a:solidFill>
                  <a:srgbClr val="0070C0"/>
                </a:solidFill>
              </a:rPr>
              <a:t>RESULTS (FS-SPIHT)</a:t>
            </a:r>
          </a:p>
        </p:txBody>
      </p:sp>
      <p:sp>
        <p:nvSpPr>
          <p:cNvPr id="4" name="Footer Placeholder 3">
            <a:extLst>
              <a:ext uri="{FF2B5EF4-FFF2-40B4-BE49-F238E27FC236}">
                <a16:creationId xmlns:a16="http://schemas.microsoft.com/office/drawing/2014/main" id="{F9CC0B00-EC67-CF7A-3EB7-3123552AD89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D2DA0C6-C54A-1437-D275-8E85B2477F04}"/>
              </a:ext>
            </a:extLst>
          </p:cNvPr>
          <p:cNvSpPr>
            <a:spLocks noGrp="1"/>
          </p:cNvSpPr>
          <p:nvPr>
            <p:ph type="sldNum" sz="quarter" idx="12"/>
          </p:nvPr>
        </p:nvSpPr>
        <p:spPr/>
        <p:txBody>
          <a:bodyPr/>
          <a:lstStyle/>
          <a:p>
            <a:fld id="{382B47E1-F59F-47B3-8D16-B2A0740F319A}" type="slidenum">
              <a:rPr lang="en-US" smtClean="0"/>
              <a:pPr/>
              <a:t>76</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2F6CA801-5097-DA4D-415E-6ABE4676BA77}"/>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2F6CA801-5097-DA4D-415E-6ABE4676BA77}"/>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8552B288-F92A-C9C8-EAFD-7C386153F45F}"/>
                  </a:ext>
                </a:extLst>
              </p14:cNvPr>
              <p14:cNvContentPartPr/>
              <p14:nvPr/>
            </p14:nvContentPartPr>
            <p14:xfrm>
              <a:off x="645897" y="5137882"/>
              <a:ext cx="245160" cy="90720"/>
            </p14:xfrm>
          </p:contentPart>
        </mc:Choice>
        <mc:Fallback xmlns="">
          <p:pic>
            <p:nvPicPr>
              <p:cNvPr id="9" name="Ink 8">
                <a:extLst>
                  <a:ext uri="{FF2B5EF4-FFF2-40B4-BE49-F238E27FC236}">
                    <a16:creationId xmlns:a16="http://schemas.microsoft.com/office/drawing/2014/main" id="{8552B288-F92A-C9C8-EAFD-7C386153F45F}"/>
                  </a:ext>
                </a:extLst>
              </p:cNvPr>
              <p:cNvPicPr/>
              <p:nvPr/>
            </p:nvPicPr>
            <p:blipFill>
              <a:blip r:embed="rId6"/>
              <a:stretch>
                <a:fillRect/>
              </a:stretch>
            </p:blipFill>
            <p:spPr>
              <a:xfrm>
                <a:off x="582897" y="5074882"/>
                <a:ext cx="370800" cy="216360"/>
              </a:xfrm>
              <a:prstGeom prst="rect">
                <a:avLst/>
              </a:prstGeom>
            </p:spPr>
          </p:pic>
        </mc:Fallback>
      </mc:AlternateContent>
      <p:pic>
        <p:nvPicPr>
          <p:cNvPr id="17" name="Picture 16">
            <a:extLst>
              <a:ext uri="{FF2B5EF4-FFF2-40B4-BE49-F238E27FC236}">
                <a16:creationId xmlns:a16="http://schemas.microsoft.com/office/drawing/2014/main" id="{28243C11-CC46-6436-D583-82C4887B920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563074" y="1649834"/>
            <a:ext cx="9188828" cy="3932818"/>
          </a:xfrm>
          <a:prstGeom prst="rect">
            <a:avLst/>
          </a:prstGeom>
        </p:spPr>
      </p:pic>
      <p:pic>
        <p:nvPicPr>
          <p:cNvPr id="3" name="Picture 2">
            <a:extLst>
              <a:ext uri="{FF2B5EF4-FFF2-40B4-BE49-F238E27FC236}">
                <a16:creationId xmlns:a16="http://schemas.microsoft.com/office/drawing/2014/main" id="{EA0B8D37-AADA-EBC7-B672-0B32B1D7EA07}"/>
              </a:ext>
            </a:extLst>
          </p:cNvPr>
          <p:cNvPicPr>
            <a:picLocks noChangeAspect="1"/>
          </p:cNvPicPr>
          <p:nvPr/>
        </p:nvPicPr>
        <p:blipFill>
          <a:blip r:embed="rId8"/>
          <a:stretch>
            <a:fillRect/>
          </a:stretch>
        </p:blipFill>
        <p:spPr>
          <a:xfrm>
            <a:off x="7635049" y="122585"/>
            <a:ext cx="4315427" cy="1657581"/>
          </a:xfrm>
          <a:prstGeom prst="rect">
            <a:avLst/>
          </a:prstGeom>
        </p:spPr>
      </p:pic>
      <p:sp>
        <p:nvSpPr>
          <p:cNvPr id="8" name="TextBox 7">
            <a:extLst>
              <a:ext uri="{FF2B5EF4-FFF2-40B4-BE49-F238E27FC236}">
                <a16:creationId xmlns:a16="http://schemas.microsoft.com/office/drawing/2014/main" id="{69D9A4BD-050C-5A57-B3B7-19E63AA8A51C}"/>
              </a:ext>
            </a:extLst>
          </p:cNvPr>
          <p:cNvSpPr txBox="1"/>
          <p:nvPr/>
        </p:nvSpPr>
        <p:spPr>
          <a:xfrm>
            <a:off x="953687" y="5684129"/>
            <a:ext cx="10098625" cy="400110"/>
          </a:xfrm>
          <a:prstGeom prst="rect">
            <a:avLst/>
          </a:prstGeom>
          <a:noFill/>
        </p:spPr>
        <p:txBody>
          <a:bodyPr wrap="square" rtlCol="0">
            <a:spAutoFit/>
          </a:bodyPr>
          <a:lstStyle/>
          <a:p>
            <a:pPr algn="ctr"/>
            <a:r>
              <a:rPr lang="en-US" sz="2000" b="1" dirty="0"/>
              <a:t>(b) 0.25 bpp, Full Resolution [Left], Half Resolution [Middle], Quarter Resolution [Right]</a:t>
            </a:r>
          </a:p>
        </p:txBody>
      </p:sp>
    </p:spTree>
    <p:extLst>
      <p:ext uri="{BB962C8B-B14F-4D97-AF65-F5344CB8AC3E}">
        <p14:creationId xmlns:p14="http://schemas.microsoft.com/office/powerpoint/2010/main" val="18926386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EB2E-3B31-3D34-F281-4A575F7B5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1CB77-11A5-32CD-BDA5-3947B540F760}"/>
              </a:ext>
            </a:extLst>
          </p:cNvPr>
          <p:cNvSpPr>
            <a:spLocks noGrp="1"/>
          </p:cNvSpPr>
          <p:nvPr>
            <p:ph type="title"/>
          </p:nvPr>
        </p:nvSpPr>
        <p:spPr/>
        <p:txBody>
          <a:bodyPr/>
          <a:lstStyle/>
          <a:p>
            <a:r>
              <a:rPr lang="en-US" dirty="0">
                <a:solidFill>
                  <a:srgbClr val="0070C0"/>
                </a:solidFill>
              </a:rPr>
              <a:t>RESULTS (FS-SPIHT)</a:t>
            </a:r>
          </a:p>
        </p:txBody>
      </p:sp>
      <p:sp>
        <p:nvSpPr>
          <p:cNvPr id="4" name="Footer Placeholder 3">
            <a:extLst>
              <a:ext uri="{FF2B5EF4-FFF2-40B4-BE49-F238E27FC236}">
                <a16:creationId xmlns:a16="http://schemas.microsoft.com/office/drawing/2014/main" id="{AA7127FC-8A2C-B3C9-2C9B-ACF93E4FDC3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19BA9B0-4B22-48FB-C25E-EA455262C10C}"/>
              </a:ext>
            </a:extLst>
          </p:cNvPr>
          <p:cNvSpPr>
            <a:spLocks noGrp="1"/>
          </p:cNvSpPr>
          <p:nvPr>
            <p:ph type="sldNum" sz="quarter" idx="12"/>
          </p:nvPr>
        </p:nvSpPr>
        <p:spPr/>
        <p:txBody>
          <a:bodyPr/>
          <a:lstStyle/>
          <a:p>
            <a:fld id="{382B47E1-F59F-47B3-8D16-B2A0740F319A}" type="slidenum">
              <a:rPr lang="en-US" smtClean="0"/>
              <a:pPr/>
              <a:t>77</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890CB87A-FD1F-795B-5AB9-4F9F1A13C99F}"/>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890CB87A-FD1F-795B-5AB9-4F9F1A13C99F}"/>
                  </a:ext>
                </a:extLst>
              </p:cNvPr>
              <p:cNvPicPr/>
              <p:nvPr/>
            </p:nvPicPr>
            <p:blipFill>
              <a:blip r:embed="rId4"/>
              <a:stretch>
                <a:fillRect/>
              </a:stretch>
            </p:blipFill>
            <p:spPr>
              <a:xfrm>
                <a:off x="7188551" y="3750442"/>
                <a:ext cx="1765052" cy="284760"/>
              </a:xfrm>
              <a:prstGeom prst="rect">
                <a:avLst/>
              </a:prstGeom>
            </p:spPr>
          </p:pic>
        </mc:Fallback>
      </mc:AlternateContent>
      <p:pic>
        <p:nvPicPr>
          <p:cNvPr id="17" name="Picture 16">
            <a:extLst>
              <a:ext uri="{FF2B5EF4-FFF2-40B4-BE49-F238E27FC236}">
                <a16:creationId xmlns:a16="http://schemas.microsoft.com/office/drawing/2014/main" id="{3D5D44D5-6931-4420-FC87-81100E36BFA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602736" y="1661865"/>
            <a:ext cx="9109503" cy="3932818"/>
          </a:xfrm>
          <a:prstGeom prst="rect">
            <a:avLst/>
          </a:prstGeom>
        </p:spPr>
      </p:pic>
      <p:pic>
        <p:nvPicPr>
          <p:cNvPr id="3" name="Picture 2">
            <a:extLst>
              <a:ext uri="{FF2B5EF4-FFF2-40B4-BE49-F238E27FC236}">
                <a16:creationId xmlns:a16="http://schemas.microsoft.com/office/drawing/2014/main" id="{AD746C85-3752-E26A-0CD0-49016CDA86CB}"/>
              </a:ext>
            </a:extLst>
          </p:cNvPr>
          <p:cNvPicPr>
            <a:picLocks noChangeAspect="1"/>
          </p:cNvPicPr>
          <p:nvPr/>
        </p:nvPicPr>
        <p:blipFill>
          <a:blip r:embed="rId6"/>
          <a:stretch>
            <a:fillRect/>
          </a:stretch>
        </p:blipFill>
        <p:spPr>
          <a:xfrm>
            <a:off x="7687102" y="122585"/>
            <a:ext cx="4315427" cy="1657581"/>
          </a:xfrm>
          <a:prstGeom prst="rect">
            <a:avLst/>
          </a:prstGeom>
        </p:spPr>
      </p:pic>
      <p:sp>
        <p:nvSpPr>
          <p:cNvPr id="6" name="TextBox 5">
            <a:extLst>
              <a:ext uri="{FF2B5EF4-FFF2-40B4-BE49-F238E27FC236}">
                <a16:creationId xmlns:a16="http://schemas.microsoft.com/office/drawing/2014/main" id="{B7AB2B82-F73E-4E74-BCFA-2C28C015C6C1}"/>
              </a:ext>
            </a:extLst>
          </p:cNvPr>
          <p:cNvSpPr txBox="1"/>
          <p:nvPr/>
        </p:nvSpPr>
        <p:spPr>
          <a:xfrm>
            <a:off x="1024127" y="5745419"/>
            <a:ext cx="10098625" cy="400110"/>
          </a:xfrm>
          <a:prstGeom prst="rect">
            <a:avLst/>
          </a:prstGeom>
          <a:noFill/>
        </p:spPr>
        <p:txBody>
          <a:bodyPr wrap="square" rtlCol="0">
            <a:spAutoFit/>
          </a:bodyPr>
          <a:lstStyle/>
          <a:p>
            <a:pPr algn="ctr"/>
            <a:r>
              <a:rPr lang="en-US" sz="2000" b="1" dirty="0"/>
              <a:t>(c) 0.5 bpp, Full Resolution [Left], Half Resolution [Middle], Quarter Resolution [Right]</a:t>
            </a:r>
          </a:p>
        </p:txBody>
      </p:sp>
    </p:spTree>
    <p:extLst>
      <p:ext uri="{BB962C8B-B14F-4D97-AF65-F5344CB8AC3E}">
        <p14:creationId xmlns:p14="http://schemas.microsoft.com/office/powerpoint/2010/main" val="18288720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9FFD8-B41A-4C51-F654-941FB4D57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BE120-1F2E-F8FC-1272-8966A6515AEF}"/>
              </a:ext>
            </a:extLst>
          </p:cNvPr>
          <p:cNvSpPr>
            <a:spLocks noGrp="1"/>
          </p:cNvSpPr>
          <p:nvPr>
            <p:ph type="title"/>
          </p:nvPr>
        </p:nvSpPr>
        <p:spPr/>
        <p:txBody>
          <a:bodyPr/>
          <a:lstStyle/>
          <a:p>
            <a:r>
              <a:rPr lang="en-US" dirty="0">
                <a:solidFill>
                  <a:srgbClr val="0070C0"/>
                </a:solidFill>
              </a:rPr>
              <a:t>RESULTS (FS-SPIHT)</a:t>
            </a:r>
          </a:p>
        </p:txBody>
      </p:sp>
      <p:sp>
        <p:nvSpPr>
          <p:cNvPr id="4" name="Footer Placeholder 3">
            <a:extLst>
              <a:ext uri="{FF2B5EF4-FFF2-40B4-BE49-F238E27FC236}">
                <a16:creationId xmlns:a16="http://schemas.microsoft.com/office/drawing/2014/main" id="{149A9BE7-3288-9DA3-0B5C-306176B0606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0A06758-1D1E-206B-EE08-33269178AE87}"/>
              </a:ext>
            </a:extLst>
          </p:cNvPr>
          <p:cNvSpPr>
            <a:spLocks noGrp="1"/>
          </p:cNvSpPr>
          <p:nvPr>
            <p:ph type="sldNum" sz="quarter" idx="12"/>
          </p:nvPr>
        </p:nvSpPr>
        <p:spPr/>
        <p:txBody>
          <a:bodyPr/>
          <a:lstStyle/>
          <a:p>
            <a:fld id="{382B47E1-F59F-47B3-8D16-B2A0740F319A}" type="slidenum">
              <a:rPr lang="en-US" smtClean="0"/>
              <a:pPr/>
              <a:t>78</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39A5D05A-47DE-D74A-0592-E7D95CAA1C04}"/>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39A5D05A-47DE-D74A-0592-E7D95CAA1C04}"/>
                  </a:ext>
                </a:extLst>
              </p:cNvPr>
              <p:cNvPicPr/>
              <p:nvPr/>
            </p:nvPicPr>
            <p:blipFill>
              <a:blip r:embed="rId4"/>
              <a:stretch>
                <a:fillRect/>
              </a:stretch>
            </p:blipFill>
            <p:spPr>
              <a:xfrm>
                <a:off x="7188551" y="3750442"/>
                <a:ext cx="1765052" cy="284760"/>
              </a:xfrm>
              <a:prstGeom prst="rect">
                <a:avLst/>
              </a:prstGeom>
            </p:spPr>
          </p:pic>
        </mc:Fallback>
      </mc:AlternateContent>
      <p:pic>
        <p:nvPicPr>
          <p:cNvPr id="7" name="Picture 6">
            <a:extLst>
              <a:ext uri="{FF2B5EF4-FFF2-40B4-BE49-F238E27FC236}">
                <a16:creationId xmlns:a16="http://schemas.microsoft.com/office/drawing/2014/main" id="{6561CCC5-8040-F7F7-9C72-8DC08C77AADF}"/>
              </a:ext>
            </a:extLst>
          </p:cNvPr>
          <p:cNvPicPr>
            <a:picLocks noChangeAspect="1"/>
          </p:cNvPicPr>
          <p:nvPr/>
        </p:nvPicPr>
        <p:blipFill>
          <a:blip r:embed="rId5"/>
          <a:stretch>
            <a:fillRect/>
          </a:stretch>
        </p:blipFill>
        <p:spPr>
          <a:xfrm>
            <a:off x="1978767" y="1594862"/>
            <a:ext cx="8234465" cy="4866233"/>
          </a:xfrm>
          <a:prstGeom prst="rect">
            <a:avLst/>
          </a:prstGeom>
        </p:spPr>
      </p:pic>
      <p:sp>
        <p:nvSpPr>
          <p:cNvPr id="9" name="TextBox 8">
            <a:extLst>
              <a:ext uri="{FF2B5EF4-FFF2-40B4-BE49-F238E27FC236}">
                <a16:creationId xmlns:a16="http://schemas.microsoft.com/office/drawing/2014/main" id="{BA04D082-A90D-AE53-553F-579FF60B2E4E}"/>
              </a:ext>
            </a:extLst>
          </p:cNvPr>
          <p:cNvSpPr txBox="1"/>
          <p:nvPr/>
        </p:nvSpPr>
        <p:spPr>
          <a:xfrm>
            <a:off x="5170130" y="268892"/>
            <a:ext cx="6753163"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t>PSNR results for foreground object of Akiyo still image (the first frame of MPEG-4 CIF Akiyo sequence) at different spatial resolutions and bit rates.</a:t>
            </a:r>
          </a:p>
        </p:txBody>
      </p:sp>
    </p:spTree>
    <p:extLst>
      <p:ext uri="{BB962C8B-B14F-4D97-AF65-F5344CB8AC3E}">
        <p14:creationId xmlns:p14="http://schemas.microsoft.com/office/powerpoint/2010/main" val="16681082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64460-6FBE-F0CE-DFAC-1B980981B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E517B-F739-E025-3A71-3ED8000718EC}"/>
              </a:ext>
            </a:extLst>
          </p:cNvPr>
          <p:cNvSpPr>
            <a:spLocks noGrp="1"/>
          </p:cNvSpPr>
          <p:nvPr>
            <p:ph type="title"/>
          </p:nvPr>
        </p:nvSpPr>
        <p:spPr/>
        <p:txBody>
          <a:bodyPr/>
          <a:lstStyle/>
          <a:p>
            <a:r>
              <a:rPr lang="en-US" dirty="0">
                <a:solidFill>
                  <a:srgbClr val="0070C0"/>
                </a:solidFill>
              </a:rPr>
              <a:t>RESULTS - 3d obFS-SPIHT</a:t>
            </a:r>
          </a:p>
        </p:txBody>
      </p:sp>
      <p:sp>
        <p:nvSpPr>
          <p:cNvPr id="4" name="Footer Placeholder 3">
            <a:extLst>
              <a:ext uri="{FF2B5EF4-FFF2-40B4-BE49-F238E27FC236}">
                <a16:creationId xmlns:a16="http://schemas.microsoft.com/office/drawing/2014/main" id="{8D81B4F6-A502-6116-C528-C04D38404371}"/>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BCB7C78-ABD1-6C35-35FB-3D271876D441}"/>
              </a:ext>
            </a:extLst>
          </p:cNvPr>
          <p:cNvSpPr>
            <a:spLocks noGrp="1"/>
          </p:cNvSpPr>
          <p:nvPr>
            <p:ph type="sldNum" sz="quarter" idx="12"/>
          </p:nvPr>
        </p:nvSpPr>
        <p:spPr/>
        <p:txBody>
          <a:bodyPr/>
          <a:lstStyle/>
          <a:p>
            <a:fld id="{382B47E1-F59F-47B3-8D16-B2A0740F319A}" type="slidenum">
              <a:rPr lang="en-US" smtClean="0"/>
              <a:pPr/>
              <a:t>79</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1287F5C2-3C1E-4519-6731-40C8164D616D}"/>
                  </a:ext>
                </a:extLst>
              </p14:cNvPr>
              <p14:cNvContentPartPr/>
              <p14:nvPr/>
            </p14:nvContentPartPr>
            <p14:xfrm>
              <a:off x="7251537" y="3813442"/>
              <a:ext cx="1639440" cy="159120"/>
            </p14:xfrm>
          </p:contentPart>
        </mc:Choice>
        <mc:Fallback xmlns="">
          <p:pic>
            <p:nvPicPr>
              <p:cNvPr id="10" name="Ink 9">
                <a:extLst>
                  <a:ext uri="{FF2B5EF4-FFF2-40B4-BE49-F238E27FC236}">
                    <a16:creationId xmlns:a16="http://schemas.microsoft.com/office/drawing/2014/main" id="{1287F5C2-3C1E-4519-6731-40C8164D616D}"/>
                  </a:ext>
                </a:extLst>
              </p:cNvPr>
              <p:cNvPicPr/>
              <p:nvPr/>
            </p:nvPicPr>
            <p:blipFill>
              <a:blip r:embed="rId4"/>
              <a:stretch>
                <a:fillRect/>
              </a:stretch>
            </p:blipFill>
            <p:spPr>
              <a:xfrm>
                <a:off x="7188551" y="3750442"/>
                <a:ext cx="1765052" cy="284760"/>
              </a:xfrm>
              <a:prstGeom prst="rect">
                <a:avLst/>
              </a:prstGeom>
            </p:spPr>
          </p:pic>
        </mc:Fallback>
      </mc:AlternateContent>
      <p:pic>
        <p:nvPicPr>
          <p:cNvPr id="3" name="Picture 2">
            <a:extLst>
              <a:ext uri="{FF2B5EF4-FFF2-40B4-BE49-F238E27FC236}">
                <a16:creationId xmlns:a16="http://schemas.microsoft.com/office/drawing/2014/main" id="{06E45377-2273-26F6-BED3-21A163238653}"/>
              </a:ext>
            </a:extLst>
          </p:cNvPr>
          <p:cNvPicPr>
            <a:picLocks noChangeAspect="1"/>
          </p:cNvPicPr>
          <p:nvPr/>
        </p:nvPicPr>
        <p:blipFill>
          <a:blip r:embed="rId5"/>
          <a:stretch>
            <a:fillRect/>
          </a:stretch>
        </p:blipFill>
        <p:spPr>
          <a:xfrm>
            <a:off x="1838748" y="1770012"/>
            <a:ext cx="3608526" cy="4691083"/>
          </a:xfrm>
          <a:prstGeom prst="rect">
            <a:avLst/>
          </a:prstGeom>
        </p:spPr>
      </p:pic>
      <p:pic>
        <p:nvPicPr>
          <p:cNvPr id="6" name="Picture 5">
            <a:extLst>
              <a:ext uri="{FF2B5EF4-FFF2-40B4-BE49-F238E27FC236}">
                <a16:creationId xmlns:a16="http://schemas.microsoft.com/office/drawing/2014/main" id="{F1B0A1DE-2B26-4F4B-15B3-C998BC11B50E}"/>
              </a:ext>
            </a:extLst>
          </p:cNvPr>
          <p:cNvPicPr>
            <a:picLocks noChangeAspect="1"/>
          </p:cNvPicPr>
          <p:nvPr/>
        </p:nvPicPr>
        <p:blipFill>
          <a:blip r:embed="rId6"/>
          <a:stretch>
            <a:fillRect/>
          </a:stretch>
        </p:blipFill>
        <p:spPr>
          <a:xfrm>
            <a:off x="6744726" y="1660739"/>
            <a:ext cx="3608526" cy="4730307"/>
          </a:xfrm>
          <a:prstGeom prst="rect">
            <a:avLst/>
          </a:prstGeom>
        </p:spPr>
      </p:pic>
    </p:spTree>
    <p:extLst>
      <p:ext uri="{BB962C8B-B14F-4D97-AF65-F5344CB8AC3E}">
        <p14:creationId xmlns:p14="http://schemas.microsoft.com/office/powerpoint/2010/main" val="7932206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D1B46-B137-5CD0-7A39-F892ADD5D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4CF67-19C7-56F1-1318-217675A15BBB}"/>
              </a:ext>
            </a:extLst>
          </p:cNvPr>
          <p:cNvSpPr>
            <a:spLocks noGrp="1"/>
          </p:cNvSpPr>
          <p:nvPr>
            <p:ph type="title"/>
          </p:nvPr>
        </p:nvSpPr>
        <p:spPr/>
        <p:txBody>
          <a:bodyPr/>
          <a:lstStyle/>
          <a:p>
            <a:r>
              <a:rPr lang="en-US" dirty="0">
                <a:solidFill>
                  <a:srgbClr val="0070C0"/>
                </a:solidFill>
              </a:rPr>
              <a:t>RESULTS - 3d obFS-SPIHT</a:t>
            </a:r>
          </a:p>
        </p:txBody>
      </p:sp>
      <p:sp>
        <p:nvSpPr>
          <p:cNvPr id="4" name="Footer Placeholder 3">
            <a:extLst>
              <a:ext uri="{FF2B5EF4-FFF2-40B4-BE49-F238E27FC236}">
                <a16:creationId xmlns:a16="http://schemas.microsoft.com/office/drawing/2014/main" id="{C661E34F-CAC4-0E5C-9C5E-C0A745F95CD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7EBA30F-1152-2234-7208-564FC17FC040}"/>
              </a:ext>
            </a:extLst>
          </p:cNvPr>
          <p:cNvSpPr>
            <a:spLocks noGrp="1"/>
          </p:cNvSpPr>
          <p:nvPr>
            <p:ph type="sldNum" sz="quarter" idx="12"/>
          </p:nvPr>
        </p:nvSpPr>
        <p:spPr/>
        <p:txBody>
          <a:bodyPr/>
          <a:lstStyle/>
          <a:p>
            <a:fld id="{382B47E1-F59F-47B3-8D16-B2A0740F319A}" type="slidenum">
              <a:rPr lang="en-US" smtClean="0"/>
              <a:pPr/>
              <a:t>80</a:t>
            </a:fld>
            <a:endParaRPr lang="en-US" dirty="0"/>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1A46E13D-3AB3-5AB9-7677-25FF48A9AF91}"/>
                  </a:ext>
                </a:extLst>
              </p14:cNvPr>
              <p14:cNvContentPartPr/>
              <p14:nvPr/>
            </p14:nvContentPartPr>
            <p14:xfrm>
              <a:off x="7251537" y="3813442"/>
              <a:ext cx="1639440" cy="159120"/>
            </p14:xfrm>
          </p:contentPart>
        </mc:Choice>
        <mc:Fallback>
          <p:pic>
            <p:nvPicPr>
              <p:cNvPr id="10" name="Ink 9">
                <a:extLst>
                  <a:ext uri="{FF2B5EF4-FFF2-40B4-BE49-F238E27FC236}">
                    <a16:creationId xmlns:a16="http://schemas.microsoft.com/office/drawing/2014/main" id="{1A46E13D-3AB3-5AB9-7677-25FF48A9AF91}"/>
                  </a:ext>
                </a:extLst>
              </p:cNvPr>
              <p:cNvPicPr/>
              <p:nvPr/>
            </p:nvPicPr>
            <p:blipFill>
              <a:blip r:embed="rId4"/>
              <a:stretch>
                <a:fillRect/>
              </a:stretch>
            </p:blipFill>
            <p:spPr>
              <a:xfrm>
                <a:off x="7188551" y="3750442"/>
                <a:ext cx="1765052" cy="284760"/>
              </a:xfrm>
              <a:prstGeom prst="rect">
                <a:avLst/>
              </a:prstGeom>
            </p:spPr>
          </p:pic>
        </mc:Fallback>
      </mc:AlternateContent>
      <p:pic>
        <p:nvPicPr>
          <p:cNvPr id="7" name="Picture 6">
            <a:extLst>
              <a:ext uri="{FF2B5EF4-FFF2-40B4-BE49-F238E27FC236}">
                <a16:creationId xmlns:a16="http://schemas.microsoft.com/office/drawing/2014/main" id="{83FDCE68-E0C1-E839-61C6-4D1F1B2CA546}"/>
              </a:ext>
            </a:extLst>
          </p:cNvPr>
          <p:cNvPicPr>
            <a:picLocks noChangeAspect="1"/>
          </p:cNvPicPr>
          <p:nvPr/>
        </p:nvPicPr>
        <p:blipFill>
          <a:blip r:embed="rId5"/>
          <a:stretch>
            <a:fillRect/>
          </a:stretch>
        </p:blipFill>
        <p:spPr>
          <a:xfrm>
            <a:off x="2387431" y="1615019"/>
            <a:ext cx="7540114" cy="4715085"/>
          </a:xfrm>
          <a:prstGeom prst="rect">
            <a:avLst/>
          </a:prstGeom>
        </p:spPr>
      </p:pic>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A1A129DF-D800-8DD8-4FA4-9DB6A7FDD975}"/>
                  </a:ext>
                </a:extLst>
              </p14:cNvPr>
              <p14:cNvContentPartPr/>
              <p14:nvPr/>
            </p14:nvContentPartPr>
            <p14:xfrm>
              <a:off x="6785697" y="1684402"/>
              <a:ext cx="12600" cy="805680"/>
            </p14:xfrm>
          </p:contentPart>
        </mc:Choice>
        <mc:Fallback>
          <p:pic>
            <p:nvPicPr>
              <p:cNvPr id="8" name="Ink 7">
                <a:extLst>
                  <a:ext uri="{FF2B5EF4-FFF2-40B4-BE49-F238E27FC236}">
                    <a16:creationId xmlns:a16="http://schemas.microsoft.com/office/drawing/2014/main" id="{A1A129DF-D800-8DD8-4FA4-9DB6A7FDD975}"/>
                  </a:ext>
                </a:extLst>
              </p:cNvPr>
              <p:cNvPicPr/>
              <p:nvPr/>
            </p:nvPicPr>
            <p:blipFill>
              <a:blip r:embed="rId7"/>
              <a:stretch>
                <a:fillRect/>
              </a:stretch>
            </p:blipFill>
            <p:spPr>
              <a:xfrm>
                <a:off x="6722697" y="1621402"/>
                <a:ext cx="138240" cy="931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C68B324C-C7FB-01D6-CB2E-8F987C50DA2D}"/>
                  </a:ext>
                </a:extLst>
              </p14:cNvPr>
              <p14:cNvContentPartPr/>
              <p14:nvPr/>
            </p14:nvContentPartPr>
            <p14:xfrm>
              <a:off x="10010217" y="1491442"/>
              <a:ext cx="360" cy="360"/>
            </p14:xfrm>
          </p:contentPart>
        </mc:Choice>
        <mc:Fallback>
          <p:pic>
            <p:nvPicPr>
              <p:cNvPr id="9" name="Ink 8">
                <a:extLst>
                  <a:ext uri="{FF2B5EF4-FFF2-40B4-BE49-F238E27FC236}">
                    <a16:creationId xmlns:a16="http://schemas.microsoft.com/office/drawing/2014/main" id="{C68B324C-C7FB-01D6-CB2E-8F987C50DA2D}"/>
                  </a:ext>
                </a:extLst>
              </p:cNvPr>
              <p:cNvPicPr/>
              <p:nvPr/>
            </p:nvPicPr>
            <p:blipFill>
              <a:blip r:embed="rId9"/>
              <a:stretch>
                <a:fillRect/>
              </a:stretch>
            </p:blipFill>
            <p:spPr>
              <a:xfrm>
                <a:off x="9947577" y="1428802"/>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B6DB3026-D5EE-5AA0-234A-CCA871632B0B}"/>
                  </a:ext>
                </a:extLst>
              </p14:cNvPr>
              <p14:cNvContentPartPr/>
              <p14:nvPr/>
            </p14:nvContentPartPr>
            <p14:xfrm>
              <a:off x="6578697" y="1358962"/>
              <a:ext cx="3396960" cy="2042280"/>
            </p14:xfrm>
          </p:contentPart>
        </mc:Choice>
        <mc:Fallback>
          <p:pic>
            <p:nvPicPr>
              <p:cNvPr id="12" name="Ink 11">
                <a:extLst>
                  <a:ext uri="{FF2B5EF4-FFF2-40B4-BE49-F238E27FC236}">
                    <a16:creationId xmlns:a16="http://schemas.microsoft.com/office/drawing/2014/main" id="{B6DB3026-D5EE-5AA0-234A-CCA871632B0B}"/>
                  </a:ext>
                </a:extLst>
              </p:cNvPr>
              <p:cNvPicPr/>
              <p:nvPr/>
            </p:nvPicPr>
            <p:blipFill>
              <a:blip r:embed="rId11"/>
              <a:stretch>
                <a:fillRect/>
              </a:stretch>
            </p:blipFill>
            <p:spPr>
              <a:xfrm>
                <a:off x="6515697" y="1296322"/>
                <a:ext cx="3522600" cy="2167920"/>
              </a:xfrm>
              <a:prstGeom prst="rect">
                <a:avLst/>
              </a:prstGeom>
            </p:spPr>
          </p:pic>
        </mc:Fallback>
      </mc:AlternateContent>
    </p:spTree>
    <p:extLst>
      <p:ext uri="{BB962C8B-B14F-4D97-AF65-F5344CB8AC3E}">
        <p14:creationId xmlns:p14="http://schemas.microsoft.com/office/powerpoint/2010/main" val="36895389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7DDAA-AEBC-2EF2-DC76-21D0BAE29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F9115-8783-7E1E-78C0-E273779D5853}"/>
              </a:ext>
            </a:extLst>
          </p:cNvPr>
          <p:cNvSpPr>
            <a:spLocks noGrp="1"/>
          </p:cNvSpPr>
          <p:nvPr>
            <p:ph type="title"/>
          </p:nvPr>
        </p:nvSpPr>
        <p:spPr/>
        <p:txBody>
          <a:bodyPr/>
          <a:lstStyle/>
          <a:p>
            <a:r>
              <a:rPr lang="en-US" dirty="0">
                <a:solidFill>
                  <a:srgbClr val="0070C0"/>
                </a:solidFill>
              </a:rPr>
              <a:t>RESULTS - 3d obFS-SPIHT</a:t>
            </a:r>
          </a:p>
        </p:txBody>
      </p:sp>
      <p:sp>
        <p:nvSpPr>
          <p:cNvPr id="4" name="Footer Placeholder 3">
            <a:extLst>
              <a:ext uri="{FF2B5EF4-FFF2-40B4-BE49-F238E27FC236}">
                <a16:creationId xmlns:a16="http://schemas.microsoft.com/office/drawing/2014/main" id="{1FFC5FD5-1853-4E7F-E0BB-809C2ECF031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59511EB-241E-7DB3-A0E0-4FB6F96B62A6}"/>
              </a:ext>
            </a:extLst>
          </p:cNvPr>
          <p:cNvSpPr>
            <a:spLocks noGrp="1"/>
          </p:cNvSpPr>
          <p:nvPr>
            <p:ph type="sldNum" sz="quarter" idx="12"/>
          </p:nvPr>
        </p:nvSpPr>
        <p:spPr/>
        <p:txBody>
          <a:bodyPr/>
          <a:lstStyle/>
          <a:p>
            <a:fld id="{382B47E1-F59F-47B3-8D16-B2A0740F319A}" type="slidenum">
              <a:rPr lang="en-US" smtClean="0"/>
              <a:pPr/>
              <a:t>81</a:t>
            </a:fld>
            <a:endParaRPr lang="en-US" dirty="0"/>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FC73B6A3-EDBC-D2C0-402C-2A594F56B860}"/>
                  </a:ext>
                </a:extLst>
              </p14:cNvPr>
              <p14:cNvContentPartPr/>
              <p14:nvPr/>
            </p14:nvContentPartPr>
            <p14:xfrm>
              <a:off x="7251537" y="3813442"/>
              <a:ext cx="1639440" cy="159120"/>
            </p14:xfrm>
          </p:contentPart>
        </mc:Choice>
        <mc:Fallback>
          <p:pic>
            <p:nvPicPr>
              <p:cNvPr id="10" name="Ink 9">
                <a:extLst>
                  <a:ext uri="{FF2B5EF4-FFF2-40B4-BE49-F238E27FC236}">
                    <a16:creationId xmlns:a16="http://schemas.microsoft.com/office/drawing/2014/main" id="{FC73B6A3-EDBC-D2C0-402C-2A594F56B860}"/>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3017627B-35E5-406C-80FF-55D9F356B9F0}"/>
                  </a:ext>
                </a:extLst>
              </p14:cNvPr>
              <p14:cNvContentPartPr/>
              <p14:nvPr/>
            </p14:nvContentPartPr>
            <p14:xfrm>
              <a:off x="6785697" y="1684402"/>
              <a:ext cx="12600" cy="805680"/>
            </p14:xfrm>
          </p:contentPart>
        </mc:Choice>
        <mc:Fallback>
          <p:pic>
            <p:nvPicPr>
              <p:cNvPr id="8" name="Ink 7">
                <a:extLst>
                  <a:ext uri="{FF2B5EF4-FFF2-40B4-BE49-F238E27FC236}">
                    <a16:creationId xmlns:a16="http://schemas.microsoft.com/office/drawing/2014/main" id="{3017627B-35E5-406C-80FF-55D9F356B9F0}"/>
                  </a:ext>
                </a:extLst>
              </p:cNvPr>
              <p:cNvPicPr/>
              <p:nvPr/>
            </p:nvPicPr>
            <p:blipFill>
              <a:blip r:embed="rId6"/>
              <a:stretch>
                <a:fillRect/>
              </a:stretch>
            </p:blipFill>
            <p:spPr>
              <a:xfrm>
                <a:off x="6722697" y="1621402"/>
                <a:ext cx="138240" cy="931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95892B9C-3B05-C8CE-C766-8FD43A9B7401}"/>
                  </a:ext>
                </a:extLst>
              </p14:cNvPr>
              <p14:cNvContentPartPr/>
              <p14:nvPr/>
            </p14:nvContentPartPr>
            <p14:xfrm>
              <a:off x="10010217" y="1491442"/>
              <a:ext cx="360" cy="360"/>
            </p14:xfrm>
          </p:contentPart>
        </mc:Choice>
        <mc:Fallback>
          <p:pic>
            <p:nvPicPr>
              <p:cNvPr id="9" name="Ink 8">
                <a:extLst>
                  <a:ext uri="{FF2B5EF4-FFF2-40B4-BE49-F238E27FC236}">
                    <a16:creationId xmlns:a16="http://schemas.microsoft.com/office/drawing/2014/main" id="{95892B9C-3B05-C8CE-C766-8FD43A9B7401}"/>
                  </a:ext>
                </a:extLst>
              </p:cNvPr>
              <p:cNvPicPr/>
              <p:nvPr/>
            </p:nvPicPr>
            <p:blipFill>
              <a:blip r:embed="rId8"/>
              <a:stretch>
                <a:fillRect/>
              </a:stretch>
            </p:blipFill>
            <p:spPr>
              <a:xfrm>
                <a:off x="9947217" y="1428442"/>
                <a:ext cx="126000" cy="126000"/>
              </a:xfrm>
              <a:prstGeom prst="rect">
                <a:avLst/>
              </a:prstGeom>
            </p:spPr>
          </p:pic>
        </mc:Fallback>
      </mc:AlternateContent>
      <p:pic>
        <p:nvPicPr>
          <p:cNvPr id="6" name="Picture 5">
            <a:extLst>
              <a:ext uri="{FF2B5EF4-FFF2-40B4-BE49-F238E27FC236}">
                <a16:creationId xmlns:a16="http://schemas.microsoft.com/office/drawing/2014/main" id="{66DF2933-9B34-8F86-4F1A-310C7141D85C}"/>
              </a:ext>
            </a:extLst>
          </p:cNvPr>
          <p:cNvPicPr>
            <a:picLocks noChangeAspect="1"/>
          </p:cNvPicPr>
          <p:nvPr/>
        </p:nvPicPr>
        <p:blipFill>
          <a:blip r:embed="rId9"/>
          <a:stretch>
            <a:fillRect/>
          </a:stretch>
        </p:blipFill>
        <p:spPr>
          <a:xfrm>
            <a:off x="2623008" y="2158888"/>
            <a:ext cx="6945984" cy="3627347"/>
          </a:xfrm>
          <a:prstGeom prst="rect">
            <a:avLst/>
          </a:prstGeom>
        </p:spPr>
      </p:pic>
    </p:spTree>
    <p:extLst>
      <p:ext uri="{BB962C8B-B14F-4D97-AF65-F5344CB8AC3E}">
        <p14:creationId xmlns:p14="http://schemas.microsoft.com/office/powerpoint/2010/main" val="18913554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CB88-5700-0513-21DF-704310771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F3AE9-2F58-29EC-D8E1-75B8056EF66A}"/>
              </a:ext>
            </a:extLst>
          </p:cNvPr>
          <p:cNvSpPr>
            <a:spLocks noGrp="1"/>
          </p:cNvSpPr>
          <p:nvPr>
            <p:ph type="title"/>
          </p:nvPr>
        </p:nvSpPr>
        <p:spPr/>
        <p:txBody>
          <a:bodyPr/>
          <a:lstStyle/>
          <a:p>
            <a:r>
              <a:rPr lang="en-US" dirty="0">
                <a:solidFill>
                  <a:srgbClr val="0070C0"/>
                </a:solidFill>
              </a:rPr>
              <a:t>conclusions</a:t>
            </a:r>
          </a:p>
        </p:txBody>
      </p:sp>
      <p:sp>
        <p:nvSpPr>
          <p:cNvPr id="4" name="Footer Placeholder 3">
            <a:extLst>
              <a:ext uri="{FF2B5EF4-FFF2-40B4-BE49-F238E27FC236}">
                <a16:creationId xmlns:a16="http://schemas.microsoft.com/office/drawing/2014/main" id="{718F72C3-AF0D-73E1-49CF-DA53D65B800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A63409C-9AD2-8990-90E6-27E858A2FE48}"/>
              </a:ext>
            </a:extLst>
          </p:cNvPr>
          <p:cNvSpPr>
            <a:spLocks noGrp="1"/>
          </p:cNvSpPr>
          <p:nvPr>
            <p:ph type="sldNum" sz="quarter" idx="12"/>
          </p:nvPr>
        </p:nvSpPr>
        <p:spPr/>
        <p:txBody>
          <a:bodyPr/>
          <a:lstStyle/>
          <a:p>
            <a:fld id="{382B47E1-F59F-47B3-8D16-B2A0740F319A}" type="slidenum">
              <a:rPr lang="en-US" smtClean="0"/>
              <a:pPr/>
              <a:t>82</a:t>
            </a:fld>
            <a:endParaRPr lang="en-US" dirty="0"/>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195594F5-4C42-95F8-2E36-D2DC36845358}"/>
                  </a:ext>
                </a:extLst>
              </p14:cNvPr>
              <p14:cNvContentPartPr/>
              <p14:nvPr/>
            </p14:nvContentPartPr>
            <p14:xfrm>
              <a:off x="7251537" y="3813442"/>
              <a:ext cx="1639440" cy="159120"/>
            </p14:xfrm>
          </p:contentPart>
        </mc:Choice>
        <mc:Fallback>
          <p:pic>
            <p:nvPicPr>
              <p:cNvPr id="10" name="Ink 9">
                <a:extLst>
                  <a:ext uri="{FF2B5EF4-FFF2-40B4-BE49-F238E27FC236}">
                    <a16:creationId xmlns:a16="http://schemas.microsoft.com/office/drawing/2014/main" id="{195594F5-4C42-95F8-2E36-D2DC36845358}"/>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69361D61-7426-EC92-A111-E32327ECA9DA}"/>
                  </a:ext>
                </a:extLst>
              </p14:cNvPr>
              <p14:cNvContentPartPr/>
              <p14:nvPr/>
            </p14:nvContentPartPr>
            <p14:xfrm>
              <a:off x="6785697" y="1684402"/>
              <a:ext cx="12600" cy="805680"/>
            </p14:xfrm>
          </p:contentPart>
        </mc:Choice>
        <mc:Fallback>
          <p:pic>
            <p:nvPicPr>
              <p:cNvPr id="8" name="Ink 7">
                <a:extLst>
                  <a:ext uri="{FF2B5EF4-FFF2-40B4-BE49-F238E27FC236}">
                    <a16:creationId xmlns:a16="http://schemas.microsoft.com/office/drawing/2014/main" id="{69361D61-7426-EC92-A111-E32327ECA9DA}"/>
                  </a:ext>
                </a:extLst>
              </p:cNvPr>
              <p:cNvPicPr/>
              <p:nvPr/>
            </p:nvPicPr>
            <p:blipFill>
              <a:blip r:embed="rId6"/>
              <a:stretch>
                <a:fillRect/>
              </a:stretch>
            </p:blipFill>
            <p:spPr>
              <a:xfrm>
                <a:off x="6722697" y="1621402"/>
                <a:ext cx="138240" cy="931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06339A81-0B62-3B4F-86AD-872FCFEC6659}"/>
                  </a:ext>
                </a:extLst>
              </p14:cNvPr>
              <p14:cNvContentPartPr/>
              <p14:nvPr/>
            </p14:nvContentPartPr>
            <p14:xfrm>
              <a:off x="10010217" y="1491442"/>
              <a:ext cx="360" cy="360"/>
            </p14:xfrm>
          </p:contentPart>
        </mc:Choice>
        <mc:Fallback>
          <p:pic>
            <p:nvPicPr>
              <p:cNvPr id="9" name="Ink 8">
                <a:extLst>
                  <a:ext uri="{FF2B5EF4-FFF2-40B4-BE49-F238E27FC236}">
                    <a16:creationId xmlns:a16="http://schemas.microsoft.com/office/drawing/2014/main" id="{06339A81-0B62-3B4F-86AD-872FCFEC6659}"/>
                  </a:ext>
                </a:extLst>
              </p:cNvPr>
              <p:cNvPicPr/>
              <p:nvPr/>
            </p:nvPicPr>
            <p:blipFill>
              <a:blip r:embed="rId8"/>
              <a:stretch>
                <a:fillRect/>
              </a:stretch>
            </p:blipFill>
            <p:spPr>
              <a:xfrm>
                <a:off x="9947217" y="1428442"/>
                <a:ext cx="126000" cy="126000"/>
              </a:xfrm>
              <a:prstGeom prst="rect">
                <a:avLst/>
              </a:prstGeom>
            </p:spPr>
          </p:pic>
        </mc:Fallback>
      </mc:AlternateContent>
      <p:pic>
        <p:nvPicPr>
          <p:cNvPr id="3" name="Picture 2">
            <a:extLst>
              <a:ext uri="{FF2B5EF4-FFF2-40B4-BE49-F238E27FC236}">
                <a16:creationId xmlns:a16="http://schemas.microsoft.com/office/drawing/2014/main" id="{37EB952D-A9DB-EB4B-C256-A35B48528F74}"/>
              </a:ext>
            </a:extLst>
          </p:cNvPr>
          <p:cNvPicPr>
            <a:picLocks noChangeAspect="1"/>
          </p:cNvPicPr>
          <p:nvPr/>
        </p:nvPicPr>
        <p:blipFill>
          <a:blip r:embed="rId9"/>
          <a:stretch>
            <a:fillRect/>
          </a:stretch>
        </p:blipFill>
        <p:spPr>
          <a:xfrm>
            <a:off x="1024127" y="2055511"/>
            <a:ext cx="10397384" cy="2963554"/>
          </a:xfrm>
          <a:prstGeom prst="rect">
            <a:avLst/>
          </a:prstGeom>
        </p:spPr>
      </p:pic>
      <p:pic>
        <p:nvPicPr>
          <p:cNvPr id="7" name="Picture 6">
            <a:extLst>
              <a:ext uri="{FF2B5EF4-FFF2-40B4-BE49-F238E27FC236}">
                <a16:creationId xmlns:a16="http://schemas.microsoft.com/office/drawing/2014/main" id="{9BAEE79F-E2D5-63A6-57F8-C93D7BB66610}"/>
              </a:ext>
            </a:extLst>
          </p:cNvPr>
          <p:cNvPicPr>
            <a:picLocks noChangeAspect="1"/>
          </p:cNvPicPr>
          <p:nvPr/>
        </p:nvPicPr>
        <p:blipFill>
          <a:blip r:embed="rId10"/>
          <a:stretch>
            <a:fillRect/>
          </a:stretch>
        </p:blipFill>
        <p:spPr>
          <a:xfrm>
            <a:off x="1170887" y="4985145"/>
            <a:ext cx="9850225" cy="762106"/>
          </a:xfrm>
          <a:prstGeom prst="rect">
            <a:avLst/>
          </a:prstGeom>
        </p:spPr>
      </p:pic>
    </p:spTree>
    <p:extLst>
      <p:ext uri="{BB962C8B-B14F-4D97-AF65-F5344CB8AC3E}">
        <p14:creationId xmlns:p14="http://schemas.microsoft.com/office/powerpoint/2010/main" val="13668080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9B603-BCEA-FA65-39D1-0FD9419D2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7A5C7-7F5D-DB0E-6CEC-E6D91A7C8664}"/>
              </a:ext>
            </a:extLst>
          </p:cNvPr>
          <p:cNvSpPr>
            <a:spLocks noGrp="1"/>
          </p:cNvSpPr>
          <p:nvPr>
            <p:ph type="title"/>
          </p:nvPr>
        </p:nvSpPr>
        <p:spPr/>
        <p:txBody>
          <a:bodyPr/>
          <a:lstStyle/>
          <a:p>
            <a:r>
              <a:rPr lang="en-US" dirty="0">
                <a:solidFill>
                  <a:srgbClr val="0070C0"/>
                </a:solidFill>
              </a:rPr>
              <a:t>conclusions</a:t>
            </a:r>
          </a:p>
        </p:txBody>
      </p:sp>
      <p:sp>
        <p:nvSpPr>
          <p:cNvPr id="4" name="Footer Placeholder 3">
            <a:extLst>
              <a:ext uri="{FF2B5EF4-FFF2-40B4-BE49-F238E27FC236}">
                <a16:creationId xmlns:a16="http://schemas.microsoft.com/office/drawing/2014/main" id="{1127A67F-25A0-D10F-A7A1-496AE6451C6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CA51021-958D-57D7-27D5-0EB01A85C899}"/>
              </a:ext>
            </a:extLst>
          </p:cNvPr>
          <p:cNvSpPr>
            <a:spLocks noGrp="1"/>
          </p:cNvSpPr>
          <p:nvPr>
            <p:ph type="sldNum" sz="quarter" idx="12"/>
          </p:nvPr>
        </p:nvSpPr>
        <p:spPr/>
        <p:txBody>
          <a:bodyPr/>
          <a:lstStyle/>
          <a:p>
            <a:fld id="{382B47E1-F59F-47B3-8D16-B2A0740F319A}" type="slidenum">
              <a:rPr lang="en-US" smtClean="0"/>
              <a:pPr/>
              <a:t>83</a:t>
            </a:fld>
            <a:endParaRPr lang="en-US" dirty="0"/>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786B1971-A45B-9847-A3E5-FCF4FDEBB1F7}"/>
                  </a:ext>
                </a:extLst>
              </p14:cNvPr>
              <p14:cNvContentPartPr/>
              <p14:nvPr/>
            </p14:nvContentPartPr>
            <p14:xfrm>
              <a:off x="7251537" y="3813442"/>
              <a:ext cx="1639440" cy="159120"/>
            </p14:xfrm>
          </p:contentPart>
        </mc:Choice>
        <mc:Fallback>
          <p:pic>
            <p:nvPicPr>
              <p:cNvPr id="10" name="Ink 9">
                <a:extLst>
                  <a:ext uri="{FF2B5EF4-FFF2-40B4-BE49-F238E27FC236}">
                    <a16:creationId xmlns:a16="http://schemas.microsoft.com/office/drawing/2014/main" id="{786B1971-A45B-9847-A3E5-FCF4FDEBB1F7}"/>
                  </a:ext>
                </a:extLst>
              </p:cNvPr>
              <p:cNvPicPr/>
              <p:nvPr/>
            </p:nvPicPr>
            <p:blipFill>
              <a:blip r:embed="rId4"/>
              <a:stretch>
                <a:fillRect/>
              </a:stretch>
            </p:blipFill>
            <p:spPr>
              <a:xfrm>
                <a:off x="7188551" y="3750442"/>
                <a:ext cx="1765052"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FE79B81E-10C4-7CD0-6205-25AA935D27F8}"/>
                  </a:ext>
                </a:extLst>
              </p14:cNvPr>
              <p14:cNvContentPartPr/>
              <p14:nvPr/>
            </p14:nvContentPartPr>
            <p14:xfrm>
              <a:off x="6785697" y="1684402"/>
              <a:ext cx="12600" cy="805680"/>
            </p14:xfrm>
          </p:contentPart>
        </mc:Choice>
        <mc:Fallback>
          <p:pic>
            <p:nvPicPr>
              <p:cNvPr id="8" name="Ink 7">
                <a:extLst>
                  <a:ext uri="{FF2B5EF4-FFF2-40B4-BE49-F238E27FC236}">
                    <a16:creationId xmlns:a16="http://schemas.microsoft.com/office/drawing/2014/main" id="{FE79B81E-10C4-7CD0-6205-25AA935D27F8}"/>
                  </a:ext>
                </a:extLst>
              </p:cNvPr>
              <p:cNvPicPr/>
              <p:nvPr/>
            </p:nvPicPr>
            <p:blipFill>
              <a:blip r:embed="rId6"/>
              <a:stretch>
                <a:fillRect/>
              </a:stretch>
            </p:blipFill>
            <p:spPr>
              <a:xfrm>
                <a:off x="6722697" y="1621402"/>
                <a:ext cx="138240" cy="931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99A27747-1FA9-A282-15AC-6B6029628AEF}"/>
                  </a:ext>
                </a:extLst>
              </p14:cNvPr>
              <p14:cNvContentPartPr/>
              <p14:nvPr/>
            </p14:nvContentPartPr>
            <p14:xfrm>
              <a:off x="10010217" y="1491442"/>
              <a:ext cx="360" cy="360"/>
            </p14:xfrm>
          </p:contentPart>
        </mc:Choice>
        <mc:Fallback>
          <p:pic>
            <p:nvPicPr>
              <p:cNvPr id="9" name="Ink 8">
                <a:extLst>
                  <a:ext uri="{FF2B5EF4-FFF2-40B4-BE49-F238E27FC236}">
                    <a16:creationId xmlns:a16="http://schemas.microsoft.com/office/drawing/2014/main" id="{99A27747-1FA9-A282-15AC-6B6029628AEF}"/>
                  </a:ext>
                </a:extLst>
              </p:cNvPr>
              <p:cNvPicPr/>
              <p:nvPr/>
            </p:nvPicPr>
            <p:blipFill>
              <a:blip r:embed="rId8"/>
              <a:stretch>
                <a:fillRect/>
              </a:stretch>
            </p:blipFill>
            <p:spPr>
              <a:xfrm>
                <a:off x="9947217" y="1428442"/>
                <a:ext cx="126000" cy="126000"/>
              </a:xfrm>
              <a:prstGeom prst="rect">
                <a:avLst/>
              </a:prstGeom>
            </p:spPr>
          </p:pic>
        </mc:Fallback>
      </mc:AlternateContent>
      <p:pic>
        <p:nvPicPr>
          <p:cNvPr id="6" name="Picture 5">
            <a:extLst>
              <a:ext uri="{FF2B5EF4-FFF2-40B4-BE49-F238E27FC236}">
                <a16:creationId xmlns:a16="http://schemas.microsoft.com/office/drawing/2014/main" id="{3BA1BE15-596F-C734-B784-9B68ED91A48B}"/>
              </a:ext>
            </a:extLst>
          </p:cNvPr>
          <p:cNvPicPr>
            <a:picLocks noChangeAspect="1"/>
          </p:cNvPicPr>
          <p:nvPr/>
        </p:nvPicPr>
        <p:blipFill>
          <a:blip r:embed="rId9"/>
          <a:stretch>
            <a:fillRect/>
          </a:stretch>
        </p:blipFill>
        <p:spPr>
          <a:xfrm>
            <a:off x="1024127" y="2398028"/>
            <a:ext cx="10348224" cy="2155464"/>
          </a:xfrm>
          <a:prstGeom prst="rect">
            <a:avLst/>
          </a:prstGeom>
        </p:spPr>
      </p:pic>
    </p:spTree>
    <p:extLst>
      <p:ext uri="{BB962C8B-B14F-4D97-AF65-F5344CB8AC3E}">
        <p14:creationId xmlns:p14="http://schemas.microsoft.com/office/powerpoint/2010/main" val="16069818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A41AC481-B287-49C8-90EF-C669597D2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7C186DD-5304-4F68-864E-B96D4F4886F9}">
  <we:reference id="wa200004052" version="1.0.0.2" store="en-US" storeType="OMEX"/>
  <we:alternateReferences>
    <we:reference id="wa200004052" version="1.0.0.2" store="wa200004052" storeType="OMEX"/>
  </we:alternateReferences>
  <we:properties>
    <we:property name="holatex.main" value="{&quot;pictures&quot;:[{&quot;name&quot;:&quot;Latex&quot;,&quot;code&quot;:&quot;\\documentclass{article}\n\\usepackage{amsmath} % Required for mathematical environments\n\\usepackage{xcolor}  % Required for colored text\n\\usepackage{tikz}    % Required for drawing arrows\n\n\\begin{document}\n\n\\begin{itemize}\n    \\item \\textbf{Non-Stationary Signal} $\\Rightarrow$ \n          \\textcolor{red}{{Frequency changes in time.}}\n          \n\n\\end{itemize}\n\n\\end{document}&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Integral</Template>
  <TotalTime>4875</TotalTime>
  <Words>2368</Words>
  <Application>Microsoft Office PowerPoint</Application>
  <PresentationFormat>Widescreen</PresentationFormat>
  <Paragraphs>453</Paragraphs>
  <Slides>83</Slides>
  <Notes>67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Arial</vt:lpstr>
      <vt:lpstr>Calibri</vt:lpstr>
      <vt:lpstr>Cambria Math</vt:lpstr>
      <vt:lpstr>Tw Cen MT</vt:lpstr>
      <vt:lpstr>Tw Cen MT Condensed</vt:lpstr>
      <vt:lpstr>Wingdings</vt:lpstr>
      <vt:lpstr>Wingdings 3</vt:lpstr>
      <vt:lpstr>Integral</vt:lpstr>
      <vt:lpstr>INFORMATION HIDING</vt:lpstr>
      <vt:lpstr>PowerPoint Presentation</vt:lpstr>
      <vt:lpstr>Traditional vs. New Generation compression </vt:lpstr>
      <vt:lpstr>introduction</vt:lpstr>
      <vt:lpstr>Region of interest (roi) coding</vt:lpstr>
      <vt:lpstr>Object-based coding</vt:lpstr>
      <vt:lpstr>What is Scalability?</vt:lpstr>
      <vt:lpstr>Why Scalable Image Coding?</vt:lpstr>
      <vt:lpstr>Why Scalable Image Coding?</vt:lpstr>
      <vt:lpstr>Why Scalable Image Coding?</vt:lpstr>
      <vt:lpstr>Why Scalable Image Coding?</vt:lpstr>
      <vt:lpstr>Scalability types</vt:lpstr>
      <vt:lpstr>BASELINE (SEQUENTIAL) JPEG</vt:lpstr>
      <vt:lpstr>Scalability types</vt:lpstr>
      <vt:lpstr>Snr (quality) Scalability</vt:lpstr>
      <vt:lpstr>Snr (quality) Scalability</vt:lpstr>
      <vt:lpstr>Snr (quality) Scalability</vt:lpstr>
      <vt:lpstr>Snr (quality) Scalability</vt:lpstr>
      <vt:lpstr>Scalability types</vt:lpstr>
      <vt:lpstr>Resolution Scalability</vt:lpstr>
      <vt:lpstr>combined Scalability</vt:lpstr>
      <vt:lpstr>JPEG OPERATING MODES</vt:lpstr>
      <vt:lpstr>SEQUENTIAL JPEG MODE ( Most common )</vt:lpstr>
      <vt:lpstr>SEQUENTIAL JPEG MODE ( Most common )</vt:lpstr>
      <vt:lpstr>Progressive JPEG MODE</vt:lpstr>
      <vt:lpstr>Progressive JPEG MODE</vt:lpstr>
      <vt:lpstr>Progressive JPEG MODE</vt:lpstr>
      <vt:lpstr>Progressive JPEG MODE</vt:lpstr>
      <vt:lpstr>Progressive JPEG MODE</vt:lpstr>
      <vt:lpstr>Progressive JPEG MODE</vt:lpstr>
      <vt:lpstr>Progressive JPEG MODE</vt:lpstr>
      <vt:lpstr>Progressive JPEG MODE</vt:lpstr>
      <vt:lpstr>Hierarchical JPEG MODE</vt:lpstr>
      <vt:lpstr>Hierarchical JPEG Mode</vt:lpstr>
      <vt:lpstr>Hierarchical JPEG</vt:lpstr>
      <vt:lpstr>Hierarchical JPEG mode</vt:lpstr>
      <vt:lpstr>Lossy JPEG modes overview</vt:lpstr>
      <vt:lpstr>Jpeg bitstream</vt:lpstr>
      <vt:lpstr>Wavelet-based image coding system</vt:lpstr>
      <vt:lpstr>2-d discrete wavelet transform</vt:lpstr>
      <vt:lpstr>2-d discrete wavelet transform</vt:lpstr>
      <vt:lpstr>2-d discrete wavelet transform</vt:lpstr>
      <vt:lpstr>Set Partitioning in Hierarchical Trees (SPIHT)</vt:lpstr>
      <vt:lpstr>PowerPoint Presentation</vt:lpstr>
      <vt:lpstr>Set Partitioning in Hierarchical Trees (SPIHT)</vt:lpstr>
      <vt:lpstr>Set Partitioning in Hierarchical Trees (SPIHT)</vt:lpstr>
      <vt:lpstr>SPIHT Algorithm</vt:lpstr>
      <vt:lpstr>SPIHT Algorithm</vt:lpstr>
      <vt:lpstr>SPIHT Properties</vt:lpstr>
      <vt:lpstr>SPIHT algorithm detailed with an example</vt:lpstr>
      <vt:lpstr>SPIHT algorithm detailed with an example</vt:lpstr>
      <vt:lpstr>SPIHT algorithm detailed with an example</vt:lpstr>
      <vt:lpstr>SPIHT algorithm detailed with an example</vt:lpstr>
      <vt:lpstr>SPIHT algorithm detailed with an example</vt:lpstr>
      <vt:lpstr>SPIHT algorithm detailed with an example</vt:lpstr>
      <vt:lpstr>SPIHT algorithm detailed with an example</vt:lpstr>
      <vt:lpstr>SPIHT algorithm detailed with an example</vt:lpstr>
      <vt:lpstr>SPIHT algorithm detailed with an example</vt:lpstr>
      <vt:lpstr>SPIHT algorithm detailed with an example</vt:lpstr>
      <vt:lpstr>SPIHT bitstream</vt:lpstr>
      <vt:lpstr>Fully scalable spiht (fs-spiht) - Objectives</vt:lpstr>
      <vt:lpstr>Fully scalable spiht (fs-spiht) - Objectives</vt:lpstr>
      <vt:lpstr>Fully scalable spiht (fs-spiht)</vt:lpstr>
      <vt:lpstr>Fully scalable spiht (fs-spiht)</vt:lpstr>
      <vt:lpstr>Fully scalable spiht (fs-spiht) algorithm</vt:lpstr>
      <vt:lpstr>Fully scalable spiht (fs-spiht) algorithm</vt:lpstr>
      <vt:lpstr>Object-based fs-spiht (obfs-spiht)</vt:lpstr>
      <vt:lpstr>Bitstream formation and parsing</vt:lpstr>
      <vt:lpstr>Bitstream formation and parsing</vt:lpstr>
      <vt:lpstr>multicasting</vt:lpstr>
      <vt:lpstr>Some results and implementation details</vt:lpstr>
      <vt:lpstr>PowerPoint Presentation</vt:lpstr>
      <vt:lpstr>PowerPoint Presentation</vt:lpstr>
      <vt:lpstr>RESULTS (TIME SPENT BY FS-SPIHT DECODER)</vt:lpstr>
      <vt:lpstr>RESULTS (FS-SPIHT)</vt:lpstr>
      <vt:lpstr>RESULTS (FS-SPIHT)</vt:lpstr>
      <vt:lpstr>RESULTS (FS-SPIHT)</vt:lpstr>
      <vt:lpstr>RESULTS (FS-SPIHT)</vt:lpstr>
      <vt:lpstr>RESULTS - 3d obFS-SPIHT</vt:lpstr>
      <vt:lpstr>RESULTS - 3d obFS-SPIHT</vt:lpstr>
      <vt:lpstr>RESULTS - 3d obFS-SPIHT</vt:lpstr>
      <vt:lpstr>conclusions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Adib</dc:creator>
  <cp:lastModifiedBy>ADIB</cp:lastModifiedBy>
  <cp:revision>1438</cp:revision>
  <dcterms:created xsi:type="dcterms:W3CDTF">2025-02-14T04:57:05Z</dcterms:created>
  <dcterms:modified xsi:type="dcterms:W3CDTF">2025-06-25T13:57:58Z</dcterms:modified>
</cp:coreProperties>
</file>