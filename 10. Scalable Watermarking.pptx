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72"/>
  </p:notesMasterIdLst>
  <p:handoutMasterIdLst>
    <p:handoutMasterId r:id="rId73"/>
  </p:handoutMasterIdLst>
  <p:sldIdLst>
    <p:sldId id="256" r:id="rId2"/>
    <p:sldId id="391" r:id="rId3"/>
    <p:sldId id="392" r:id="rId4"/>
    <p:sldId id="393" r:id="rId5"/>
    <p:sldId id="395" r:id="rId6"/>
    <p:sldId id="394" r:id="rId7"/>
    <p:sldId id="427" r:id="rId8"/>
    <p:sldId id="396" r:id="rId9"/>
    <p:sldId id="426" r:id="rId10"/>
    <p:sldId id="397" r:id="rId11"/>
    <p:sldId id="428" r:id="rId12"/>
    <p:sldId id="398" r:id="rId13"/>
    <p:sldId id="400" r:id="rId14"/>
    <p:sldId id="399" r:id="rId15"/>
    <p:sldId id="401" r:id="rId16"/>
    <p:sldId id="402" r:id="rId17"/>
    <p:sldId id="425" r:id="rId18"/>
    <p:sldId id="416" r:id="rId19"/>
    <p:sldId id="429" r:id="rId20"/>
    <p:sldId id="430" r:id="rId21"/>
    <p:sldId id="439" r:id="rId22"/>
    <p:sldId id="431" r:id="rId23"/>
    <p:sldId id="413" r:id="rId24"/>
    <p:sldId id="414" r:id="rId25"/>
    <p:sldId id="415" r:id="rId26"/>
    <p:sldId id="432" r:id="rId27"/>
    <p:sldId id="433" r:id="rId28"/>
    <p:sldId id="434" r:id="rId29"/>
    <p:sldId id="435" r:id="rId30"/>
    <p:sldId id="403" r:id="rId31"/>
    <p:sldId id="404" r:id="rId32"/>
    <p:sldId id="405" r:id="rId33"/>
    <p:sldId id="406" r:id="rId34"/>
    <p:sldId id="407" r:id="rId35"/>
    <p:sldId id="408" r:id="rId36"/>
    <p:sldId id="409" r:id="rId37"/>
    <p:sldId id="410" r:id="rId38"/>
    <p:sldId id="411" r:id="rId39"/>
    <p:sldId id="412" r:id="rId40"/>
    <p:sldId id="418" r:id="rId41"/>
    <p:sldId id="417" r:id="rId42"/>
    <p:sldId id="419" r:id="rId43"/>
    <p:sldId id="420" r:id="rId44"/>
    <p:sldId id="421" r:id="rId45"/>
    <p:sldId id="423" r:id="rId46"/>
    <p:sldId id="424" r:id="rId47"/>
    <p:sldId id="422" r:id="rId48"/>
    <p:sldId id="436" r:id="rId49"/>
    <p:sldId id="437" r:id="rId50"/>
    <p:sldId id="440" r:id="rId51"/>
    <p:sldId id="438" r:id="rId52"/>
    <p:sldId id="445" r:id="rId53"/>
    <p:sldId id="450" r:id="rId54"/>
    <p:sldId id="451" r:id="rId55"/>
    <p:sldId id="449" r:id="rId56"/>
    <p:sldId id="446" r:id="rId57"/>
    <p:sldId id="441" r:id="rId58"/>
    <p:sldId id="443" r:id="rId59"/>
    <p:sldId id="442" r:id="rId60"/>
    <p:sldId id="448" r:id="rId61"/>
    <p:sldId id="447" r:id="rId62"/>
    <p:sldId id="452" r:id="rId63"/>
    <p:sldId id="453" r:id="rId64"/>
    <p:sldId id="454" r:id="rId65"/>
    <p:sldId id="455" r:id="rId66"/>
    <p:sldId id="456" r:id="rId67"/>
    <p:sldId id="457" r:id="rId68"/>
    <p:sldId id="458" r:id="rId69"/>
    <p:sldId id="459" r:id="rId70"/>
    <p:sldId id="460"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7D1BF4-5A65-4AEE-9A68-2E66F2371F8D}">
          <p14:sldIdLst>
            <p14:sldId id="256"/>
          </p14:sldIdLst>
        </p14:section>
        <p14:section name="Lecture" id="{D1AEDBE2-3BAB-4481-A334-91B5260DFC5A}">
          <p14:sldIdLst>
            <p14:sldId id="391"/>
            <p14:sldId id="392"/>
            <p14:sldId id="393"/>
            <p14:sldId id="395"/>
            <p14:sldId id="394"/>
            <p14:sldId id="427"/>
            <p14:sldId id="396"/>
            <p14:sldId id="426"/>
            <p14:sldId id="397"/>
            <p14:sldId id="428"/>
            <p14:sldId id="398"/>
            <p14:sldId id="400"/>
            <p14:sldId id="399"/>
            <p14:sldId id="401"/>
            <p14:sldId id="402"/>
            <p14:sldId id="425"/>
            <p14:sldId id="416"/>
            <p14:sldId id="429"/>
            <p14:sldId id="430"/>
            <p14:sldId id="439"/>
            <p14:sldId id="431"/>
            <p14:sldId id="413"/>
            <p14:sldId id="414"/>
            <p14:sldId id="415"/>
            <p14:sldId id="432"/>
            <p14:sldId id="433"/>
            <p14:sldId id="434"/>
            <p14:sldId id="435"/>
            <p14:sldId id="403"/>
            <p14:sldId id="404"/>
            <p14:sldId id="405"/>
            <p14:sldId id="406"/>
            <p14:sldId id="407"/>
            <p14:sldId id="408"/>
            <p14:sldId id="409"/>
            <p14:sldId id="410"/>
            <p14:sldId id="411"/>
            <p14:sldId id="412"/>
            <p14:sldId id="418"/>
            <p14:sldId id="417"/>
            <p14:sldId id="419"/>
            <p14:sldId id="420"/>
            <p14:sldId id="421"/>
            <p14:sldId id="423"/>
            <p14:sldId id="424"/>
            <p14:sldId id="422"/>
            <p14:sldId id="436"/>
            <p14:sldId id="437"/>
            <p14:sldId id="440"/>
            <p14:sldId id="438"/>
            <p14:sldId id="445"/>
            <p14:sldId id="450"/>
            <p14:sldId id="451"/>
            <p14:sldId id="449"/>
            <p14:sldId id="446"/>
            <p14:sldId id="441"/>
            <p14:sldId id="443"/>
            <p14:sldId id="442"/>
            <p14:sldId id="448"/>
            <p14:sldId id="447"/>
            <p14:sldId id="452"/>
            <p14:sldId id="453"/>
            <p14:sldId id="454"/>
            <p14:sldId id="455"/>
            <p14:sldId id="456"/>
            <p14:sldId id="457"/>
            <p14:sldId id="458"/>
            <p14:sldId id="459"/>
            <p14:sldId id="4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543F"/>
    <a:srgbClr val="CC66FF"/>
    <a:srgbClr val="339933"/>
    <a:srgbClr val="000000"/>
    <a:srgbClr val="003300"/>
    <a:srgbClr val="00C072"/>
    <a:srgbClr val="AD7836"/>
    <a:srgbClr val="C79351"/>
    <a:srgbClr val="343434"/>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5" autoAdjust="0"/>
    <p:restoredTop sz="90625" autoAdjust="0"/>
  </p:normalViewPr>
  <p:slideViewPr>
    <p:cSldViewPr snapToGrid="0">
      <p:cViewPr varScale="1">
        <p:scale>
          <a:sx n="140" d="100"/>
          <a:sy n="140" d="100"/>
        </p:scale>
        <p:origin x="156" y="21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07B03B-1818-36DE-BC71-1589B7160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EA4BC83-76BB-54B2-47A7-AAFA77B1C2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57C5F-FDF1-4461-8BEB-7B650942ABC1}" type="datetimeFigureOut">
              <a:rPr lang="en-US" smtClean="0"/>
              <a:t>6/26/2025</a:t>
            </a:fld>
            <a:endParaRPr lang="en-US" dirty="0"/>
          </a:p>
        </p:txBody>
      </p:sp>
      <p:sp>
        <p:nvSpPr>
          <p:cNvPr id="4" name="Footer Placeholder 3">
            <a:extLst>
              <a:ext uri="{FF2B5EF4-FFF2-40B4-BE49-F238E27FC236}">
                <a16:creationId xmlns:a16="http://schemas.microsoft.com/office/drawing/2014/main" id="{598D7078-B9EC-077B-AAB1-78843354F1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5" name="Slide Number Placeholder 4">
            <a:extLst>
              <a:ext uri="{FF2B5EF4-FFF2-40B4-BE49-F238E27FC236}">
                <a16:creationId xmlns:a16="http://schemas.microsoft.com/office/drawing/2014/main" id="{6E9E3C49-2DA4-5229-FC07-AF5C64561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65E7CF-5076-4F3B-B76A-DA09674628C1}" type="slidenum">
              <a:rPr lang="en-US" smtClean="0"/>
              <a:t>‹#›</a:t>
            </a:fld>
            <a:endParaRPr lang="en-US" dirty="0"/>
          </a:p>
        </p:txBody>
      </p:sp>
    </p:spTree>
    <p:extLst>
      <p:ext uri="{BB962C8B-B14F-4D97-AF65-F5344CB8AC3E}">
        <p14:creationId xmlns:p14="http://schemas.microsoft.com/office/powerpoint/2010/main" val="2432438872"/>
      </p:ext>
    </p:extLst>
  </p:cSld>
  <p:clrMap bg1="lt1" tx1="dk1" bg2="lt2" tx2="dk2" accent1="accent1" accent2="accent2" accent3="accent3" accent4="accent4" accent5="accent5" accent6="accent6" hlink="hlink" folHlink="folHlink"/>
  <p:hf sldNum="0"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5:12:35.204"/>
    </inkml:context>
    <inkml:brush xml:id="br0">
      <inkml:brushProperty name="width" value="0.35" units="cm"/>
      <inkml:brushProperty name="height" value="0.35" units="cm"/>
      <inkml:brushProperty name="color" value="#FFFFFF"/>
    </inkml:brush>
  </inkml:definitions>
  <inkml:trace contextRef="#ctx0" brushRef="#br0">1192 705 24575,'-32'-9'0,"26"1"0,22-1 0,15 4 0,1 1 0,-1 1 0,1 1 0,56 6 0,-12-2 0,-24-2-300,1-3 0,75-14 1,-59 9 317,0 2 0,105 6 0,-129 0 78,-254 3 707,-183-6-3031,272-12 2166,-20-1-1246,-44-2 1124,-18 0 100,-35-2-75,110 6 24,16-1 70,64 7 68,-61-2 0,-65 10 1821,623 0 466,-276 1-2239,-683-1-51,546 2 0,64 11 0,-21-1 0,530 81-2139,-272-38 1187,1236 130-5958,-1188-143 5262,330 27-1494,-528-56 3658,165 5 848,-100 0 1319,5-1 121,-239-17-2931,72 0 985,146 18 0,-102-4 2734,-228-24-2470,-110-26-1,112 16-1991,-137-13-1,203 29 871,0 0 0,0-2 0,0-1 0,-39-17 0,-43-12 0,-257-21 0,205 38 0,-118-14-839,207 26 839,-114 3 0,3 2 0,61-14 0,72 8 0,-52-1 0,-61 9 164,1267-2-2979,-533 5 1692,144-3 7363,-1792 0-8874,1014-3 2681,-67-11 0,-34-3-1124,92 17-64,45 1 976,1-1 1,0-1 0,0-1 0,-1-1 0,1-2 0,-43-12 0,35 6 26,-2 2 0,1 2 0,-1 1 0,0 1 1,-67 0-1,-57-7 20,-5-6 2273,-16-3-1458,123 13 632,-106 1-1,302 10-975,175-5-73,-203-13-280,20-1 0,530 12-3241,-341 7 2152,45-3 5170,-869 0-3912,-256 0-7657,419 0 5350,102-17 3148,38 1-228,198 16-782,-324-22 0,-38-11 1483,267 24 1035,-138 4 1,233 5-2463,-19-3 147,1 0 1,-1-2 0,1 0 0,1-1-1,-1-2 1,1 0 0,-22-12 0,40 16 284,12 1-403,13 2-126,141 27 41,153-2-206,386 38-1964,-9 14 217,1648 188-4863,-2219-249 6597,137 15 112,-111-19 3777,-333-17-620,-321-20-400,-1142-184-5053,564 62 748,657 93 1304,-333-36-1696,714 91 3157,52 4-572,61 13 967,151 19 16,230 7 1,-322-33-1483,342 23-1545,241-12-5835,-421-5 5803,-9 1 559,48-18 1143,-310 3 8,0 0 0,0 1 0,0 1 0,-1 0 0,30 12 0,-23-7-5,-1-2 1,34 6-1,22-6 3529,143-5 1,-128-7-293,-104-2-2556,-19-4-537,-90-4-261,10 2-232,-163-27-1352,221 34 1493,-69-1 1,68 6 643,-68-11-1,-24-6-28,327 19-574,-74-3 0,1133 2-2951,-720 0 5902,-659 2-2951,-162-5 0,180-13-1121,73 8 1055,-58-2 0,-119-9-567,165 13 633,-67 1 0,74 4 0,-1-1 0,-51-10 0,-32-9 1886,1002 22-1886,-859-1 0,-4 1 0,-1-1 0,1 1 0,-1-2 0,1 1 0,-1 0 0,0-1 0,1 1 0,-1-1 0,0-1 0,1 1 0,-1 0 0,0-1 0,7-4 0,-10 5 0,-1 1 0,0-1 0,-1 1 0,1-1 0,0 0 0,0 1 0,0-1 0,0 1 0,0-1 0,-1 1 0,1-1 0,0 1 0,0-1 0,-1 1 0,1-1 0,0 1 0,-1-1 0,1 1 0,0 0 0,-1-1 0,1 1 0,-1-1 0,1 1 0,-1 0 0,1 0 0,-1-1 0,1 1 0,-1 0 0,1 0 0,-1-1 0,-23-12 0,21 11 0,-34-17 4,-1 2 0,-75-24-1,-89-10-97,160 41 13,-137-28-428,-66-16 53,200 43 456,12 3 0,1-1 0,-46-19 0,23 10 473,44 15-315,0 0 0,1 0 0,-18-9 0,68 9-134,576 6-1389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5:12:35.204"/>
    </inkml:context>
    <inkml:brush xml:id="br0">
      <inkml:brushProperty name="width" value="0.35" units="cm"/>
      <inkml:brushProperty name="height" value="0.35" units="cm"/>
      <inkml:brushProperty name="color" value="#FFFFFF"/>
    </inkml:brush>
  </inkml:definitions>
  <inkml:trace contextRef="#ctx0" brushRef="#br0">1192 705 24575,'-32'-9'0,"26"1"0,22-1 0,15 4 0,1 1 0,-1 1 0,1 1 0,56 6 0,-12-2 0,-24-2-300,1-3 0,75-14 1,-59 9 317,0 2 0,105 6 0,-129 0 78,-254 3 707,-183-6-3031,272-12 2166,-20-1-1246,-44-2 1124,-18 0 100,-35-2-75,110 6 24,16-1 70,64 7 68,-61-2 0,-65 10 1821,623 0 466,-276 1-2239,-683-1-51,546 2 0,64 11 0,-21-1 0,530 81-2139,-272-38 1187,1236 130-5958,-1188-143 5262,330 27-1494,-528-56 3658,165 5 848,-100 0 1319,5-1 121,-239-17-2931,72 0 985,146 18 0,-102-4 2734,-228-24-2470,-110-26-1,112 16-1991,-137-13-1,203 29 871,0 0 0,0-2 0,0-1 0,-39-17 0,-43-12 0,-257-21 0,205 38 0,-118-14-839,207 26 839,-114 3 0,3 2 0,61-14 0,72 8 0,-52-1 0,-61 9 164,1267-2-2979,-533 5 1692,144-3 7363,-1792 0-8874,1014-3 2681,-67-11 0,-34-3-1124,92 17-64,45 1 976,1-1 1,0-1 0,0-1 0,-1-1 0,1-2 0,-43-12 0,35 6 26,-2 2 0,1 2 0,-1 1 0,0 1 1,-67 0-1,-57-7 20,-5-6 2273,-16-3-1458,123 13 632,-106 1-1,302 10-975,175-5-73,-203-13-280,20-1 0,530 12-3241,-341 7 2152,45-3 5170,-869 0-3912,-256 0-7657,419 0 5350,102-17 3148,38 1-228,198 16-782,-324-22 0,-38-11 1483,267 24 1035,-138 4 1,233 5-2463,-19-3 147,1 0 1,-1-2 0,1 0 0,1-1-1,-1-2 1,1 0 0,-22-12 0,40 16 284,12 1-403,13 2-126,141 27 41,153-2-206,386 38-1964,-9 14 217,1648 188-4863,-2219-249 6597,137 15 112,-111-19 3777,-333-17-620,-321-20-400,-1142-184-5053,564 62 748,657 93 1304,-333-36-1696,714 91 3157,52 4-572,61 13 967,151 19 16,230 7 1,-322-33-1483,342 23-1545,241-12-5835,-421-5 5803,-9 1 559,48-18 1143,-310 3 8,0 0 0,0 1 0,0 1 0,-1 0 0,30 12 0,-23-7-5,-1-2 1,34 6-1,22-6 3529,143-5 1,-128-7-293,-104-2-2556,-19-4-537,-90-4-261,10 2-232,-163-27-1352,221 34 1493,-69-1 1,68 6 643,-68-11-1,-24-6-28,327 19-574,-74-3 0,1133 2-2951,-720 0 5902,-659 2-2951,-162-5 0,180-13-1121,73 8 1055,-58-2 0,-119-9-567,165 13 633,-67 1 0,74 4 0,-1-1 0,-51-10 0,-32-9 1886,1002 22-1886,-859-1 0,-4 1 0,-1-1 0,1 1 0,-1-2 0,1 1 0,-1 0 0,0-1 0,1 1 0,-1-1 0,0-1 0,1 1 0,-1 0 0,0-1 0,7-4 0,-10 5 0,-1 1 0,0-1 0,-1 1 0,1-1 0,0 0 0,0 1 0,0-1 0,0 1 0,0-1 0,-1 1 0,1-1 0,0 1 0,0-1 0,-1 1 0,1-1 0,0 1 0,-1-1 0,1 1 0,0 0 0,-1-1 0,1 1 0,-1-1 0,1 1 0,-1 0 0,1 0 0,-1-1 0,1 1 0,-1 0 0,1 0 0,-1-1 0,-23-12 0,21 11 0,-34-17 4,-1 2 0,-75-24-1,-89-10-97,160 41 13,-137-28-428,-66-16 53,200 43 456,12 3 0,1-1 0,-46-19 0,23 10 473,44 15-315,0 0 0,1 0 0,-18-9 0,68 9-134,576 6-1389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5:12:35.204"/>
    </inkml:context>
    <inkml:brush xml:id="br0">
      <inkml:brushProperty name="width" value="0.35" units="cm"/>
      <inkml:brushProperty name="height" value="0.35" units="cm"/>
      <inkml:brushProperty name="color" value="#FFFFFF"/>
    </inkml:brush>
  </inkml:definitions>
  <inkml:trace contextRef="#ctx0" brushRef="#br0">1192 705 24575,'-32'-9'0,"26"1"0,22-1 0,15 4 0,1 1 0,-1 1 0,1 1 0,56 6 0,-12-2 0,-24-2-300,1-3 0,75-14 1,-59 9 317,0 2 0,105 6 0,-129 0 78,-254 3 707,-183-6-3031,272-12 2166,-20-1-1246,-44-2 1124,-18 0 100,-35-2-75,110 6 24,16-1 70,64 7 68,-61-2 0,-65 10 1821,623 0 466,-276 1-2239,-683-1-51,546 2 0,64 11 0,-21-1 0,530 81-2139,-272-38 1187,1236 130-5958,-1188-143 5262,330 27-1494,-528-56 3658,165 5 848,-100 0 1319,5-1 121,-239-17-2931,72 0 985,146 18 0,-102-4 2734,-228-24-2470,-110-26-1,112 16-1991,-137-13-1,203 29 871,0 0 0,0-2 0,0-1 0,-39-17 0,-43-12 0,-257-21 0,205 38 0,-118-14-839,207 26 839,-114 3 0,3 2 0,61-14 0,72 8 0,-52-1 0,-61 9 164,1267-2-2979,-533 5 1692,144-3 7363,-1792 0-8874,1014-3 2681,-67-11 0,-34-3-1124,92 17-64,45 1 976,1-1 1,0-1 0,0-1 0,-1-1 0,1-2 0,-43-12 0,35 6 26,-2 2 0,1 2 0,-1 1 0,0 1 1,-67 0-1,-57-7 20,-5-6 2273,-16-3-1458,123 13 632,-106 1-1,302 10-975,175-5-73,-203-13-280,20-1 0,530 12-3241,-341 7 2152,45-3 5170,-869 0-3912,-256 0-7657,419 0 5350,102-17 3148,38 1-228,198 16-782,-324-22 0,-38-11 1483,267 24 1035,-138 4 1,233 5-2463,-19-3 147,1 0 1,-1-2 0,1 0 0,1-1-1,-1-2 1,1 0 0,-22-12 0,40 16 284,12 1-403,13 2-126,141 27 41,153-2-206,386 38-1964,-9 14 217,1648 188-4863,-2219-249 6597,137 15 112,-111-19 3777,-333-17-620,-321-20-400,-1142-184-5053,564 62 748,657 93 1304,-333-36-1696,714 91 3157,52 4-572,61 13 967,151 19 16,230 7 1,-322-33-1483,342 23-1545,241-12-5835,-421-5 5803,-9 1 559,48-18 1143,-310 3 8,0 0 0,0 1 0,0 1 0,-1 0 0,30 12 0,-23-7-5,-1-2 1,34 6-1,22-6 3529,143-5 1,-128-7-293,-104-2-2556,-19-4-537,-90-4-261,10 2-232,-163-27-1352,221 34 1493,-69-1 1,68 6 643,-68-11-1,-24-6-28,327 19-574,-74-3 0,1133 2-2951,-720 0 5902,-659 2-2951,-162-5 0,180-13-1121,73 8 1055,-58-2 0,-119-9-567,165 13 633,-67 1 0,74 4 0,-1-1 0,-51-10 0,-32-9 1886,1002 22-1886,-859-1 0,-4 1 0,-1-1 0,1 1 0,-1-2 0,1 1 0,-1 0 0,0-1 0,1 1 0,-1-1 0,0-1 0,1 1 0,-1 0 0,0-1 0,7-4 0,-10 5 0,-1 1 0,0-1 0,-1 1 0,1-1 0,0 0 0,0 1 0,0-1 0,0 1 0,0-1 0,-1 1 0,1-1 0,0 1 0,0-1 0,-1 1 0,1-1 0,0 1 0,-1-1 0,1 1 0,0 0 0,-1-1 0,1 1 0,-1-1 0,1 1 0,-1 0 0,1 0 0,-1-1 0,1 1 0,-1 0 0,1 0 0,-1-1 0,-23-12 0,21 11 0,-34-17 4,-1 2 0,-75-24-1,-89-10-97,160 41 13,-137-28-428,-66-16 53,200 43 456,12 3 0,1-1 0,-46-19 0,23 10 473,44 15-315,0 0 0,1 0 0,-18-9 0,68 9-134,576 6-1389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08.834"/>
    </inkml:context>
    <inkml:brush xml:id="br0">
      <inkml:brushProperty name="width" value="0.35" units="cm"/>
      <inkml:brushProperty name="height" value="0.35" units="cm"/>
      <inkml:brushProperty name="color" value="#FFFFFF"/>
    </inkml:brush>
  </inkml:definitions>
  <inkml:trace contextRef="#ctx0" brushRef="#br0">483 8 24575,'0'391'0,"2"-420"0,1 0 0,11-50 0,-7 51 0,-2-1 0,2-49 0,-9 83 0,0 0 0,0-1 0,0 1 0,-1-1 0,0 0 0,1 1 0,-2-1 0,1 0 0,0-1 0,-1 1 0,0-1 0,-8 6 0,1 2 0,-26 25 0,-78 70 0,98-92 0,-1-1 0,-1-1 0,0 0 0,0-2 0,-21 9 0,38-18 0,0 0 0,0 0 0,0 0 0,0 0 0,1-1 0,-1 1 0,0 0 0,0-1 0,0 0 0,0 1 0,0-1 0,-1 0 0,1 0 0,0 0 0,0-1 0,0 1 0,0 0 0,0-1 0,0 1 0,0-1 0,1 0 0,-1 1 0,0-1 0,0 0 0,0 0 0,1 0 0,-3-2 0,2 0 0,0-1 0,0 1 0,1-1 0,-1 1 0,1-1 0,0 0 0,0 1 0,0-1 0,1 0 0,-1 0 0,1 0 0,0 0 0,1-7 0,1-12 0,1 0 0,1 0 0,1 0 0,1 1 0,11-28 0,3-9 0,-22 83 0,-7 24 0,2-30 0,-19 50 0,24-63 0,-1 0 0,0 0 0,0 0 0,0 0 0,0 0 0,-1-1 0,0 0 0,0 1 0,-9 5 0,13-9 0,0-1 0,-1 0 0,1 0 0,0 1 0,-1-1 0,1 0 0,-1 0 0,1 0 0,0 1 0,-1-1 0,1 0 0,-1 0 0,1 0 0,0 0 0,-1 0 0,1 0 0,-1 0 0,1 0 0,-1 0 0,1 0 0,-1 0 0,1 0 0,0 0 0,-1 0 0,1 0 0,-1-1 0,1 1 0,0 0 0,-1 0 0,1 0 0,-1-1 0,1 1 0,0 0 0,-1 0 0,1-1 0,-8-19 0,6-28 0,2 44 0,2-268 0,-3 285-114,-1 0 1,0 0-1,0-1 0,-1 1 0,-1 0 1,0-1-1,-1 0 0,0 0 0,-1 0 1,0-1-1,-13 18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10.326"/>
    </inkml:context>
    <inkml:brush xml:id="br0">
      <inkml:brushProperty name="width" value="0.35" units="cm"/>
      <inkml:brushProperty name="height" value="0.35" units="cm"/>
      <inkml:brushProperty name="color" value="#FFFFFF"/>
    </inkml:brush>
  </inkml:definitions>
  <inkml:trace contextRef="#ctx0" brushRef="#br0">509 1 24575,'-18'237'0,"45"490"0,-24-683 0,-2-28 0,0 0 0,1 0 0,5 20 0,-8-36 0,1 0 0,0 0 0,0 0 0,0 0 0,0 0 0,0 0 0,0 1 0,0-1 0,0 0 0,0 0 0,0 0 0,0 0 0,0 0 0,0 1 0,0-1 0,0 0 0,0 0 0,0 0 0,0 0 0,0 1 0,0-1 0,0 0 0,0 0 0,0 0 0,0 0 0,1 0 0,-1 0 0,0 1 0,0-1 0,0 0 0,0 0 0,0 0 0,0 0 0,0 0 0,0 0 0,1 0 0,-1 0 0,0 0 0,0 1 0,0-1 0,0 0 0,0 0 0,1 0 0,-1 0 0,0 0 0,0 0 0,0 0 0,0 0 0,0 0 0,1 0 0,-1 0 0,0 0 0,0 0 0,0 0 0,0 0 0,0 0 0,1 0 0,-1 0 0,0 0 0,0-1 0,0 1 0,0 0 0,0 0 0,1 0 0,3-14 0,1-22 0,-5 35 0,14-165 0,-10-219 0,-5 397 0,-1-1 0,0 1 0,-1 0 0,0-1 0,-1 0 0,0 0 0,-10 19 0,0 3 0,-104 211 0,94-199 0,13-31 0,10-25 0,8-25 0,21-34 0,3 2 0,49-78 0,-42 78 0,106-168 0,-144 235 0,0 1 0,0-1 0,1 1 0,-1-1 0,0 1 0,0-1 0,0 1 0,1 0 0,-1-1 0,0 1 0,0-1 0,1 1 0,-1 0 0,0-1 0,1 1 0,-1 0 0,0-1 0,1 1 0,-1 0 0,1 0 0,-1-1 0,1 1 0,-1 0 0,0 0 0,1 0 0,-1 0 0,1 0 0,-1-1 0,1 1 0,-1 0 0,1 0 0,-1 0 0,1 0 0,-1 0 0,1 0 0,-1 1 0,1-1 0,-1 0 0,1 0 0,-1 0 0,0 0 0,1 0 0,-1 1 0,1-1 0,11 27 0,-3 39 0,0 76 0,2 88 0,-11-227 0,0 1 0,0-1 0,1 1 0,-1-1 0,1 1 0,0-1 0,0 0 0,0 1 0,0-1 0,0 0 0,1 0 0,0 0 0,0 0 0,3 5 0,-4-7 0,0-1 0,-1 1 0,1-1 0,-1 1 0,1-1 0,0 1 0,-1-1 0,1 0 0,0 1 0,0-1 0,-1 0 0,1 0 0,0 1 0,0-1 0,0 0 0,-1 0 0,1 0 0,0 0 0,0 0 0,-1 0 0,1 0 0,0 0 0,0-1 0,0 1 0,0 0 0,1-2 0,0 1 0,0 0 0,0-1 0,0 1 0,0-1 0,0 1 0,-1-1 0,1 0 0,-1 0 0,1 0 0,-1 0 0,2-3 0,12-23 0,16-41 0,-19 39 0,22-38 0,78-134 0,-99 180 0,1 1 0,24-26 0,-25 38 0,-12 21 0,-12 22 0,-104 222 0,94-213 0,20-41 0,0 0 0,0 0 0,-1 0 0,1 0 0,0-1 0,-1 1 0,0 0 0,1-1 0,-1 1 0,0-1 0,1 0 0,-1 1 0,0-1 0,0 0 0,0 0 0,0 0 0,-1 0 0,-2 0 0,4-1 0,1 0 0,-1-1 0,0 1 0,0 0 0,0-1 0,0 1 0,0-1 0,0 1 0,1-1 0,-1 1 0,0-1 0,0 1 0,1-1 0,-1 0 0,0 1 0,1-1 0,-1 0 0,1 0 0,-1 0 0,1 1 0,-1-1 0,1 0 0,0 0 0,-1 0 0,1 0 0,0 0 0,0 0 0,0 0 0,-1 0 0,1 0 0,0 1 0,1-3 0,-3-36 0,2 34 0,3-57 0,-1 47 0,-1-1 0,0 0 0,-1 0 0,-1 1 0,0-1 0,-6-22 0,7 38 0,0-1 0,-1 0 0,1 0 0,0 0 0,-1 1 0,1-1 0,-1 0 0,1 1 0,-1-1 0,1 0 0,-1 1 0,0-1 0,1 1 0,-1-1 0,0 1 0,0-1 0,1 1 0,-1-1 0,0 1 0,0 0 0,1-1 0,-1 1 0,0 0 0,0 0 0,0 0 0,0-1 0,0 1 0,1 0 0,-1 0 0,0 0 0,0 1 0,0-1 0,0 0 0,0 0 0,1 0 0,-1 1 0,0-1 0,0 0 0,0 1 0,1-1 0,-1 0 0,0 1 0,0-1 0,1 1 0,-2 0 0,-39 32 0,33-26 0,-60 52 0,-7 6 0,-96 66 0,147-115 0,-1-1 0,0-2 0,-1 0 0,0-1 0,-1-2 0,0-1 0,-1-1 0,-48 8 0,73-15 0,0-1 0,0 1 0,0-1 0,0 0 0,0 0 0,0 0 0,0 0 0,0-1 0,0 1 0,0-1 0,0 1 0,0-1 0,0 0 0,1-1 0,-1 1 0,0 0 0,1-1 0,-5-2 0,5 1 0,0 0 0,0 0 0,0 0 0,1 0 0,-1-1 0,1 1 0,0-1 0,0 1 0,0 0 0,0-1 0,0 0 0,1 1 0,0-1 0,0 1 0,0-6 0,2-387 0,1 155 0,-4 270 0,-1 0 0,-2-1 0,-1 1 0,-11 34 0,-44 111 0,51-151 0,-34 60-1365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13.144"/>
    </inkml:context>
    <inkml:brush xml:id="br0">
      <inkml:brushProperty name="width" value="0.35" units="cm"/>
      <inkml:brushProperty name="height" value="0.35" units="cm"/>
      <inkml:brushProperty name="color" value="#FFFFFF"/>
    </inkml:brush>
  </inkml:definitions>
  <inkml:trace contextRef="#ctx0" brushRef="#br0">222 156 24575,'1'1'0,"1"0"0,0 0 0,0 0 0,0 0 0,-1 0 0,1-1 0,0 1 0,0-1 0,0 1 0,0-1 0,0 1 0,0-1 0,0 0 0,0 0 0,0 0 0,0-1 0,0 1 0,0 0 0,0-1 0,0 1 0,0-1 0,0 1 0,0-1 0,0 0 0,-1 0 0,1 0 0,0 0 0,1-2 0,1-1 0,0-1 0,0 0 0,-1-1 0,0 1 0,0-1 0,-1 1 0,4-10 0,-5 10 0,1-1 0,0 1 0,0 0 0,1 1 0,-1-1 0,1 0 0,0 1 0,0-1 0,1 1 0,-1 0 0,6-4 0,-9 7 0,0 1 0,1 0 0,-1 0 0,0 0 0,0 0 0,1-1 0,-1 1 0,1 0 0,-1 0 0,0 0 0,1 0 0,-1 0 0,0 0 0,1 0 0,-1 0 0,0 0 0,1 0 0,-1 0 0,1 0 0,-1 0 0,0 0 0,1 0 0,-1 0 0,0 0 0,1 0 0,-1 1 0,0-1 0,1 0 0,-1 0 0,0 0 0,1 1 0,-1-1 0,0 0 0,0 0 0,1 1 0,-1-1 0,0 0 0,1 1 0,6 20 0,-2 28 0,-5-47 0,2 523 0,-4-268 0,2-247 0,0-4 0,-1-1 0,1 1 0,0-1 0,1 1 0,-1-1 0,1 1 0,0-1 0,1 1 0,-1-1 0,1 0 0,0 1 0,4 5 0,-6-11 0,0 1 0,0-1 0,0 0 0,1 0 0,-1 1 0,0-1 0,0 0 0,0 0 0,1 1 0,-1-1 0,0 0 0,0 0 0,1 0 0,-1 0 0,0 1 0,1-1 0,-1 0 0,0 0 0,0 0 0,1 0 0,-1 0 0,0 0 0,1 0 0,-1 0 0,0 0 0,1 0 0,-1 0 0,0 0 0,1 0 0,-1 0 0,0 0 0,0 0 0,1 0 0,-1 0 0,0 0 0,1 0 0,-1 0 0,0-1 0,1 1 0,-1 0 0,0 0 0,1-1 0,9-15 0,2-22 0,5-32 0,4-22 0,3 2 0,42-98 0,-65 185 0,36-85 0,63-104 0,-51 99 0,-32 58 0,24-39 0,-41 74 0,0-1 0,1 1 0,-1 0 0,0-1 0,0 1 0,0 0 0,0-1 0,0 1 0,0 0 0,1-1 0,-1 1 0,0 0 0,0-1 0,1 1 0,-1 0 0,0-1 0,0 1 0,1 0 0,-1 0 0,0-1 0,1 1 0,-1 0 0,0 0 0,1 0 0,-1 0 0,0-1 0,1 1 0,-1 0 0,0 0 0,1 0 0,-1 0 0,1 0 0,-1 0 0,0 0 0,1 0 0,-1 0 0,0 0 0,1 0 0,-1 0 0,1 0 0,-1 0 0,0 1 0,1-1 0,-1 0 0,0 0 0,1 0 0,-1 1 0,7 22 0,-6 34 0,-12 50 0,-26 120 0,23-155 0,-64 225 0,74-288 0,1-10 0,0-24 0,3-38 0,5 18 0,2 1 0,2 0 0,2 1 0,1 0 0,3 1 0,1 1 0,3 0 0,36-60 0,-48 87 0,0 1 0,1 0 0,0 1 0,1-1 0,0 1 0,19-18 0,-28 30 0,1 0 0,-1-1 0,0 1 0,0 0 0,1 0 0,-1-1 0,0 1 0,1 0 0,-1 0 0,0 0 0,0-1 0,1 1 0,-1 0 0,0 0 0,1 0 0,-1 0 0,0 0 0,1 0 0,-1 0 0,1 0 0,-1 0 0,0 0 0,1 0 0,-1 0 0,0 0 0,1 0 0,-1 0 0,0 0 0,1 0 0,-1 0 0,0 0 0,1 0 0,-1 1 0,0-1 0,1 0 0,-1 0 0,0 0 0,0 1 0,1-1 0,-1 1 0,5 17 0,-8 23 0,-7 12 0,-2 1 0,-35 89 0,25-80 0,-17 78 0,42-156 0,1-7 0,1 1 0,9-29 0,65-113 0,-17 38 0,-61 120 0,1 1 0,0 0 0,1 0 0,-1 0 0,0 0 0,1 0 0,0 0 0,0 1 0,0-1 0,1 1 0,-1 0 0,1 0 0,0 0 0,0 0 0,0 1 0,7-5 0,-10 7 0,-1 0 0,0 0 0,0 0 0,1 0 0,-1 0 0,0 0 0,0 0 0,1 0 0,-1 0 0,0 0 0,0 0 0,1 0 0,-1 0 0,0 0 0,0 0 0,1 0 0,-1 1 0,0-1 0,0 0 0,1 0 0,-1 0 0,0 0 0,0 0 0,0 1 0,1-1 0,-1 0 0,0 0 0,0 0 0,0 1 0,1-1 0,-1 0 0,0 0 0,0 0 0,0 1 0,0-1 0,0 0 0,0 0 0,0 1 0,0-1 0,0 0 0,1 0 0,-1 1 0,0-1 0,0 0 0,-3 19 0,-10 15 0,5-22 0,0 0 0,0-1 0,-2-1 0,1 1 0,-1-1 0,-1-1 0,0 0 0,0-1 0,0 0 0,-15 7 0,-43 35 0,25-21 0,36-24 0,0-1 0,0 1 0,1 1 0,0 0 0,-10 9 0,18-12 0,-1 0 0,1 0 0,0 0 0,0 0 0,0 0 0,1 0 0,-1 0 0,1 0 0,-1 0 0,1-1 0,0 1 0,0-1 0,0 1 0,0-1 0,3 3 0,8 12 0,-6-4 0,-1 0 0,0 1 0,-1-1 0,-1 1 0,3 16 0,-7-99 0,-2 73 0,0 0 0,0 0 0,-1 0 0,1 0 0,-1 0 0,0-1 0,-1 1 0,1-1 0,0 0 0,-8 5 0,-5 8 0,19-19 0,0-1 0,1 1 0,-1 0 0,1 0 0,0 1 0,0-1 0,0 1 0,0 0 0,1 0 0,-1 0 0,1 0 0,-1 1 0,1 0 0,8-1 0,7-1 0,0 2 0,28 2 0,-29 0 0,0-1 0,0 0 0,28-6 0,-47 6 0,0 0 0,0 0 0,0 0 0,-1 0 0,1 0 0,0 0 0,0 0 0,0 0 0,-1 0 0,1 0 0,0 0 0,0 0 0,0 0 0,0 0 0,-1 0 0,1 0 0,0 0 0,0 0 0,0 0 0,0 0 0,0-1 0,-1 1 0,1 0 0,0 0 0,0 0 0,0 0 0,0 0 0,0-1 0,0 1 0,0 0 0,-1 0 0,1 0 0,0 0 0,0-1 0,0 1 0,0 0 0,0 0 0,0 0 0,0-1 0,0 1 0,0 0 0,0 0 0,0 0 0,0 0 0,0-1 0,0 1 0,0 0 0,0 0 0,0 0 0,0-1 0,1 1 0,-1 0 0,0 0 0,0 0 0,0 0 0,0 0 0,0-1 0,0 1 0,0 0 0,1 0 0,-1 0 0,0 0 0,0 0 0,0 0 0,0-1 0,1 1 0,-31-13 0,-40-10 0,57 21 0,0 1 0,0 0 0,0 1 0,0 0 0,0 1 0,0 1 0,1 0 0,-1 1 0,-14 4 0,-112 45 0,126-46 0,-54 27 0,2 2 0,-116 82 0,165-103 0,0 0 0,1 0 0,1 2 0,0 0 0,1 0 0,1 1 0,-13 23 0,5-3 0,2 1 0,-23 65 0,32-70 0,8-26 0,-1 0 0,0 1 0,0-1 0,0 0 0,0-1 0,-1 1 0,0 0 0,-1-1 0,0 0 0,0 1 0,0-1 0,-1-1 0,-6 8 0,11-13 0,0 0 0,-1 0 0,1 0 0,-1 0 0,1-1 0,0 1 0,-1 0 0,1 0 0,0 0 0,-1 0 0,1 0 0,0 0 0,-1-1 0,1 1 0,0 0 0,-1 0 0,1 0 0,0-1 0,0 1 0,-1 0 0,1 0 0,0-1 0,0 1 0,0 0 0,-1-1 0,1 1 0,0 0 0,0-1 0,0 1 0,0 0 0,0-1 0,-1 1 0,1 0 0,0-1 0,0 1 0,0-1 0,0 1 0,0 0 0,0-1 0,0 1 0,0 0 0,1-1 0,-1 1 0,0 0 0,0-1 0,-1-21 0,4-5 0,1 0 0,2 0 0,0 1 0,2 0 0,0 0 0,2 1 0,1 0 0,1 1 0,25-37 0,-37 61 0,0 0 0,0 0 0,0 0 0,0 0 0,0 0 0,0 0 0,0 1 0,0-1 0,0 0 0,0 0 0,0 0 0,0 0 0,0 0 0,0 0 0,1 0 0,-1 0 0,0 0 0,0 0 0,0 0 0,0 0 0,0 1 0,0-1 0,0 0 0,0 0 0,0 0 0,1 0 0,-1 0 0,0 0 0,0 0 0,0 0 0,0 0 0,0 0 0,0 0 0,0 0 0,1 0 0,-1 0 0,0 0 0,0 0 0,0 0 0,0 0 0,0 0 0,0 0 0,0-1 0,0 1 0,1 0 0,-1 0 0,0 0 0,0 0 0,0 0 0,0 0 0,0 0 0,0 0 0,0 0 0,0 0 0,0 0 0,0-1 0,0 1 0,0 0 0,0 0 0,1 0 0,-1 0 0,0 0 0,0 0 0,0 0 0,0 0 0,0-1 0,0 1 0,-1 14 0,-5 17 0,-13 21-1365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15.089"/>
    </inkml:context>
    <inkml:brush xml:id="br0">
      <inkml:brushProperty name="width" value="0.35" units="cm"/>
      <inkml:brushProperty name="height" value="0.35" units="cm"/>
      <inkml:brushProperty name="color" value="#FFFFFF"/>
    </inkml:brush>
  </inkml:definitions>
  <inkml:trace contextRef="#ctx0" brushRef="#br0">37 52 24575,'2'133'0,"-5"140"0,-2-213 0,-8 139 0,-1 21 0,10-175 0,5-59 0,0 1 0,1-1 0,1 1 0,0 0 0,1-1 0,7-18 0,42-76 0,-34 74 0,17-45 0,-32 68 0,-4 7 0,1 0 0,0 0 0,0 1 0,1-1 0,-1 0 0,1 0 0,-1 1 0,1-1 0,1 1 0,-1-1 0,0 1 0,4-4 0,-5 9 0,0 0 0,0 0 0,0 0 0,0 0 0,-1 0 0,1 0 0,-1 0 0,1 0 0,-1 0 0,0 0 0,0 0 0,0 0 0,0 1 0,0 2 0,0-2 0,-21 297 0,30-336 0,2 0 0,1 0 0,1 1 0,2 1 0,36-60 0,-2-1 0,-35 66 0,26-54 0,72-114 0,-111 196 0,-1 0 0,0 1 0,0-1 0,0 1 0,1-1 0,-1 0 0,0 1 0,1-1 0,-1 1 0,0-1 0,1 1 0,-1-1 0,1 1 0,-1 0 0,1-1 0,-1 1 0,1-1 0,-1 1 0,1 0 0,-1-1 0,1 1 0,0 0 0,-1 0 0,1 0 0,-1-1 0,1 1 0,0 0 0,-1 0 0,1 0 0,0 0 0,-1 0 0,1 0 0,0 0 0,0 0 0,7 23 0,-7 48 0,-2-62 0,-7 100 0,-5-1 0,-44 177 0,49-250 0,6-25 0,-7 30 0,10-40 0,-1 0 0,0 0 0,0 0 0,0 0 0,0 0 0,0 0 0,0 0 0,0 0 0,0 0 0,0 0 0,0 0 0,0 0 0,0 0 0,1 0 0,-1 0 0,0 0 0,0 0 0,0 0 0,0 0 0,0 0 0,0 0 0,0 1 0,0-1 0,0 0 0,0 0 0,0 0 0,0 0 0,0 0 0,0 0 0,0 0 0,1 0 0,-1 0 0,0 0 0,0 0 0,0 0 0,0 0 0,0 0 0,0 0 0,0 1 0,0-1 0,10-23 0,10-28 0,6-17 0,46-84 0,31-73 0,-78 161 0,3 1 0,45-73 0,-73 136 0,0 0 0,0-1 0,0 1 0,0 0 0,0 0 0,0 0 0,0-1 0,0 1 0,0 0 0,0 0 0,0-1 0,0 1 0,0 0 0,0 0 0,0 0 0,1-1 0,-1 1 0,0 0 0,0 0 0,0 0 0,0-1 0,0 1 0,1 0 0,-1 0 0,0 0 0,0 0 0,0-1 0,0 1 0,1 0 0,-1 0 0,0 0 0,0 0 0,1 0 0,-1 0 0,0 0 0,0 0 0,0 0 0,1 0 0,-1 0 0,0 0 0,0 0 0,1 0 0,-1 0 0,0 0 0,0 0 0,1 0 0,-1 0 0,0 0 0,0 0 0,0 0 0,1 0 0,-1 0 0,0 0 0,0 0 0,0 1 0,1-1 0,-1 0 0,0 0 0,1 20 0,-8 27 0,-10 10 0,-28 61 0,-7 22 0,29-78 0,24-101 0,11-9 0,3 1 0,40-87 0,-38 91 0,-1 0 0,-2-1 0,-2-1 0,10-74 0,-34 161 0,-1-1 0,-2 0 0,-32 58 0,19-38 0,28-60 0,0 0 0,0 0 0,-1 0 0,1 0 0,0 0 0,-1 0 0,1 0 0,-1-1 0,1 1 0,-1 0 0,1 0 0,-1 0 0,0 0 0,1-1 0,-1 1 0,0 0 0,0-1 0,1 1 0,-1 0 0,-2 0 0,1-19 0,10-37 0,28-45 0,-22 69 0,-3-1 0,14-56 0,-26 186-1365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18.359"/>
    </inkml:context>
    <inkml:brush xml:id="br0">
      <inkml:brushProperty name="width" value="0.35" units="cm"/>
      <inkml:brushProperty name="height" value="0.35" units="cm"/>
      <inkml:brushProperty name="color" value="#FFFFFF"/>
    </inkml:brush>
  </inkml:definitions>
  <inkml:trace contextRef="#ctx0" brushRef="#br0">369 1 24575,'-3'2'0,"0"0"0,0 0 0,0 0 0,0 1 0,0-1 0,1 1 0,-1 0 0,1 0 0,0 0 0,0 0 0,0 0 0,0 1 0,-2 4 0,-2 2 0,-13 21 0,1 1 0,2 0 0,1 1 0,-11 37 0,-31 142 0,20-66 0,-18 67 0,-27 232 0,96-521 0,3 0 0,30-81 0,76-156 0,-99 260 0,2 1 0,41-60 0,-56 103 0,-5 19 0,-6 32 0,0-33 0,-4 131 0,5 213 0,-1-351 0,0-1 0,0 0 0,0 1 0,0-1 0,0 1 0,0-1 0,1 1 0,-1-1 0,0 1 0,1-1 0,-1 0 0,1 1 0,0-1 0,0 0 0,-1 0 0,1 1 0,1 0 0,-1-2 0,-1 0 0,1 1 0,0-1 0,-1 0 0,1 0 0,0 0 0,-1 0 0,1 0 0,-1 0 0,1 0 0,0-1 0,-1 1 0,1 0 0,-1 0 0,1 0 0,0-1 0,-1 1 0,1 0 0,-1 0 0,1-1 0,-1 1 0,1-1 0,-1 1 0,1 0 0,-1-1 0,0 1 0,1-1 0,36-50 0,-28 35 0,122-191 0,-94 141 0,3 3 0,3 1 0,53-60 0,-71 91 0,-19 23 0,-1 1 0,1 0 0,0 0 0,13-10 0,-18 16 0,-1 1 0,0 0 0,0 0 0,0 0 0,1 0 0,-1-1 0,0 1 0,0 0 0,1 0 0,-1 0 0,0 0 0,0 0 0,1 0 0,-1 0 0,0 0 0,0 0 0,1 0 0,-1 0 0,0 0 0,1 0 0,-1 0 0,0 0 0,0 0 0,1 0 0,-1 0 0,0 0 0,0 0 0,1 0 0,-1 0 0,0 1 0,0-1 0,1 0 0,-1 0 0,0 0 0,0 0 0,0 1 0,1-1 0,-1 0 0,4 14 0,-3 20 0,-1-32 0,-4 54 0,-3 0 0,-2-1 0,-18 59 0,20-99 0,5-34 0,7-35 0,6 8 0,-7 23 0,2 1 0,0 0 0,1 1 0,19-39 0,-26 72 0,-7 14 0,1-17 0,0 0 0,-1 0 0,-1-1 0,0 0 0,0 0 0,0-1 0,-1 0 0,0 0 0,0-1 0,-1 0 0,0-1 0,-16 7 0,9-4 0,1 1 0,0 1 0,-22 17 0,-85 95 0,117-114 0,0 0 0,0 1 0,1 0 0,0 0 0,1 0 0,-7 18 0,-9 19 0,5-15 0,2 2 0,2-1 0,1 1 0,1 1 0,2 0 0,-4 47 0,-11 51 0,17-102 0,2-1 0,2 1 0,0 0 0,2 0 0,9 59 0,2 56 0,-12-138 0,0 0 0,0 0 0,1 0 0,0 0 0,1 0 0,0 0 0,2 7 0,-3-13 0,-1 1 0,1-1 0,0 1 0,-1-1 0,1 1 0,0-1 0,0 0 0,0 1 0,0-1 0,0 0 0,1 0 0,-1 0 0,0 0 0,0 0 0,1 0 0,-1 0 0,1 0 0,-1-1 0,0 1 0,1 0 0,0-1 0,-1 1 0,1-1 0,-1 0 0,1 1 0,0-1 0,-1 0 0,1 0 0,-1 0 0,1 0 0,0 0 0,-1 0 0,1-1 0,-1 1 0,1-1 0,1 0 0,0 0 0,-1 0 0,1-1 0,-1 1 0,0-1 0,0 0 0,1 0 0,-1 0 0,-1 0 0,1 0 0,0 0 0,0 0 0,-1 0 0,1-1 0,-1 1 0,2-5 0,17-47 0,-10 27 0,-2 5 0,2 0 0,1 1 0,1 0 0,15-21 0,-23 37 0,1-1 0,-1 1 0,1 0 0,0 0 0,0 0 0,1 1 0,-1 0 0,1 0 0,0 0 0,0 1 0,1-1 0,-1 1 0,1 1 0,-1 0 0,1 0 0,0 0 0,0 1 0,10-2 0,-6 3 0,3-2 0,0 1 0,0 1 0,1 0 0,-1 1 0,0 1 0,0 0 0,0 0 0,0 2 0,0 0 0,20 8 0,-24-7-80,0 0 0,0 1-1,-1 0 1,1 1 0,-1 0-1,-1 0 1,1 1 0,-1 0-1,0 0 1,-1 1 0,0 0 0,-1 1-1,0-1 1,0 1 0,-1 0-1,6 17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19.845"/>
    </inkml:context>
    <inkml:brush xml:id="br0">
      <inkml:brushProperty name="width" value="0.35" units="cm"/>
      <inkml:brushProperty name="height" value="0.35" units="cm"/>
      <inkml:brushProperty name="color" value="#FFFFFF"/>
    </inkml:brush>
  </inkml:definitions>
  <inkml:trace contextRef="#ctx0" brushRef="#br0">168 1320 24575,'0'-21'0,"1"-14"0,-6-42 0,3 66 0,0-1 0,-1 1 0,0-1 0,-1 1 0,0 0 0,0 0 0,-10-14 0,-3-8 0,1-1 0,1 0 0,2-1 0,2 0 0,1-1 0,1 0 0,3-1 0,-5-62 0,4 30 0,-4-93 0,10 26 0,3-104 0,0 227-227,0-1-1,1 1 1,0 0-1,1 0 1,7-17-1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23.818"/>
    </inkml:context>
    <inkml:brush xml:id="br0">
      <inkml:brushProperty name="width" value="0.35" units="cm"/>
      <inkml:brushProperty name="height" value="0.35" units="cm"/>
      <inkml:brushProperty name="color" value="#FFFFFF"/>
    </inkml:brush>
  </inkml:definitions>
  <inkml:trace contextRef="#ctx0" brushRef="#br0">277 1130 24575,'-4'-5'0,"1"0"0,-1 0 0,1 0 0,0-1 0,0 1 0,1-1 0,0 0 0,-3-9 0,5 14 0,-2-5 0,1 0 0,-1 0 0,0 1 0,0-1 0,-1 1 0,0-1 0,0 1 0,-5-7 0,6 10 0,0 1 0,0-1 0,0 1 0,-1 0 0,1 0 0,0 0 0,-1 0 0,1 0 0,-1 1 0,1-1 0,-1 1 0,0-1 0,1 1 0,-1 0 0,1 0 0,-1 0 0,0 0 0,1 1 0,-1-1 0,1 1 0,-1-1 0,-3 3 0,1-2 0,1 0 0,0 1 0,-1 0 0,1 0 0,0 0 0,0 0 0,0 0 0,1 1 0,-1 0 0,1 0 0,-1 0 0,-4 6 0,-29 48 0,10-12 0,21-36 0,1-1 0,0 1 0,0 0 0,1 1 0,1-1 0,-1 1 0,-2 15 0,5-23 0,1 0 0,-1 0 0,1 0 0,-1 0 0,1 0 0,0 0 0,0 0 0,0 0 0,0 0 0,0-1 0,0 1 0,0 0 0,1 0 0,-1 0 0,1 0 0,0 0 0,-1 0 0,1-1 0,0 1 0,0 0 0,0 0 0,0-1 0,0 1 0,1-1 0,-1 1 0,0-1 0,1 0 0,-1 1 0,1-1 0,-1 0 0,1 0 0,0 0 0,-1 0 0,1 0 0,0 0 0,0-1 0,0 1 0,0-1 0,-1 1 0,1-1 0,0 0 0,0 1 0,0-1 0,0 0 0,3-1 0,-1 1 0,0-1 0,0 1 0,0-1 0,0-1 0,0 1 0,-1 0 0,1-1 0,0 0 0,-1 0 0,1 0 0,-1 0 0,6-5 0,42-42 0,-18 16 0,11-8 0,-2-2 0,39-51 0,-56 62 0,37-71 0,-29 47 0,-27 44 0,0 0 0,-1 0 0,-1 0 0,0 0 0,0-1 0,-1 0 0,2-23 0,-1-95 0,-4 123 0,1-48 0,11-83 0,-2 73-115,21-230-1135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8:14:25.872"/>
    </inkml:context>
    <inkml:brush xml:id="br0">
      <inkml:brushProperty name="width" value="0.35" units="cm"/>
      <inkml:brushProperty name="height" value="0.35" units="cm"/>
      <inkml:brushProperty name="color" value="#FFFFFF"/>
    </inkml:brush>
  </inkml:definitions>
  <inkml:trace contextRef="#ctx0" brushRef="#br0">1 848 24575,'0'-24'0,"0"0"0,2 1 0,4-25 0,-4 40 0,1 0 0,-1 0 0,1 0 0,0 1 0,1-1 0,0 1 0,0 0 0,0 0 0,1 1 0,0-1 0,1 1 0,7-7 0,0-2 0,0 0 0,0 0 0,-2-1 0,0-1 0,-1 0 0,12-26 0,4-6 0,5 6 0,4-8 0,-29 39 0,0-1 0,1 2 0,0-1 0,1 1 0,0 0 0,1 1 0,12-13 0,-19 21 0,1 0 0,-1 0 0,1 1 0,-1-1 0,1 0 0,0 1 0,0-1 0,0 1 0,0 0 0,0 0 0,0 0 0,0 1 0,0-1 0,0 1 0,0-1 0,0 1 0,0 0 0,0 0 0,0 1 0,0-1 0,1 1 0,-1-1 0,0 1 0,0 0 0,0 0 0,-1 0 0,1 1 0,0-1 0,0 1 0,-1-1 0,1 1 0,0 0 0,-1 0 0,0 0 0,5 5 0,0 1 0,0 0 0,-1 1 0,0 0 0,0 0 0,-1 0 0,6 14 0,17 27 0,-28-49 0,1 0 0,-1 0 0,0 0 0,1 0 0,0 0 0,-1 0 0,1 0 0,0 0 0,-1-1 0,1 1 0,0 0 0,0 0 0,0-1 0,-1 1 0,1 0 0,0-1 0,0 1 0,0-1 0,0 0 0,0 1 0,0-1 0,0 0 0,0 1 0,0-1 0,0 0 0,1 0 0,-1 0 0,1 0 0,-1-1 0,1 0 0,-1 0 0,0 0 0,0 0 0,0 0 0,0 0 0,0 0 0,0-1 0,0 1 0,0 0 0,-1-1 0,1 1 0,-1-1 0,1 1 0,-1-1 0,1-2 0,2-8 0,0-1 0,-1 0 0,0-19 0,8-83 0,-3 59 0,1 9 0,-5 37 0,-1 0 0,-1 0 0,1 0 0,-2 0 0,0-14 0,-3 17 0,-2 16 0,-3 19 0,7-26 0,-15 45 0,12-38 0,0 1 0,1 0 0,0-1 0,0 2 0,-1 13 0,0 13 0,2-1 0,2 1 0,1-1 0,7 40 0,-4-59 0,1 0 0,1 0 0,1 0 0,0-1 0,1 0 0,0-1 0,1 1 0,1-2 0,1 1 0,0-1 0,1-1 0,0 0 0,1-1 0,26 20 0,-1 6 0,-32-32 0,0 1 0,0-1 0,0 0 0,0 0 0,10 5 0,49 28 0,2-4 0,2-3 0,1-2 0,106 29 0,-118-44 0,-16-4 0,0 1 0,71 31 0,-89-32-117,-5-3-39,1 2 0,-1 0 0,-1 0 0,0 2 0,0 0 0,-1 1 0,17 18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7:00:31.432"/>
    </inkml:context>
    <inkml:brush xml:id="br0">
      <inkml:brushProperty name="width" value="0.35" units="cm"/>
      <inkml:brushProperty name="height" value="0.35" units="cm"/>
      <inkml:brushProperty name="color" value="#FFFFFF"/>
    </inkml:brush>
  </inkml:definitions>
  <inkml:trace contextRef="#ctx0" brushRef="#br0">342 502 24575,'-1'20'0,"-1"0"0,-1-1 0,-6 23 0,-6 38 0,10-28 0,-15 64 0,14-81 0,2-1 0,2 1 0,1 38 0,1-38 0,-1 1 0,-10 65 0,-1-20 0,3 0 0,4 0 0,8 116 0,0-49 0,-3 236 0,-1-371 0,-1-1 0,0 0 0,-1 0 0,0 0 0,-1-1 0,0 1 0,-8 16 0,5-13 0,0 1 0,2 0 0,-5 20 0,-19 154 0,24-158 0,-1 46 0,5-50 0,-1-1 0,-10 48 0,3-33 0,-4 53 0,-6 28 0,14-90 0,-4 67 0,7-64 0,-8 48 0,3-36 0,-2 78 0,4-32 0,-4-60 0,1-25 0,0-23 0,3-19 0,1 0 0,1 0 0,2 0 0,4-48 0,-1 6 0,-1-1773 0,1 1813 0,1-1 0,9-36 0,4-47 0,6-110 0,-9 86 0,-10 90 0,14-74 0,-10 84 0,-3 0 0,-1 0 0,-4-61 0,2-53 0,15 52 0,-9 70 0,3-58 0,-10 60-1365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6:46:54.987"/>
    </inkml:context>
    <inkml:brush xml:id="br0">
      <inkml:brushProperty name="width" value="0.35" units="cm"/>
      <inkml:brushProperty name="height" value="0.35" units="cm"/>
      <inkml:brushProperty name="color" value="#FFFFFF"/>
    </inkml:brush>
  </inkml:definitions>
  <inkml:trace contextRef="#ctx0" brushRef="#br0">702 267 24575,'1'1'0,"1"-1"0,-1 1 0,1-1 0,-1 1 0,1 0 0,-1 0 0,0 0 0,1 0 0,-1 0 0,0 0 0,0 0 0,0 0 0,0 0 0,0 1 0,0-1 0,0 0 0,0 1 0,0-1 0,-1 1 0,1-1 0,0 1 0,-1-1 0,0 1 0,1-1 0,-1 1 0,0 0 0,1 2 0,5 52 0,-6-50 0,1 121 0,0 18 0,-1-143 0,0 1 0,1 0 0,-1 0 0,1-1 0,-1 1 0,1 0 0,0-1 0,0 1 0,0 0 0,0-1 0,1 0 0,-1 1 0,1-1 0,1 3 0,-2-5 0,-1 1 0,1-1 0,-1 0 0,1 1 0,-1-1 0,1 0 0,-1 1 0,1-1 0,0 0 0,-1 0 0,1 0 0,-1 0 0,1 1 0,0-1 0,-1 0 0,1 0 0,0 0 0,-1 0 0,1 0 0,-1-1 0,1 1 0,0 0 0,0 0 0,18-18 0,25-40 0,-23 33 0,-2-1 0,-1-1 0,19-37 0,12-21 0,-21 39 0,-27 45 0,-1 1 0,1-1 0,-1 1 0,0-1 0,1 0 0,-1 1 0,0-1 0,1 0 0,-1 0 0,0 1 0,0-1 0,0 0 0,0 0 0,0 1 0,0-1 0,0 0 0,0 0 0,0 1 0,0-1 0,0 0 0,0 0 0,0 1 0,-1-1 0,1 0 0,0 0 0,-1 1 0,1-1 0,0 0 0,-1 1 0,1-1 0,-1 0 0,-1-1 0,0 1 0,0 0 0,0 0 0,0 0 0,0 0 0,0 0 0,0 0 0,0 1 0,0-1 0,-1 1 0,-1-1 0,-70 0 0,62 1 0,-40 1 0,17-2 0,0 1 0,0 2 0,0 1 0,1 2 0,-35 10 0,66-14 0,1 0 0,0-1 0,-1 1 0,1 0 0,0 0 0,0 0 0,0 1 0,0-1 0,0 1 0,0-1 0,0 1 0,0 0 0,-2 2 0,4-4 0,0 1 0,0-1 0,-1 0 0,1 1 0,0-1 0,0 0 0,0 1 0,0-1 0,0 0 0,0 1 0,0-1 0,0 1 0,0-1 0,0 0 0,0 1 0,0-1 0,0 0 0,0 1 0,1-1 0,-1 0 0,0 1 0,0-1 0,0 0 0,0 1 0,1-1 0,-1 0 0,0 1 0,0-1 0,1 0 0,-1 1 0,21 7 0,368 47 0,-320-48 0,447 6-3491,-348-14 2804,-151 2 687,-1 1 0,1 1 0,-1 1 0,0 0 0,0 1 0,18 8 0,-13-5 0,1-1 0,31 6 0,-2-7 647,1-3 0,82-5-1,48 3 785,-89 14-1420,-64-9 59,44 4 0,-13-1 563,-59-9-631,1 0 1,-1 1-1,1-1 1,-1 1-1,0-1 0,1 1 1,-1 0-1,0-1 1,1 1-1,-1 0 1,0 0-1,0 0 0,0 0 1,3 2-1,-4-2-2,0 0 0,0-1-1,-1 1 1,1 0-1,0 0 1,0 0-1,0-1 1,0 1 0,-1 0-1,1 0 1,0-1-1,-1 1 1,1 0 0,0 0-1,-1-1 1,1 1-1,-1 0 1,1-1 0,-1 1-1,1-1 1,-1 1-1,0-1 1,1 1 0,-1-1-1,0 1 1,1-1-1,-1 0 1,0 1-1,0-1 1,1 0 0,-3 1-1,-19 9 1,-1-2 0,0 0 0,0-1 0,-33 5 0,37-8 0,-67 13 0,-1-4 0,0-4 0,-106-2 0,167-7 0,-62-1 0,79 1 0,10 0 0,45 0 0,1239 0-2695,-351 0 4157,-2013 0-229,1238 2-1233,187-5 0,-339 3 0,0-1 0,1 1 0,-1-1 0,0-1 0,0 0 0,0 0 0,8-3 0,-15 5 0,0 0 0,0 0 0,0 0 0,1 0 0,-1 0 0,0 0 0,0 0 0,0-1 0,0 1 0,1 0 0,-1 0 0,0 0 0,0 0 0,0-1 0,0 1 0,0 0 0,0 0 0,0 0 0,0 0 0,1-1 0,-1 1 0,0 0 0,0 0 0,0 0 0,0-1 0,0 1 0,0 0 0,0 0 0,0 0 0,0-1 0,0 1 0,0 0 0,0 0 0,0 0 0,-1-1 0,1 1 0,0 0 0,0 0 0,0 0 0,0-1 0,0 1 0,0 0 0,0 0 0,0 0 0,-1 0 0,1 0 0,0-1 0,0 1 0,-14-10 0,-21-5 0,-49-5 0,-104-13 0,-17-2 0,104 12-542,-386-79-396,365 82 857,0 7 0,-128 1 0,288 13 1194,29 1-808,68-7 0,511-24-305,-639 30 0,0-1 0,0 0 0,1 0 0,-1-1 0,0 0 0,0 0 0,7-2 0,-14 3 0,1 0 0,-1 0 0,0 0 0,0 0 0,0 0 0,0 0 0,1 0 0,-1 0 0,0 0 0,0 0 0,0 0 0,0 0 0,0 0 0,1-1 0,-1 1 0,0 0 0,0 0 0,0 0 0,0 0 0,0 0 0,1 0 0,-1 0 0,0-1 0,0 1 0,0 0 0,0 0 0,0 0 0,0 0 0,0 0 0,0-1 0,0 1 0,0 0 0,0 0 0,0 0 0,0 0 0,0-1 0,0 1 0,0 0 0,0 0 0,0 0 0,0 0 0,0-1 0,0 1 0,0 0 0,0 0 0,0 0 0,0 0 0,0-1 0,0 1 0,0 0 0,-11-6 0,-16-1 0,-63-2 0,-1 4 0,-91 8 0,44 0 0,-422-3 0,1209 0 0,-887-17 0,28 1 0,-368 14 0,358 3 0,629-1 0,-746 0 0,351 1 0,-1 1 0,0 0 0,19 6 0,30 6 0,317 25 0,-140-9 0,-234-29 0,0-1 0,0 1 0,0 0 0,0 1 0,-1-1 0,1 1 0,0 0 0,-1 0 0,1 1 0,-1-1 0,5 5 0,-8-6 0,0 0 0,-1-1 0,1 1 0,-1 0 0,1 0 0,-1-1 0,1 1 0,-1 0 0,0 0 0,1 0 0,-1 0 0,0 0 0,0 0 0,1 0 0,-1-1 0,0 1 0,0 0 0,0 0 0,0 0 0,0 0 0,-1 0 0,1 0 0,0 1 0,-1 1 0,-1-1 0,1 1 0,-1-1 0,1 0 0,-1 1 0,0-1 0,0 0 0,1 0 0,-2 0 0,1 0 0,-3 2 0,-12 9 0,-2-1 0,1-1 0,-1-1 0,-1-1 0,0 0 0,0-1 0,-33 7 0,-156 23 0,162-31 0,-321 21 0,208-21 0,121 2 0,30-2 0,27 0 0,160 23 0,2-7 0,190-2 0,-281-20 0,26-1 0,198 26 0,-133 7 0,-176-30 0,-19 0 0,-41 2 0,10-2 0,-106 15 0,41-7 0,-143 33 0,230-39 0,17-5 0,1 1 0,0 0 0,-1 1 0,1 0 0,0 0 0,-8 4 0,43 10 0,2-8 0,0-2 0,0-2 0,1-1 0,0-1 0,56-4 0,-19 1 0,276 2 72,795-5-1693,-563-28 73,-414 13 896,236-61 1,-378 75 718,-16 4 4,0 0 1,0 0-1,0 0 0,0 0 0,-1-1 0,1 0 0,-1 0 0,1 0 1,-1-1-1,7-4 0,-11 6-54,0 1 1,0 0-1,0-1 1,0 1-1,0 0 1,-1-1-1,1 1 0,0 0 1,0-1-1,0 1 1,0 0-1,-1 0 1,1-1-1,0 1 1,0 0-1,0-1 0,-1 1 1,1 0-1,0 0 1,-1 0-1,1-1 1,0 1-1,0 0 1,-1 0-1,1 0 1,0 0-1,-1-1 0,1 1 1,0 0-1,-1 0 1,1 0-1,0 0 1,-1 0-1,1 0 1,-1 0-1,1 0 1,0 0-1,-1 0 0,1 0 1,0 0-1,-1 1 1,-19-4 549,-356 3 1886,-29-2-2656,-1-27 203,958 32-62,-279-5-849,1413 28-25,-1382-17 936,-1095-13 1370,403 7-1597,64-2 310,-372-3-1613,294-28 770,521 25 3570,201 8-2650,534-5-157,-828 1-3,-1-1 0,40-7 0,-57 5 0,-10 1 0,-19-3 0,-32-1 0,-1261-81-2585,649 2 2400,573 69 349,84 11 810,17 3-312,19 1 44,158 2-656,217 27 0,1615 83-4547,-1883-112 5753,-434 1 2056,35 1-3689,-305-37-1,-504-79 378,847 95 0,-114 2 0,141 9 0,698 15 809,-277-7-1722,1334 58-983,-733-16-707,-528-28 2762,819 16-3180,-1359-27 9643,-188-3-5605,-19 1-1332,386 1 305,-130 0-52,-209-26 0,386 21 41,42 3 85,44 1 712,1296 22-2065,-748 19-641,-92 3 1399,-704-47 3668,-473-22-3330,223-5-1572,-1075-101-1588,1449 124 4298,49 4-203,34 2 117,491 1 2624,264 3-3229,-55 0-309,-1086-28 55,216 11 0,18 3-243,-772-38-1084,1005 49 1850,-1 4 1,152 25-1,643 45-1679,-556-58 889,419 39 146,-1161-58 1297,212 6-808,-574-2-368,2637 0-551,-1915 0 546,-646-7-1422,4-39-382,-502-70-2195,1153 115 4290,0-1 134,-1 0-1,1-1 1,-35-14 1822,82 13-1312,25 0 249,150 6-311,305 43 0,1598 165-8932,-1609-169 7844,-5-1 1388,-654-44 4416,-16 3-3932,-310-11-2456,-123-39-700,-348-19 493,1185 74 4602,129 7-4290,171 13-178,-175-13 490,621 8-2048,-1991-20 5336,680-15-2901,-108-1 0,1185 38 1269,302-6-2303,-704-17 837,-1202-18 1428,750 14-1231,-516-37 0,874 46 0,-118-4 0,1065 22-777,-400-7-542,-2029-15 2833,801 1-1631,1200-21 329,207 6-301,-762 17 80,-250-12 117,9 0 272,-223-6-282,116 12-99,-549-56-1480,258 18 744,-428-18-460,1045 65 4477,115-7-3422,-62 0-260,295 2-1355,203 0 3124,-1853 0-298,2311 0-1069,-1166 0 0,-11 1 0,0 0 0,0-1 0,0 0 0,0-1 0,0 1 0,0-1 0,0-1 0,-1 1 0,1-1 0,12-6 0,-18 8 0,-1 0 0,0 0 0,0 0 0,0 0 0,0 0 0,0 0 0,1 0 0,-1-1 0,0 1 0,0 0 0,0 0 0,0 0 0,0 0 0,0 0 0,0 0 0,0 0 0,1-1 0,-1 1 0,0 0 0,0 0 0,0 0 0,0 0 0,0 0 0,0-1 0,0 1 0,0 0 0,0 0 0,0 0 0,0 0 0,0-1 0,0 1 0,0 0 0,0 0 0,0 0 0,0 0 0,0 0 0,0-1 0,0 1 0,0 0 0,0 0 0,-1 0 0,1 0 0,0 0 0,0 0 0,0-1 0,0 1 0,0 0 0,0 0 0,0 0 0,-1 0 0,-10-5 0,-14 0 0,-70-2 0,-113 7 0,89 2 0,-874-1 0,1003-1 0,388-13 0,185-9 0,-1065 20-196,-454-17-498,236-31-1538,-107-8-497,334 23 3189,712 33 4462,354 20-4409,49 0-557,-2663-19-592,3276 1 1272,-1488 15-636,37-1 0,-1169-11-1222,188-73-453,929 42 1702,433 26 2843,-99 3-2870,391 12 0,117 28 0,-386-27 0,-339-16 0,-287 3 0,412 0 0,0-1 0,0 1 0,0 0 0,0 0 0,0 1 0,0 0 0,0 0 0,-5 3 0,11-5 0,-1 0 0,0 1 0,1-1 0,-1 0 0,1 1 0,-1-1 0,1 1 0,-1-1 0,1 1 0,0-1 0,-1 1 0,1-1 0,-1 1 0,1 0 0,0-1 0,0 1 0,-1-1 0,1 1 0,0 0 0,0-1 0,0 1 0,-1 0 0,1-1 0,0 1 0,0 0 0,0-1 0,0 1 0,1 0 0,-1 1 0,1 0 0,1 0 0,-1 0 0,0 0 0,0-1 0,1 1 0,-1-1 0,1 1 0,-1-1 0,1 1 0,-1-1 0,1 0 0,0 0 0,2 2 0,14 7 0,1-1 0,0 0 0,0-2 0,37 11 0,90 12 0,-101-22 0,588 81-1081,-195-32-540,-11 9 1285,609 84 266,-994-145-58,19 1 66,0 2 1,0 3-1,89 28 0,-134-28 47,-23-4 148,-29-1 376,-324-3 1869,198-6-2481,-1129-56-4444,988 39 4159,128 9 434,-787-36 435,1019 48 2303,395 13-579,930 95-3933,-1171-95 1728,-943-17 1139,-28 1-2724,4-51 1729,-242-61-1159,1190 120 4203,-17-3-3331,333 62-707,-172-16 391,18-7 423,525 60-109,-848-98 152,-39-2-21,-55-2 101,51 0-3,-262-2 1102,-734-27-2964,426-22 1748,-649-39-872,1666 92 3942,258 11-4310,-332 8 1415,-443-22 361,-555-26-241,-623-148-1775,1244 172 1516,-137-24-49,-1 7 0,-157 1 0,1116 45 1676,-537 9-2282,175 11-281,-395-46 930,-28-1 0,-1 1 0,1 1 0,25 5 0,-28 1 246,-24 0 306,-31 1 334,-1269 28-827,1408-11-59,-19-14-19,689 103-709,-705-101 728,0 3 0,85 33 0,-149-48 7,0-1 1,1 1-1,-1 0 0,0 0 1,0 0-1,0 0 0,0 1 0,0-1 1,0 1-1,0-1 0,0 1 1,0-1-1,-1 1 0,1 0 0,1 3 1,-3-5 0,0 1 0,0 0 1,0 0-1,0-1 0,0 1 0,0 0 1,0 0-1,0-1 0,-1 1 1,1 0-1,0-1 0,-1 1 0,1 0 1,0-1-1,-1 1 0,1 0 1,-1-1-1,1 1 0,-1-1 0,1 1 1,-1-1-1,1 1 0,-1-1 1,0 1-1,1-1 0,-1 1 0,0-1 1,1 0-1,-1 0 0,-1 1 1,-9 4 65,-1-1 1,0 0 0,0-1 0,-16 2-1,-114 16-106,-169 2-1,-145-21-621,274-3 617,-445 0 163,690 5-21,-1 2 0,0 4 0,0 2 0,-1 3 0,68 26 0,77 18-105,365 57 0,-558-114 0,-5-1 0,0 0 0,0 0 0,0 1 0,0 0 0,0 1 0,12 5 0,-19-8 0,-1 0 0,0 0 0,0 0 0,0 0 0,0 0 0,1 0 0,-1 0 0,0 0 0,0 1 0,0-1 0,0 0 0,0 0 0,0 0 0,1 0 0,-1 0 0,0 0 0,0 0 0,0 1 0,0-1 0,0 0 0,0 0 0,0 0 0,0 0 0,0 0 0,1 1 0,-1-1 0,0 0 0,0 0 0,0 0 0,0 0 0,0 0 0,0 1 0,0-1 0,0 0 0,0 0 0,0 0 0,0 0 0,0 1 0,0-1 0,0 0 0,-1 0 0,1 0 0,0 0 0,0 0 0,0 1 0,0-1 0,0 0 0,0 0 0,0 0 0,0 0 0,0 0 0,0 0 0,-1 1 0,-12 4 0,-16 0 0,-445-3 0,383-5 0,-698-54-1593,478 27 1132,272 28 450,1-2 0,0-1 0,0-3 0,1 0 0,-54-21 0,90 29 9,0 0 1,0-1-1,0 1 1,0 0-1,0-1 1,0 1 0,0-1-1,0 0 1,0 1-1,1-1 1,-1 1-1,0-1 1,0 0-1,0 0 1,1 0-1,-1 1 1,1-1-1,-1 0 1,0-1 0,12-6 120,34 3 727,2 6-561,1 3-1,-1 2 1,82 21 0,-33-7-240,266 41-704,71 14 373,-24 29 286,-399-99-24,-10-3 20,-20 1 73,-41-3 553,57 0-497,-182-4 70,-432-29-884,-134-87-1599,-53-6 1460,703 112 409,-354-31 770,762 60 3413,400 84-3693,-269-39-71,-991-66 0,314 8 0,168-4 0,46 0 0,1 1 0,-1 1 0,1 1 0,-1 1 0,1 1 0,-35 10 0,60-13 0,0 0 0,-1-1 0,1 1 0,0 0 0,-1 0 0,1 0 0,0 0 0,0 1 0,-1-1 0,1 0 0,0 0 0,-1 0 0,1 0 0,0 0 0,0 0 0,-1 0 0,1 0 0,0 1 0,0-1 0,-1 0 0,1 0 0,0 0 0,0 0 0,0 1 0,-1-1 0,1 0 0,0 0 0,0 1 0,0-1 0,0 0 0,-1 0 0,1 1 0,0-1 0,0 0 0,0 0 0,0 1 0,0-1 0,0 0 0,0 1 0,0-1 0,0 0 0,0 0 0,0 1 0,0-1 0,0 1 0,15 5 0,25 0 0,186-4-2,-136-4-1361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6T07:57:53.374"/>
    </inkml:context>
    <inkml:brush xml:id="br0">
      <inkml:brushProperty name="width" value="0.35" units="cm"/>
      <inkml:brushProperty name="height" value="0.35" units="cm"/>
      <inkml:brushProperty name="color" value="#FFFFFF"/>
    </inkml:brush>
  </inkml:definitions>
  <inkml:trace contextRef="#ctx0" brushRef="#br0">12152 21 24575,'-34'0'0,"12"-1"0,0 1 0,-37 6 0,52-5 0,0 1 0,0 0 0,0 0 0,0 1 0,0 0 0,0 0 0,1 0 0,-1 1 0,1 0 0,0 0 0,-10 11 0,-86 68 0,51-45 0,33-23 0,1-3 0,1 1 0,1 1 0,-25 27 0,38-39 0,0 1 0,0-1 0,0 1 0,0-1 0,0 1 0,0 0 0,1 0 0,-1 0 0,1 0 0,0 0 0,0 0 0,0 1 0,0-1 0,1 0 0,-1 0 0,1 1 0,0-1 0,0 0 0,0 1 0,0-1 0,1 0 0,0 0 0,-1 1 0,1-1 0,0 0 0,0 0 0,1 0 0,-1 0 0,0 0 0,3 3 0,-1-3 0,1 0 0,-1 0 0,1 0 0,-1-1 0,1 1 0,0-1 0,0 0 0,0-1 0,0 1 0,0 0 0,0-1 0,0 0 0,1 0 0,-1-1 0,0 1 0,1-1 0,-1 0 0,0 0 0,1 0 0,-1 0 0,7-2 0,5-1 0,0 0 0,-1 0 0,0-2 0,25-9 0,24-18 0,-40 19 0,0 2 0,1 0 0,38-10 0,-1 7 0,1 4 0,99-4 0,131 13 0,-128 4 0,1-3 0,-240-4 0,-77-13 0,18 1 0,90 13 0,-106-13 0,147 15 0,0 1 0,0-1 0,0 1 0,0-1 0,0 1 0,0-1 0,0 0 0,0 0 0,0 0 0,0 0 0,0-1 0,0 1 0,1 0 0,-1-1 0,1 1 0,-1-1 0,1 0 0,-1 1 0,1-1 0,0 0 0,0 0 0,0 0 0,0 0 0,0 0 0,0-2 0,-1-5 0,0 0 0,1 0 0,0 0 0,1 0 0,1-10 0,-1 13 0,1 0 0,-1 0 0,0 0 0,-1 0 0,1 0 0,-1 0 0,0 0 0,-1 0 0,1 1 0,-1-1 0,-5-9 0,7 14 0,-1 1 0,0-1 0,0 0 0,1 1 0,-1-1 0,0 0 0,1 0 0,-1 0 0,1 1 0,-1-1 0,1 0 0,0 0 0,-1 0 0,1 0 0,0 0 0,-1 0 0,1 0 0,0 0 0,0 0 0,0 0 0,0 0 0,0 0 0,0-1 0,27 0 0,-24 2 0,549 2 0,-544-1 0,-1 0 0,1 0 0,0 1 0,-1 0 0,0 1 0,14 5 0,-12-4 0,0 0 0,0-1 0,0 0 0,14 1 0,59 1 0,97-6 0,-53-2 0,762 3 0,-675 19 0,140-3 0,-230-14 0,-90-3 0,0 1 0,1 2 0,48 8 0,-42-4 0,0-2 0,0-2 0,72-4 0,-20-1 0,-47 4 0,81 13 0,-66-8 0,0-3 0,82-5 0,-29-1 0,1311 3 0,-1218 19 0,1850-20 0,-2056 1 0,33 3 0,-28 4 0,-17 7 0,4-9 0,-1 1 0,0-1 0,0 0 0,-1-1 0,1 0 0,-1-1 0,-19 5 0,-79 10 0,79-14 0,-157 31 0,101-17 0,-97 8 0,-7-11 0,111-8 0,-136-7 0,88-3 0,-1438 3 0,1212-19 0,82 1 0,119 9 0,-24-1 0,-10-8 0,121 16 0,-65-10 0,-84-6 0,188 15 0,0 2 0,-37 1 0,45 2 0,0-1 0,0-2 0,0 1 0,0-2 0,0 0 0,0-1 0,-20-7 0,19 4 0,-1 1 0,0 0 0,0 1 0,0 1 0,-25 0 0,-101 4 0,52 2 0,-95-17 0,134 10 0,-55 3 0,65 2 0,0-2 0,-64-10 0,60 6 0,0 1 0,-1 2 0,-49 5 0,-76-2 0,104-10 0,-29-1 0,-54 8 0,-154 5 0,305-3 0,0 1 0,1-1 0,-1 0 0,0 0 0,0 1 0,1-1 0,-1 1 0,0-1 0,1 1 0,-1 0 0,0-1 0,1 1 0,-1 0 0,1 0 0,0 0 0,-1 0 0,1 1 0,0-1 0,-1 0 0,1 0 0,0 1 0,0-1 0,0 1 0,-1 2 0,1-1 0,0 1 0,0-1 0,1 0 0,-1 1 0,1-1 0,0 0 0,0 1 0,0-1 0,1 0 0,-1 1 0,1-1 0,1 5 0,0 0 0,1 1 0,0-1 0,1 1 0,0-1 0,0 0 0,1 0 0,0-1 0,0 1 0,8 7 0,-2-5 0,-1 1 0,0 0 0,-1 0 0,-1 1 0,0 0 0,0 1 0,-1 0 0,-1 0 0,0 0 0,4 16 0,-3-6 0,-2 1 0,0-1 0,-2 1 0,-1 0 0,0 33 0,-1-24 0,0-21 0,-1 0 0,0 0 0,0 0 0,-5 24 0,4-34 0,0 1 0,1-1 0,-1 1 0,0-1 0,0 0 0,-1 0 0,1 1 0,0-1 0,-1 0 0,1 0 0,-1 0 0,0 0 0,1-1 0,-1 1 0,0 0 0,0-1 0,0 1 0,0-1 0,-1 0 0,1 0 0,0 0 0,0 0 0,-1 0 0,1 0 0,-1 0 0,1-1 0,-1 1 0,-4-1 0,-40-1 0,36 0 0,1 0 0,-1 1 0,0 0 0,0 1 0,-10 2 0,18-3 0,1 1 0,0-1 0,0 1 0,0 0 0,-1 0 0,1 0 0,0 0 0,0 1 0,1-1 0,-1 0 0,0 1 0,0-1 0,1 1 0,-1 0 0,0 0 0,1-1 0,0 1 0,-1 0 0,1 0 0,0 0 0,0 0 0,0 1 0,0-1 0,1 0 0,-1 0 0,1 1 0,-1 3 0,0 4 0,0 0 0,1 0 0,1 1 0,0-1 0,0 0 0,1 0 0,0 0 0,1 0 0,5 13 0,-6-18 0,0 1 0,0-1 0,1 1 0,0-1 0,0 0 0,0 0 0,1 0 0,0 0 0,0-1 0,0 0 0,0 0 0,1 0 0,-1 0 0,1 0 0,0-1 0,0 0 0,7 3 0,61 20 0,-129-37 0,43 4 0,2-1 0,-1 1 0,1-2 0,0 0 0,0 0 0,1-1 0,-11-13 0,-12-11 0,27 28 0,0 0 0,1 0 0,0 0 0,0-1 0,0 0 0,1 0 0,-1 0 0,2-1 0,-1 1 0,1-1 0,0 0 0,-1-8 0,0-5 0,2-1 0,1 1 0,1-31 0,0 42 0,3-26 0,-3 20 0,-10 43 0,5-7 0,-2 0 0,0 0 0,-1-1 0,-1 0 0,-1-1 0,0 0 0,-2 0 0,0-1 0,-23 26 0,30-40 0,0 0 0,0 0 0,0 0 0,-1 0 0,1-1 0,-1 0 0,1 0 0,-1-1 0,0 1 0,0-1 0,0-1 0,1 1 0,-9-1 0,-81-5 0,85 4 0,-103-16 0,71 9 0,0 2 0,-56-1 0,16 7 0,-88-13 0,77 6 0,-135 7 0,89 3 0,-10101-3 0,10029-20 0,-584 21 0,788-2 0,-1 0 0,1 0 0,0 0 0,-1-1 0,1-1 0,0 1 0,-8-5 0,7 3 0,-1 1 0,1 0 0,-1 0 0,-16-2 0,-34 1 0,-1 2 0,-71 8 0,131-6 0,-1 0 0,0 0 0,0 0 0,0 0 0,1 0 0,-1 0 0,0 0 0,0 0 0,1 0 0,-1 1 0,0-1 0,0 0 0,1 1 0,-1-1 0,0 0 0,1 1 0,-1-1 0,0 1 0,1-1 0,-1 1 0,1-1 0,-1 1 0,1 0 0,-1-1 0,1 1 0,-1 0 0,1-1 0,-1 1 0,1 0 0,0-1 0,0 1 0,-1 0 0,1 0 0,0 0 0,0-1 0,0 1 0,0 1 0,0 1 0,1 1 0,0-1 0,0 0 0,0 0 0,0 0 0,0 0 0,1 0 0,0 0 0,-1 0 0,3 2 0,2 3 0,1 0 0,-1 0 0,1 0 0,1-1 0,-1 0 0,13 8 0,-3-7 0,-1 1 0,0 1 0,-1 1 0,0 0 0,22 21 0,-24-22 0,0 0 0,1-1 0,1 0 0,0-1 0,18 6 0,-17-6 0,0-3 0,0-1 0,0-1 0,1 0 0,-1-1 0,1-1 0,-1 0 0,1-2 0,27-3 0,16 1 0,125 5 0,161-4 0,-212-6 0,125-2 0,209 7 0,356 7 0,-641 4 0,95 2 0,42 9 0,-191-3 0,-68-6 0,94 1 0,-54-11 0,102 13 0,-121-7 0,119-6 0,-114-2 0,95 9 0,374 7 0,-347-17 0,-41 13 0,6 0 0,2521-11 0,-2505 20 0,1255-20 0,-1237 21 0,485-21-1365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67F40-F767-44F2-AA8C-0A942D29D2BB}" type="datetimeFigureOut">
              <a:rPr lang="en-US" smtClean="0"/>
              <a:t>6/26/2025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8D007-CB10-4C3E-A76A-23FBDDDC3D0C}" type="slidenum">
              <a:rPr lang="en-US" smtClean="0"/>
              <a:t>‹#›</a:t>
            </a:fld>
            <a:endParaRPr lang="en-US" dirty="0"/>
          </a:p>
        </p:txBody>
      </p:sp>
    </p:spTree>
    <p:extLst>
      <p:ext uri="{BB962C8B-B14F-4D97-AF65-F5344CB8AC3E}">
        <p14:creationId xmlns:p14="http://schemas.microsoft.com/office/powerpoint/2010/main" val="2578471475"/>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02097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9859" y="4824784"/>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062259" y="489834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5" name="Footer Placeholder 4"/>
          <p:cNvSpPr>
            <a:spLocks noGrp="1"/>
          </p:cNvSpPr>
          <p:nvPr>
            <p:ph type="ftr" sz="quarter" idx="11"/>
          </p:nvPr>
        </p:nvSpPr>
        <p:spPr>
          <a:xfrm>
            <a:off x="457200" y="6470704"/>
            <a:ext cx="10287191" cy="274320"/>
          </a:xfrm>
        </p:spPr>
        <p:txBody>
          <a:bodyPr/>
          <a:lstStyle>
            <a:lvl1pPr algn="l">
              <a:defRPr sz="16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2140629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266723" cy="1499616"/>
          </a:xfrm>
        </p:spPr>
        <p:txBody>
          <a:bodyPr/>
          <a:lstStyle/>
          <a:p>
            <a:r>
              <a:rPr lang="en-US"/>
              <a:t>Click to edit Master title style</a:t>
            </a:r>
            <a:endParaRPr lang="en-US" dirty="0"/>
          </a:p>
        </p:txBody>
      </p:sp>
      <p:sp>
        <p:nvSpPr>
          <p:cNvPr id="3" name="Content Placeholder 2"/>
          <p:cNvSpPr>
            <a:spLocks noGrp="1"/>
          </p:cNvSpPr>
          <p:nvPr>
            <p:ph idx="1"/>
          </p:nvPr>
        </p:nvSpPr>
        <p:spPr>
          <a:xfrm>
            <a:off x="1024128" y="2286000"/>
            <a:ext cx="10266724"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024128" y="6461095"/>
            <a:ext cx="10266722" cy="274320"/>
          </a:xfrm>
        </p:spPr>
        <p:style>
          <a:lnRef idx="2">
            <a:schemeClr val="accent1"/>
          </a:lnRef>
          <a:fillRef idx="1">
            <a:schemeClr val="lt1"/>
          </a:fillRef>
          <a:effectRef idx="0">
            <a:schemeClr val="accent1"/>
          </a:effectRef>
          <a:fontRef idx="minor">
            <a:schemeClr val="dk1"/>
          </a:fontRef>
        </p:style>
        <p:txBody>
          <a:bodyPr/>
          <a:lstStyle>
            <a:lvl1pPr algn="l">
              <a:defRPr sz="14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a:xfrm>
            <a:off x="10813774" y="6461095"/>
            <a:ext cx="477076" cy="274320"/>
          </a:xfrm>
        </p:spPr>
        <p:txBody>
          <a:bodyPr/>
          <a:lstStyle>
            <a:lvl1pPr>
              <a:defRPr sz="1400" b="1"/>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1916650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
        <p:nvSpPr>
          <p:cNvPr id="10" name="Rectangle 9"/>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8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26128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Information Hiding, Shiraz university of technology</a:t>
            </a:r>
          </a:p>
        </p:txBody>
      </p:sp>
      <p:sp>
        <p:nvSpPr>
          <p:cNvPr id="9" name="Slide Number Placeholder 8"/>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333617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Information Hiding, Shiraz university of technology</a:t>
            </a:r>
          </a:p>
        </p:txBody>
      </p:sp>
      <p:sp>
        <p:nvSpPr>
          <p:cNvPr id="5" name="Slide Number Placeholder 4"/>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8539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Information Hiding, Shiraz university of technology</a:t>
            </a:r>
          </a:p>
        </p:txBody>
      </p:sp>
      <p:sp>
        <p:nvSpPr>
          <p:cNvPr id="4" name="Slide Number Placeholder 3"/>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82337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sz="1600"/>
            </a:lvl1p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lvl1pPr>
              <a:defRPr sz="1600"/>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34712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3070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43273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259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dirty="0"/>
              <a:t>Information Hiding, Shiraz university of technology</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2B47E1-F59F-47B3-8D16-B2A0740F319A}"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88099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9.xml"/><Relationship Id="rId18"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customXml" Target="../ink/ink6.xml"/><Relationship Id="rId12" Type="http://schemas.openxmlformats.org/officeDocument/2006/relationships/image" Target="../media/image19.png"/><Relationship Id="rId17" Type="http://schemas.openxmlformats.org/officeDocument/2006/relationships/customXml" Target="../ink/ink11.xml"/><Relationship Id="rId2" Type="http://schemas.openxmlformats.org/officeDocument/2006/relationships/customXml" Target="../ink/ink4.xml"/><Relationship Id="rId16" Type="http://schemas.openxmlformats.org/officeDocument/2006/relationships/image" Target="../media/image21.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customXml" Target="../ink/ink8.xml"/><Relationship Id="rId5" Type="http://schemas.openxmlformats.org/officeDocument/2006/relationships/customXml" Target="../ink/ink5.xml"/><Relationship Id="rId15" Type="http://schemas.openxmlformats.org/officeDocument/2006/relationships/customXml" Target="../ink/ink10.xml"/><Relationship Id="rId10" Type="http://schemas.openxmlformats.org/officeDocument/2006/relationships/image" Target="../media/image18.png"/><Relationship Id="rId19" Type="http://schemas.openxmlformats.org/officeDocument/2006/relationships/customXml" Target="../ink/ink12.xml"/><Relationship Id="rId4" Type="http://schemas.openxmlformats.org/officeDocument/2006/relationships/image" Target="../media/image15.png"/><Relationship Id="rId9" Type="http://schemas.openxmlformats.org/officeDocument/2006/relationships/customXml" Target="../ink/ink7.xml"/><Relationship Id="rId1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9.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1.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2.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3.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4.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7.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8.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customXml" Target="../ink/ink29.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2.sv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F952-F51B-9E16-AE94-2AF7EC3BB433}"/>
              </a:ext>
            </a:extLst>
          </p:cNvPr>
          <p:cNvSpPr>
            <a:spLocks noGrp="1"/>
          </p:cNvSpPr>
          <p:nvPr>
            <p:ph type="ctrTitle"/>
          </p:nvPr>
        </p:nvSpPr>
        <p:spPr>
          <a:xfrm>
            <a:off x="-672428" y="5267914"/>
            <a:ext cx="7772400" cy="1463040"/>
          </a:xfrm>
        </p:spPr>
        <p:txBody>
          <a:bodyPr/>
          <a:lstStyle/>
          <a:p>
            <a:r>
              <a:rPr lang="en-US" b="1" dirty="0">
                <a:solidFill>
                  <a:srgbClr val="002060"/>
                </a:solidFill>
              </a:rPr>
              <a:t>INFORMATION HIDING</a:t>
            </a:r>
          </a:p>
        </p:txBody>
      </p:sp>
      <p:sp>
        <p:nvSpPr>
          <p:cNvPr id="3" name="Subtitle 2">
            <a:extLst>
              <a:ext uri="{FF2B5EF4-FFF2-40B4-BE49-F238E27FC236}">
                <a16:creationId xmlns:a16="http://schemas.microsoft.com/office/drawing/2014/main" id="{16550EBE-03C9-6663-B172-AE3DCD9F5899}"/>
              </a:ext>
            </a:extLst>
          </p:cNvPr>
          <p:cNvSpPr>
            <a:spLocks noGrp="1"/>
          </p:cNvSpPr>
          <p:nvPr>
            <p:ph type="subTitle" idx="1"/>
          </p:nvPr>
        </p:nvSpPr>
        <p:spPr>
          <a:xfrm>
            <a:off x="7244252" y="5174821"/>
            <a:ext cx="3632293" cy="1463040"/>
          </a:xfrm>
        </p:spPr>
        <p:txBody>
          <a:bodyPr>
            <a:normAutofit/>
          </a:bodyPr>
          <a:lstStyle/>
          <a:p>
            <a:pPr algn="ctr"/>
            <a:r>
              <a:rPr lang="en-US" sz="4000" b="1" dirty="0">
                <a:solidFill>
                  <a:srgbClr val="FF0000"/>
                </a:solidFill>
              </a:rPr>
              <a:t>Scalable Watermarking</a:t>
            </a:r>
            <a:endParaRPr lang="en-US" sz="1400" b="1" dirty="0">
              <a:solidFill>
                <a:srgbClr val="FF0000"/>
              </a:solidFill>
            </a:endParaRPr>
          </a:p>
        </p:txBody>
      </p:sp>
      <p:sp>
        <p:nvSpPr>
          <p:cNvPr id="11" name="TextBox 10">
            <a:extLst>
              <a:ext uri="{FF2B5EF4-FFF2-40B4-BE49-F238E27FC236}">
                <a16:creationId xmlns:a16="http://schemas.microsoft.com/office/drawing/2014/main" id="{0E33094A-8749-D231-8FF5-43D6BA1D77A6}"/>
              </a:ext>
            </a:extLst>
          </p:cNvPr>
          <p:cNvSpPr txBox="1"/>
          <p:nvPr/>
        </p:nvSpPr>
        <p:spPr>
          <a:xfrm>
            <a:off x="-205204" y="6550223"/>
            <a:ext cx="5092148"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1400" b="1" dirty="0">
                <a:solidFill>
                  <a:schemeClr val="bg2">
                    <a:lumMod val="25000"/>
                  </a:schemeClr>
                </a:solidFill>
              </a:rPr>
              <a:t>Adib Nikjou, Shiraz University of Technology, Summer 2025</a:t>
            </a:r>
          </a:p>
        </p:txBody>
      </p:sp>
      <p:cxnSp>
        <p:nvCxnSpPr>
          <p:cNvPr id="14" name="Straight Connector 13"/>
          <p:cNvCxnSpPr>
            <a:cxnSpLocks/>
          </p:cNvCxnSpPr>
          <p:nvPr/>
        </p:nvCxnSpPr>
        <p:spPr>
          <a:xfrm flipV="1">
            <a:off x="7244253" y="5217228"/>
            <a:ext cx="0" cy="137822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C6A5053-2C31-9B23-82E1-C7ED981E99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996" y="236085"/>
            <a:ext cx="9399549" cy="4896329"/>
          </a:xfrm>
          <a:prstGeom prst="rect">
            <a:avLst/>
          </a:prstGeom>
          <a:ln>
            <a:noFill/>
          </a:ln>
          <a:effectLst>
            <a:softEdge rad="112500"/>
          </a:effectLst>
        </p:spPr>
      </p:pic>
    </p:spTree>
    <p:extLst>
      <p:ext uri="{BB962C8B-B14F-4D97-AF65-F5344CB8AC3E}">
        <p14:creationId xmlns:p14="http://schemas.microsoft.com/office/powerpoint/2010/main" val="13615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1D03AA-9614-66CE-7C25-D3D4BBBE96A0}"/>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FCACF8F4-3E2A-EAA7-B9E2-BB3B30A7A339}"/>
              </a:ext>
            </a:extLst>
          </p:cNvPr>
          <p:cNvSpPr>
            <a:spLocks noGrp="1"/>
          </p:cNvSpPr>
          <p:nvPr>
            <p:ph type="sldNum" sz="quarter" idx="12"/>
          </p:nvPr>
        </p:nvSpPr>
        <p:spPr/>
        <p:txBody>
          <a:bodyPr/>
          <a:lstStyle/>
          <a:p>
            <a:fld id="{382B47E1-F59F-47B3-8D16-B2A0740F319A}" type="slidenum">
              <a:rPr lang="en-US" sz="1400" smtClean="0"/>
              <a:t>2</a:t>
            </a:fld>
            <a:endParaRPr lang="en-US" sz="1400" dirty="0"/>
          </a:p>
        </p:txBody>
      </p:sp>
      <p:sp>
        <p:nvSpPr>
          <p:cNvPr id="4" name="TextBox 3">
            <a:extLst>
              <a:ext uri="{FF2B5EF4-FFF2-40B4-BE49-F238E27FC236}">
                <a16:creationId xmlns:a16="http://schemas.microsoft.com/office/drawing/2014/main" id="{162467B2-1FF8-306C-30E2-3B168783AF0D}"/>
              </a:ext>
            </a:extLst>
          </p:cNvPr>
          <p:cNvSpPr txBox="1"/>
          <p:nvPr/>
        </p:nvSpPr>
        <p:spPr>
          <a:xfrm>
            <a:off x="1922611" y="2459504"/>
            <a:ext cx="8130209" cy="1938992"/>
          </a:xfrm>
          <a:prstGeom prst="rect">
            <a:avLst/>
          </a:prstGeom>
          <a:noFill/>
        </p:spPr>
        <p:txBody>
          <a:bodyPr wrap="square" rtlCol="0">
            <a:spAutoFit/>
          </a:bodyPr>
          <a:lstStyle/>
          <a:p>
            <a:pPr algn="ctr"/>
            <a:r>
              <a:rPr lang="en-US" sz="6000" b="1" dirty="0">
                <a:solidFill>
                  <a:srgbClr val="0070C0"/>
                </a:solidFill>
              </a:rPr>
              <a:t>Introduction to Scalable Watermarking</a:t>
            </a:r>
            <a:endParaRPr lang="en-US" sz="8800" b="1" dirty="0">
              <a:solidFill>
                <a:srgbClr val="0070C0"/>
              </a:solidFill>
            </a:endParaRPr>
          </a:p>
        </p:txBody>
      </p:sp>
    </p:spTree>
    <p:extLst>
      <p:ext uri="{BB962C8B-B14F-4D97-AF65-F5344CB8AC3E}">
        <p14:creationId xmlns:p14="http://schemas.microsoft.com/office/powerpoint/2010/main" val="4015068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12C0-4E55-4D44-A24A-AE1E4EDC8964}"/>
              </a:ext>
            </a:extLst>
          </p:cNvPr>
          <p:cNvSpPr>
            <a:spLocks noGrp="1"/>
          </p:cNvSpPr>
          <p:nvPr>
            <p:ph type="title"/>
          </p:nvPr>
        </p:nvSpPr>
        <p:spPr/>
        <p:txBody>
          <a:bodyPr/>
          <a:lstStyle/>
          <a:p>
            <a:r>
              <a:rPr lang="en-US" dirty="0">
                <a:solidFill>
                  <a:srgbClr val="0070C0"/>
                </a:solidFill>
              </a:rPr>
              <a:t>Scalable compression</a:t>
            </a:r>
          </a:p>
        </p:txBody>
      </p:sp>
      <p:sp>
        <p:nvSpPr>
          <p:cNvPr id="3" name="Content Placeholder 2">
            <a:extLst>
              <a:ext uri="{FF2B5EF4-FFF2-40B4-BE49-F238E27FC236}">
                <a16:creationId xmlns:a16="http://schemas.microsoft.com/office/drawing/2014/main" id="{500891F5-458A-D45A-F947-7D623B59B735}"/>
              </a:ext>
            </a:extLst>
          </p:cNvPr>
          <p:cNvSpPr>
            <a:spLocks noGrp="1"/>
          </p:cNvSpPr>
          <p:nvPr>
            <p:ph idx="1"/>
          </p:nvPr>
        </p:nvSpPr>
        <p:spPr>
          <a:xfrm>
            <a:off x="1024127" y="2249424"/>
            <a:ext cx="10646504" cy="4023360"/>
          </a:xfrm>
        </p:spPr>
        <p:txBody>
          <a:bodyPr>
            <a:normAutofit lnSpcReduction="10000"/>
          </a:bodyPr>
          <a:lstStyle/>
          <a:p>
            <a:pPr>
              <a:buFont typeface="Wingdings" panose="05000000000000000000" pitchFamily="2" charset="2"/>
              <a:buChar char="q"/>
            </a:pPr>
            <a:r>
              <a:rPr lang="en-US" sz="2400" b="1" dirty="0"/>
              <a:t> A significant problem with online access to content was the time required to download it, particularly if the content contained many images.</a:t>
            </a:r>
          </a:p>
          <a:p>
            <a:endParaRPr lang="en-US" sz="2400" b="1" dirty="0"/>
          </a:p>
          <a:p>
            <a:pPr>
              <a:buFont typeface="Wingdings" panose="05000000000000000000" pitchFamily="2" charset="2"/>
              <a:buChar char="q"/>
            </a:pPr>
            <a:r>
              <a:rPr lang="en-US" sz="2400" b="1" dirty="0"/>
              <a:t> In the late 1970s and early 1980s, most modems were capable of transmission speeds of 1200 bits per second. At this speed, </a:t>
            </a:r>
            <a:r>
              <a:rPr lang="en-US" sz="2400" b="1" dirty="0">
                <a:solidFill>
                  <a:srgbClr val="C00000"/>
                </a:solidFill>
              </a:rPr>
              <a:t>a single uncompressed 512 × 512 greyscale image at 8 bits per pixel could take half an hour to download</a:t>
            </a:r>
            <a:r>
              <a:rPr lang="en-US" sz="2400" b="1" dirty="0"/>
              <a:t>.</a:t>
            </a:r>
          </a:p>
          <a:p>
            <a:pPr marL="0" indent="0">
              <a:buNone/>
            </a:pPr>
            <a:endParaRPr lang="en-US" sz="2400" b="1" dirty="0"/>
          </a:p>
          <a:p>
            <a:pPr>
              <a:buFont typeface="Wingdings" panose="05000000000000000000" pitchFamily="2" charset="2"/>
              <a:buChar char="q"/>
            </a:pPr>
            <a:r>
              <a:rPr lang="en-US" sz="2400" b="1" dirty="0"/>
              <a:t> Although each line of the image was displayed as soon as it was received, it could still be 15 minutes before the user had a reasonable idea what the final picture would be like. </a:t>
            </a:r>
          </a:p>
        </p:txBody>
      </p:sp>
      <p:sp>
        <p:nvSpPr>
          <p:cNvPr id="4" name="Footer Placeholder 3">
            <a:extLst>
              <a:ext uri="{FF2B5EF4-FFF2-40B4-BE49-F238E27FC236}">
                <a16:creationId xmlns:a16="http://schemas.microsoft.com/office/drawing/2014/main" id="{74350AA0-5845-B543-C642-0E8AE9F342C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627606B-1D5F-F176-011F-09537C7F227F}"/>
              </a:ext>
            </a:extLst>
          </p:cNvPr>
          <p:cNvSpPr>
            <a:spLocks noGrp="1"/>
          </p:cNvSpPr>
          <p:nvPr>
            <p:ph type="sldNum" sz="quarter" idx="12"/>
          </p:nvPr>
        </p:nvSpPr>
        <p:spPr/>
        <p:txBody>
          <a:bodyPr/>
          <a:lstStyle/>
          <a:p>
            <a:fld id="{382B47E1-F59F-47B3-8D16-B2A0740F319A}" type="slidenum">
              <a:rPr lang="en-US" smtClean="0"/>
              <a:pPr/>
              <a:t>3</a:t>
            </a:fld>
            <a:endParaRPr lang="en-US" dirty="0"/>
          </a:p>
        </p:txBody>
      </p:sp>
    </p:spTree>
    <p:extLst>
      <p:ext uri="{BB962C8B-B14F-4D97-AF65-F5344CB8AC3E}">
        <p14:creationId xmlns:p14="http://schemas.microsoft.com/office/powerpoint/2010/main" val="3300891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76EFC-0AD6-463B-2932-DA0742879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3C835-5BE1-3BF9-7FB6-88942DAC97C5}"/>
              </a:ext>
            </a:extLst>
          </p:cNvPr>
          <p:cNvSpPr>
            <a:spLocks noGrp="1"/>
          </p:cNvSpPr>
          <p:nvPr>
            <p:ph type="title"/>
          </p:nvPr>
        </p:nvSpPr>
        <p:spPr/>
        <p:txBody>
          <a:bodyPr/>
          <a:lstStyle/>
          <a:p>
            <a:r>
              <a:rPr lang="en-US" dirty="0">
                <a:solidFill>
                  <a:srgbClr val="0070C0"/>
                </a:solidFill>
              </a:rPr>
              <a:t>Scalable compression</a:t>
            </a:r>
          </a:p>
        </p:txBody>
      </p:sp>
      <p:sp>
        <p:nvSpPr>
          <p:cNvPr id="3" name="Content Placeholder 2">
            <a:extLst>
              <a:ext uri="{FF2B5EF4-FFF2-40B4-BE49-F238E27FC236}">
                <a16:creationId xmlns:a16="http://schemas.microsoft.com/office/drawing/2014/main" id="{63B20305-FBDC-679F-573E-383FC322E117}"/>
              </a:ext>
            </a:extLst>
          </p:cNvPr>
          <p:cNvSpPr>
            <a:spLocks noGrp="1"/>
          </p:cNvSpPr>
          <p:nvPr>
            <p:ph idx="1"/>
          </p:nvPr>
        </p:nvSpPr>
        <p:spPr>
          <a:xfrm>
            <a:off x="1024127" y="2249424"/>
            <a:ext cx="10646504" cy="4023360"/>
          </a:xfrm>
        </p:spPr>
        <p:txBody>
          <a:bodyPr>
            <a:normAutofit/>
          </a:bodyPr>
          <a:lstStyle/>
          <a:p>
            <a:pPr>
              <a:buFont typeface="Wingdings" panose="05000000000000000000" pitchFamily="2" charset="2"/>
              <a:buChar char="q"/>
            </a:pPr>
            <a:r>
              <a:rPr lang="en-US" sz="2400" b="1" dirty="0"/>
              <a:t> </a:t>
            </a:r>
            <a:r>
              <a:rPr lang="en-US" sz="2400" b="1" dirty="0">
                <a:solidFill>
                  <a:srgbClr val="C00000"/>
                </a:solidFill>
              </a:rPr>
              <a:t>In 1979, Sloan and Tanimoto </a:t>
            </a:r>
            <a:r>
              <a:rPr lang="en-US" sz="2400" b="1" dirty="0"/>
              <a:t>published their solution to this problem, which may be considered </a:t>
            </a:r>
            <a:r>
              <a:rPr lang="en-US" sz="2400" b="1" dirty="0">
                <a:solidFill>
                  <a:srgbClr val="C00000"/>
                </a:solidFill>
              </a:rPr>
              <a:t>the first resolution scalable compression algorithm</a:t>
            </a:r>
            <a:r>
              <a:rPr lang="en-US" sz="2400" b="1" dirty="0"/>
              <a:t>. They suggested that, </a:t>
            </a:r>
            <a:r>
              <a:rPr lang="en-US" sz="2400" b="1" dirty="0">
                <a:solidFill>
                  <a:srgbClr val="339933"/>
                </a:solidFill>
              </a:rPr>
              <a:t>rather than using line-by-line image transmission, a low-resolution approximation of the image could be sent first, and then successively refined until the complete image had been received.</a:t>
            </a:r>
          </a:p>
          <a:p>
            <a:pPr>
              <a:buFont typeface="Wingdings" panose="05000000000000000000" pitchFamily="2" charset="2"/>
              <a:buChar char="q"/>
            </a:pPr>
            <a:endParaRPr lang="en-US" sz="2400" b="1" dirty="0">
              <a:solidFill>
                <a:srgbClr val="339933"/>
              </a:solidFill>
            </a:endParaRPr>
          </a:p>
          <a:p>
            <a:pPr>
              <a:buFont typeface="Wingdings" panose="05000000000000000000" pitchFamily="2" charset="2"/>
              <a:buChar char="q"/>
            </a:pPr>
            <a:r>
              <a:rPr lang="en-US" sz="2400" b="1" dirty="0">
                <a:solidFill>
                  <a:srgbClr val="339933"/>
                </a:solidFill>
              </a:rPr>
              <a:t> </a:t>
            </a:r>
            <a:r>
              <a:rPr lang="en-US" sz="2400" b="1" dirty="0"/>
              <a:t>The effect was dramatic. Using this approach, the main image features became visible very early in the transmission, so </a:t>
            </a:r>
            <a:r>
              <a:rPr lang="en-US" sz="2400" b="1" dirty="0">
                <a:solidFill>
                  <a:srgbClr val="C00000"/>
                </a:solidFill>
              </a:rPr>
              <a:t>very little waiting was required to obtain a reasonable picture</a:t>
            </a:r>
            <a:r>
              <a:rPr lang="en-US" sz="2400" b="1" dirty="0"/>
              <a:t>.</a:t>
            </a:r>
          </a:p>
        </p:txBody>
      </p:sp>
      <p:sp>
        <p:nvSpPr>
          <p:cNvPr id="4" name="Footer Placeholder 3">
            <a:extLst>
              <a:ext uri="{FF2B5EF4-FFF2-40B4-BE49-F238E27FC236}">
                <a16:creationId xmlns:a16="http://schemas.microsoft.com/office/drawing/2014/main" id="{A35CCF4E-78F8-D471-979B-DBF19A50BD4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3B205E0-F343-08F4-31C1-ED32780DAD81}"/>
              </a:ext>
            </a:extLst>
          </p:cNvPr>
          <p:cNvSpPr>
            <a:spLocks noGrp="1"/>
          </p:cNvSpPr>
          <p:nvPr>
            <p:ph type="sldNum" sz="quarter" idx="12"/>
          </p:nvPr>
        </p:nvSpPr>
        <p:spPr/>
        <p:txBody>
          <a:bodyPr/>
          <a:lstStyle/>
          <a:p>
            <a:fld id="{382B47E1-F59F-47B3-8D16-B2A0740F319A}" type="slidenum">
              <a:rPr lang="en-US" smtClean="0"/>
              <a:pPr/>
              <a:t>4</a:t>
            </a:fld>
            <a:endParaRPr lang="en-US" dirty="0"/>
          </a:p>
        </p:txBody>
      </p:sp>
    </p:spTree>
    <p:extLst>
      <p:ext uri="{BB962C8B-B14F-4D97-AF65-F5344CB8AC3E}">
        <p14:creationId xmlns:p14="http://schemas.microsoft.com/office/powerpoint/2010/main" val="2628818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462C-45F5-6A24-98CC-28F5CB57E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D2F95-0693-D59C-EC7A-99247983BB6F}"/>
              </a:ext>
            </a:extLst>
          </p:cNvPr>
          <p:cNvSpPr>
            <a:spLocks noGrp="1"/>
          </p:cNvSpPr>
          <p:nvPr>
            <p:ph type="title"/>
          </p:nvPr>
        </p:nvSpPr>
        <p:spPr/>
        <p:txBody>
          <a:bodyPr/>
          <a:lstStyle/>
          <a:p>
            <a:r>
              <a:rPr lang="en-US" dirty="0">
                <a:solidFill>
                  <a:srgbClr val="0070C0"/>
                </a:solidFill>
              </a:rPr>
              <a:t>Scalable compression</a:t>
            </a:r>
          </a:p>
        </p:txBody>
      </p:sp>
      <p:sp>
        <p:nvSpPr>
          <p:cNvPr id="3" name="Content Placeholder 2">
            <a:extLst>
              <a:ext uri="{FF2B5EF4-FFF2-40B4-BE49-F238E27FC236}">
                <a16:creationId xmlns:a16="http://schemas.microsoft.com/office/drawing/2014/main" id="{59917C87-8810-0C64-997D-B8E886DC06F9}"/>
              </a:ext>
            </a:extLst>
          </p:cNvPr>
          <p:cNvSpPr>
            <a:spLocks noGrp="1"/>
          </p:cNvSpPr>
          <p:nvPr>
            <p:ph idx="1"/>
          </p:nvPr>
        </p:nvSpPr>
        <p:spPr>
          <a:xfrm>
            <a:off x="677104" y="2379382"/>
            <a:ext cx="10960768" cy="4023360"/>
          </a:xfrm>
        </p:spPr>
        <p:txBody>
          <a:bodyPr>
            <a:normAutofit/>
          </a:bodyPr>
          <a:lstStyle/>
          <a:p>
            <a:pPr>
              <a:buFont typeface="Wingdings" panose="05000000000000000000" pitchFamily="2" charset="2"/>
              <a:buChar char="q"/>
            </a:pPr>
            <a:r>
              <a:rPr lang="en-US" sz="2400" b="1" dirty="0"/>
              <a:t> Furthermore, if the quality was already acceptable, or the image was not what the user had hoped for, </a:t>
            </a:r>
            <a:r>
              <a:rPr lang="en-US" sz="2400" b="1" dirty="0">
                <a:solidFill>
                  <a:srgbClr val="C00000"/>
                </a:solidFill>
              </a:rPr>
              <a:t>transmission could be stopped early, freeing up the bandwidth for other downloads.</a:t>
            </a:r>
            <a:r>
              <a:rPr lang="en-US" sz="2400" b="1" dirty="0"/>
              <a:t> </a:t>
            </a:r>
            <a:r>
              <a:rPr lang="en-US" sz="2400" b="1" dirty="0">
                <a:solidFill>
                  <a:srgbClr val="339933"/>
                </a:solidFill>
              </a:rPr>
              <a:t>It was even possible to target a specific area of interest and only download the refinement data for that area</a:t>
            </a:r>
            <a:r>
              <a:rPr lang="en-US" sz="2400" b="1" dirty="0"/>
              <a:t>.</a:t>
            </a:r>
          </a:p>
        </p:txBody>
      </p:sp>
      <p:sp>
        <p:nvSpPr>
          <p:cNvPr id="4" name="Footer Placeholder 3">
            <a:extLst>
              <a:ext uri="{FF2B5EF4-FFF2-40B4-BE49-F238E27FC236}">
                <a16:creationId xmlns:a16="http://schemas.microsoft.com/office/drawing/2014/main" id="{330FDFC1-0322-998F-6BB5-807CC7F00A0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908FC01-1433-151E-5538-757DEB1D550C}"/>
              </a:ext>
            </a:extLst>
          </p:cNvPr>
          <p:cNvSpPr>
            <a:spLocks noGrp="1"/>
          </p:cNvSpPr>
          <p:nvPr>
            <p:ph type="sldNum" sz="quarter" idx="12"/>
          </p:nvPr>
        </p:nvSpPr>
        <p:spPr/>
        <p:txBody>
          <a:bodyPr/>
          <a:lstStyle/>
          <a:p>
            <a:fld id="{382B47E1-F59F-47B3-8D16-B2A0740F319A}" type="slidenum">
              <a:rPr lang="en-US" smtClean="0"/>
              <a:pPr/>
              <a:t>5</a:t>
            </a:fld>
            <a:endParaRPr lang="en-US" dirty="0"/>
          </a:p>
        </p:txBody>
      </p:sp>
      <p:pic>
        <p:nvPicPr>
          <p:cNvPr id="7" name="Picture 6">
            <a:extLst>
              <a:ext uri="{FF2B5EF4-FFF2-40B4-BE49-F238E27FC236}">
                <a16:creationId xmlns:a16="http://schemas.microsoft.com/office/drawing/2014/main" id="{694FAABD-9135-A3CE-3B53-28446C7174A3}"/>
              </a:ext>
            </a:extLst>
          </p:cNvPr>
          <p:cNvPicPr>
            <a:picLocks noChangeAspect="1"/>
          </p:cNvPicPr>
          <p:nvPr/>
        </p:nvPicPr>
        <p:blipFill>
          <a:blip r:embed="rId2"/>
          <a:stretch>
            <a:fillRect/>
          </a:stretch>
        </p:blipFill>
        <p:spPr>
          <a:xfrm>
            <a:off x="1610454" y="4343400"/>
            <a:ext cx="9441858" cy="1506181"/>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EF5D2F68-45BE-A1C9-DA25-5CC52742DC48}"/>
                  </a:ext>
                </a:extLst>
              </p14:cNvPr>
              <p14:cNvContentPartPr/>
              <p14:nvPr/>
            </p14:nvContentPartPr>
            <p14:xfrm>
              <a:off x="7102497" y="4197922"/>
              <a:ext cx="2247480" cy="386280"/>
            </p14:xfrm>
          </p:contentPart>
        </mc:Choice>
        <mc:Fallback xmlns="">
          <p:pic>
            <p:nvPicPr>
              <p:cNvPr id="8" name="Ink 7">
                <a:extLst>
                  <a:ext uri="{FF2B5EF4-FFF2-40B4-BE49-F238E27FC236}">
                    <a16:creationId xmlns:a16="http://schemas.microsoft.com/office/drawing/2014/main" id="{EF5D2F68-45BE-A1C9-DA25-5CC52742DC48}"/>
                  </a:ext>
                </a:extLst>
              </p:cNvPr>
              <p:cNvPicPr/>
              <p:nvPr/>
            </p:nvPicPr>
            <p:blipFill>
              <a:blip r:embed="rId4"/>
              <a:stretch>
                <a:fillRect/>
              </a:stretch>
            </p:blipFill>
            <p:spPr>
              <a:xfrm>
                <a:off x="7039497" y="4134922"/>
                <a:ext cx="2373120" cy="511920"/>
              </a:xfrm>
              <a:prstGeom prst="rect">
                <a:avLst/>
              </a:prstGeom>
            </p:spPr>
          </p:pic>
        </mc:Fallback>
      </mc:AlternateContent>
    </p:spTree>
    <p:extLst>
      <p:ext uri="{BB962C8B-B14F-4D97-AF65-F5344CB8AC3E}">
        <p14:creationId xmlns:p14="http://schemas.microsoft.com/office/powerpoint/2010/main" val="3884772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2404D-7C78-183B-CACC-AB66B4E99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B014C-FC7A-6CED-3F77-EC3900B46775}"/>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C403BBA8-8534-FDBB-A54C-C1311A56C95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5046573-4FAD-239F-7D1D-FF39C7927F67}"/>
              </a:ext>
            </a:extLst>
          </p:cNvPr>
          <p:cNvSpPr>
            <a:spLocks noGrp="1"/>
          </p:cNvSpPr>
          <p:nvPr>
            <p:ph type="sldNum" sz="quarter" idx="12"/>
          </p:nvPr>
        </p:nvSpPr>
        <p:spPr/>
        <p:txBody>
          <a:bodyPr/>
          <a:lstStyle/>
          <a:p>
            <a:fld id="{382B47E1-F59F-47B3-8D16-B2A0740F319A}" type="slidenum">
              <a:rPr lang="en-US" smtClean="0"/>
              <a:pPr/>
              <a:t>6</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06E3B692-0543-C612-5008-2884AB0C4324}"/>
                  </a:ext>
                </a:extLst>
              </p14:cNvPr>
              <p14:cNvContentPartPr/>
              <p14:nvPr/>
            </p14:nvContentPartPr>
            <p14:xfrm>
              <a:off x="7102497" y="4197922"/>
              <a:ext cx="2247480" cy="386280"/>
            </p14:xfrm>
          </p:contentPart>
        </mc:Choice>
        <mc:Fallback xmlns="">
          <p:pic>
            <p:nvPicPr>
              <p:cNvPr id="8" name="Ink 7">
                <a:extLst>
                  <a:ext uri="{FF2B5EF4-FFF2-40B4-BE49-F238E27FC236}">
                    <a16:creationId xmlns:a16="http://schemas.microsoft.com/office/drawing/2014/main" id="{06E3B692-0543-C612-5008-2884AB0C4324}"/>
                  </a:ext>
                </a:extLst>
              </p:cNvPr>
              <p:cNvPicPr/>
              <p:nvPr/>
            </p:nvPicPr>
            <p:blipFill>
              <a:blip r:embed="rId3"/>
              <a:stretch>
                <a:fillRect/>
              </a:stretch>
            </p:blipFill>
            <p:spPr>
              <a:xfrm>
                <a:off x="7039497" y="4135282"/>
                <a:ext cx="2373120" cy="511920"/>
              </a:xfrm>
              <a:prstGeom prst="rect">
                <a:avLst/>
              </a:prstGeom>
            </p:spPr>
          </p:pic>
        </mc:Fallback>
      </mc:AlternateContent>
      <p:pic>
        <p:nvPicPr>
          <p:cNvPr id="9" name="Picture 8">
            <a:extLst>
              <a:ext uri="{FF2B5EF4-FFF2-40B4-BE49-F238E27FC236}">
                <a16:creationId xmlns:a16="http://schemas.microsoft.com/office/drawing/2014/main" id="{0F754A22-028A-5DA8-4415-32C0E3A7FBB4}"/>
              </a:ext>
            </a:extLst>
          </p:cNvPr>
          <p:cNvPicPr>
            <a:picLocks noChangeAspect="1"/>
          </p:cNvPicPr>
          <p:nvPr/>
        </p:nvPicPr>
        <p:blipFill>
          <a:blip r:embed="rId4"/>
          <a:stretch>
            <a:fillRect/>
          </a:stretch>
        </p:blipFill>
        <p:spPr>
          <a:xfrm>
            <a:off x="1767370" y="1485629"/>
            <a:ext cx="8780235" cy="4975466"/>
          </a:xfrm>
          <a:prstGeom prst="rect">
            <a:avLst/>
          </a:prstGeom>
        </p:spPr>
      </p:pic>
    </p:spTree>
    <p:extLst>
      <p:ext uri="{BB962C8B-B14F-4D97-AF65-F5344CB8AC3E}">
        <p14:creationId xmlns:p14="http://schemas.microsoft.com/office/powerpoint/2010/main" val="2751597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54F2B-D9B8-944D-14C4-87FD1377C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C1329-F01D-D04C-20C0-F1A12185274F}"/>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1198C448-DE60-60D3-5BFB-1BD984A60C8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9C56BBC-D604-DBAF-B3ED-C3E371C9C4BD}"/>
              </a:ext>
            </a:extLst>
          </p:cNvPr>
          <p:cNvSpPr>
            <a:spLocks noGrp="1"/>
          </p:cNvSpPr>
          <p:nvPr>
            <p:ph type="sldNum" sz="quarter" idx="12"/>
          </p:nvPr>
        </p:nvSpPr>
        <p:spPr/>
        <p:txBody>
          <a:bodyPr/>
          <a:lstStyle/>
          <a:p>
            <a:fld id="{382B47E1-F59F-47B3-8D16-B2A0740F319A}" type="slidenum">
              <a:rPr lang="en-US" smtClean="0"/>
              <a:pPr/>
              <a:t>7</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FEB62A56-80E0-D59B-A6DA-4775831E630C}"/>
                  </a:ext>
                </a:extLst>
              </p14:cNvPr>
              <p14:cNvContentPartPr/>
              <p14:nvPr/>
            </p14:nvContentPartPr>
            <p14:xfrm>
              <a:off x="7102497" y="4197922"/>
              <a:ext cx="2247480" cy="386280"/>
            </p14:xfrm>
          </p:contentPart>
        </mc:Choice>
        <mc:Fallback xmlns="">
          <p:pic>
            <p:nvPicPr>
              <p:cNvPr id="8" name="Ink 7">
                <a:extLst>
                  <a:ext uri="{FF2B5EF4-FFF2-40B4-BE49-F238E27FC236}">
                    <a16:creationId xmlns:a16="http://schemas.microsoft.com/office/drawing/2014/main" id="{FEB62A56-80E0-D59B-A6DA-4775831E630C}"/>
                  </a:ext>
                </a:extLst>
              </p:cNvPr>
              <p:cNvPicPr/>
              <p:nvPr/>
            </p:nvPicPr>
            <p:blipFill>
              <a:blip r:embed="rId3"/>
              <a:stretch>
                <a:fillRect/>
              </a:stretch>
            </p:blipFill>
            <p:spPr>
              <a:xfrm>
                <a:off x="7039497" y="4134922"/>
                <a:ext cx="2373120" cy="511920"/>
              </a:xfrm>
              <a:prstGeom prst="rect">
                <a:avLst/>
              </a:prstGeom>
            </p:spPr>
          </p:pic>
        </mc:Fallback>
      </mc:AlternateContent>
      <p:pic>
        <p:nvPicPr>
          <p:cNvPr id="6" name="Picture 5">
            <a:extLst>
              <a:ext uri="{FF2B5EF4-FFF2-40B4-BE49-F238E27FC236}">
                <a16:creationId xmlns:a16="http://schemas.microsoft.com/office/drawing/2014/main" id="{AB43A607-DA3E-CDBF-620F-A661DDF9CCFE}"/>
              </a:ext>
            </a:extLst>
          </p:cNvPr>
          <p:cNvPicPr>
            <a:picLocks noChangeAspect="1"/>
          </p:cNvPicPr>
          <p:nvPr/>
        </p:nvPicPr>
        <p:blipFill>
          <a:blip r:embed="rId4"/>
          <a:stretch>
            <a:fillRect/>
          </a:stretch>
        </p:blipFill>
        <p:spPr>
          <a:xfrm>
            <a:off x="3070842" y="1626814"/>
            <a:ext cx="6606427" cy="4705029"/>
          </a:xfrm>
          <a:prstGeom prst="rect">
            <a:avLst/>
          </a:prstGeom>
        </p:spPr>
      </p:pic>
    </p:spTree>
    <p:extLst>
      <p:ext uri="{BB962C8B-B14F-4D97-AF65-F5344CB8AC3E}">
        <p14:creationId xmlns:p14="http://schemas.microsoft.com/office/powerpoint/2010/main" val="3357804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1F17-A4D8-3C38-1555-FAA3B6ED2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9864D-18CF-8BED-FB90-CCE6B6679CE0}"/>
              </a:ext>
            </a:extLst>
          </p:cNvPr>
          <p:cNvSpPr>
            <a:spLocks noGrp="1"/>
          </p:cNvSpPr>
          <p:nvPr>
            <p:ph type="title"/>
          </p:nvPr>
        </p:nvSpPr>
        <p:spPr/>
        <p:txBody>
          <a:bodyPr/>
          <a:lstStyle/>
          <a:p>
            <a:r>
              <a:rPr lang="en-US" dirty="0">
                <a:solidFill>
                  <a:srgbClr val="0070C0"/>
                </a:solidFill>
              </a:rPr>
              <a:t>Scalable compression</a:t>
            </a:r>
          </a:p>
        </p:txBody>
      </p:sp>
      <p:sp>
        <p:nvSpPr>
          <p:cNvPr id="3" name="Content Placeholder 2">
            <a:extLst>
              <a:ext uri="{FF2B5EF4-FFF2-40B4-BE49-F238E27FC236}">
                <a16:creationId xmlns:a16="http://schemas.microsoft.com/office/drawing/2014/main" id="{D5794547-32BB-B342-EFC8-3256C6F89F12}"/>
              </a:ext>
            </a:extLst>
          </p:cNvPr>
          <p:cNvSpPr>
            <a:spLocks noGrp="1"/>
          </p:cNvSpPr>
          <p:nvPr>
            <p:ph idx="1"/>
          </p:nvPr>
        </p:nvSpPr>
        <p:spPr>
          <a:xfrm>
            <a:off x="615616" y="2276683"/>
            <a:ext cx="10960768" cy="4023360"/>
          </a:xfrm>
        </p:spPr>
        <p:txBody>
          <a:bodyPr>
            <a:normAutofit/>
          </a:bodyPr>
          <a:lstStyle/>
          <a:p>
            <a:pPr>
              <a:buFont typeface="Wingdings" panose="05000000000000000000" pitchFamily="2" charset="2"/>
              <a:buChar char="q"/>
            </a:pPr>
            <a:r>
              <a:rPr lang="en-US" sz="2400" b="1" dirty="0"/>
              <a:t> </a:t>
            </a:r>
            <a:r>
              <a:rPr lang="en-US" sz="2400" b="1" dirty="0">
                <a:solidFill>
                  <a:srgbClr val="C00000"/>
                </a:solidFill>
              </a:rPr>
              <a:t>The first quality scalable compression algorithm was published five years later, in 1984, by Sanz, Mu˜noz and </a:t>
            </a:r>
            <a:r>
              <a:rPr lang="en-US" sz="2400" b="1" dirty="0" err="1">
                <a:solidFill>
                  <a:srgbClr val="C00000"/>
                </a:solidFill>
              </a:rPr>
              <a:t>Garc´ıa</a:t>
            </a:r>
            <a:r>
              <a:rPr lang="en-US" sz="2400" b="1" dirty="0"/>
              <a:t>. </a:t>
            </a:r>
            <a:r>
              <a:rPr lang="en-US" sz="2400" b="1" dirty="0">
                <a:solidFill>
                  <a:srgbClr val="339933"/>
                </a:solidFill>
              </a:rPr>
              <a:t>Before this point</a:t>
            </a:r>
            <a:r>
              <a:rPr lang="en-US" sz="2400" b="1" dirty="0"/>
              <a:t>, each refinement layer defined by a scalable compression algorithm </a:t>
            </a:r>
            <a:r>
              <a:rPr lang="en-US" sz="2400" b="1" dirty="0">
                <a:solidFill>
                  <a:srgbClr val="339933"/>
                </a:solidFill>
              </a:rPr>
              <a:t>increased the spatial resolution of the image</a:t>
            </a:r>
            <a:r>
              <a:rPr lang="en-US" sz="2400" b="1" dirty="0"/>
              <a:t>, </a:t>
            </a:r>
            <a:r>
              <a:rPr lang="en-US" sz="2400" b="1" dirty="0">
                <a:solidFill>
                  <a:srgbClr val="339933"/>
                </a:solidFill>
              </a:rPr>
              <a:t>but pixel quantization was the same at all refinement layers</a:t>
            </a:r>
            <a:r>
              <a:rPr lang="en-US" sz="2400" b="1" dirty="0"/>
              <a:t>.</a:t>
            </a:r>
          </a:p>
          <a:p>
            <a:pPr>
              <a:buFont typeface="Wingdings" panose="05000000000000000000" pitchFamily="2" charset="2"/>
              <a:buChar char="q"/>
            </a:pPr>
            <a:endParaRPr lang="en-US" sz="2400" b="1" dirty="0"/>
          </a:p>
          <a:p>
            <a:pPr>
              <a:buFont typeface="Wingdings" panose="05000000000000000000" pitchFamily="2" charset="2"/>
              <a:buChar char="q"/>
            </a:pPr>
            <a:r>
              <a:rPr lang="en-US" sz="2400" b="1" dirty="0"/>
              <a:t> Sanz et al. recognized that </a:t>
            </a:r>
            <a:r>
              <a:rPr lang="en-US" sz="2400" b="1" dirty="0">
                <a:solidFill>
                  <a:srgbClr val="339933"/>
                </a:solidFill>
              </a:rPr>
              <a:t>not all users would require an unquantized image </a:t>
            </a:r>
            <a:r>
              <a:rPr lang="en-US" sz="2400" b="1" dirty="0"/>
              <a:t>and that a similar, </a:t>
            </a:r>
            <a:r>
              <a:rPr lang="en-US" sz="2400" b="1" dirty="0">
                <a:solidFill>
                  <a:srgbClr val="C00000"/>
                </a:solidFill>
              </a:rPr>
              <a:t>multi-level transmission method could be defined that used images quantized to different numbers of bits per pixel, rather than different spatial resolutions.</a:t>
            </a:r>
          </a:p>
        </p:txBody>
      </p:sp>
      <p:sp>
        <p:nvSpPr>
          <p:cNvPr id="4" name="Footer Placeholder 3">
            <a:extLst>
              <a:ext uri="{FF2B5EF4-FFF2-40B4-BE49-F238E27FC236}">
                <a16:creationId xmlns:a16="http://schemas.microsoft.com/office/drawing/2014/main" id="{A3FC8B03-8936-8F3B-E15A-376DCC55600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D220723-282B-B48F-6D27-CBBB509CA864}"/>
              </a:ext>
            </a:extLst>
          </p:cNvPr>
          <p:cNvSpPr>
            <a:spLocks noGrp="1"/>
          </p:cNvSpPr>
          <p:nvPr>
            <p:ph type="sldNum" sz="quarter" idx="12"/>
          </p:nvPr>
        </p:nvSpPr>
        <p:spPr/>
        <p:txBody>
          <a:bodyPr/>
          <a:lstStyle/>
          <a:p>
            <a:fld id="{382B47E1-F59F-47B3-8D16-B2A0740F319A}" type="slidenum">
              <a:rPr lang="en-US" smtClean="0"/>
              <a:pPr/>
              <a:t>8</a:t>
            </a:fld>
            <a:endParaRPr lang="en-US" dirty="0"/>
          </a:p>
        </p:txBody>
      </p:sp>
    </p:spTree>
    <p:extLst>
      <p:ext uri="{BB962C8B-B14F-4D97-AF65-F5344CB8AC3E}">
        <p14:creationId xmlns:p14="http://schemas.microsoft.com/office/powerpoint/2010/main" val="533692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DDBC-7AAB-BD38-267A-113431F3D4EC}"/>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F6DA842-E12A-3371-9E2D-62B828EB72D7}"/>
              </a:ext>
            </a:extLst>
          </p:cNvPr>
          <p:cNvPicPr>
            <a:picLocks noGrp="1" noChangeAspect="1"/>
          </p:cNvPicPr>
          <p:nvPr>
            <p:ph idx="1"/>
          </p:nvPr>
        </p:nvPicPr>
        <p:blipFill>
          <a:blip r:embed="rId2"/>
          <a:stretch>
            <a:fillRect/>
          </a:stretch>
        </p:blipFill>
        <p:spPr>
          <a:xfrm>
            <a:off x="1731842" y="1588085"/>
            <a:ext cx="8728316" cy="4873010"/>
          </a:xfrm>
          <a:prstGeom prst="rect">
            <a:avLst/>
          </a:prstGeom>
        </p:spPr>
      </p:pic>
      <p:sp>
        <p:nvSpPr>
          <p:cNvPr id="2" name="Title 1">
            <a:extLst>
              <a:ext uri="{FF2B5EF4-FFF2-40B4-BE49-F238E27FC236}">
                <a16:creationId xmlns:a16="http://schemas.microsoft.com/office/drawing/2014/main" id="{B7713135-4679-F417-AD67-4D22A2F56194}"/>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76E44A20-9C7C-096D-878F-396E50DB76B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038EBB1-35D0-2FC1-BF1B-18D036AC8D0C}"/>
              </a:ext>
            </a:extLst>
          </p:cNvPr>
          <p:cNvSpPr>
            <a:spLocks noGrp="1"/>
          </p:cNvSpPr>
          <p:nvPr>
            <p:ph type="sldNum" sz="quarter" idx="12"/>
          </p:nvPr>
        </p:nvSpPr>
        <p:spPr/>
        <p:txBody>
          <a:bodyPr/>
          <a:lstStyle/>
          <a:p>
            <a:fld id="{382B47E1-F59F-47B3-8D16-B2A0740F319A}" type="slidenum">
              <a:rPr lang="en-US" smtClean="0"/>
              <a:pPr/>
              <a:t>9</a:t>
            </a:fld>
            <a:endParaRPr lang="en-US" dirty="0"/>
          </a:p>
        </p:txBody>
      </p:sp>
    </p:spTree>
    <p:extLst>
      <p:ext uri="{BB962C8B-B14F-4D97-AF65-F5344CB8AC3E}">
        <p14:creationId xmlns:p14="http://schemas.microsoft.com/office/powerpoint/2010/main" val="707463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B331-28E4-2B1E-B49D-5C39FFC10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05F20-86E6-F90D-C648-A3A210E8FACE}"/>
              </a:ext>
            </a:extLst>
          </p:cNvPr>
          <p:cNvSpPr>
            <a:spLocks noGrp="1"/>
          </p:cNvSpPr>
          <p:nvPr>
            <p:ph type="title"/>
          </p:nvPr>
        </p:nvSpPr>
        <p:spPr/>
        <p:txBody>
          <a:bodyPr/>
          <a:lstStyle/>
          <a:p>
            <a:r>
              <a:rPr lang="en-US" dirty="0">
                <a:solidFill>
                  <a:srgbClr val="0070C0"/>
                </a:solidFill>
              </a:rPr>
              <a:t>Scalable compression</a:t>
            </a:r>
          </a:p>
        </p:txBody>
      </p:sp>
      <p:sp>
        <p:nvSpPr>
          <p:cNvPr id="3" name="Content Placeholder 2">
            <a:extLst>
              <a:ext uri="{FF2B5EF4-FFF2-40B4-BE49-F238E27FC236}">
                <a16:creationId xmlns:a16="http://schemas.microsoft.com/office/drawing/2014/main" id="{035EC4A8-B769-4469-A627-2DC486B2B5BD}"/>
              </a:ext>
            </a:extLst>
          </p:cNvPr>
          <p:cNvSpPr>
            <a:spLocks noGrp="1"/>
          </p:cNvSpPr>
          <p:nvPr>
            <p:ph idx="1"/>
          </p:nvPr>
        </p:nvSpPr>
        <p:spPr>
          <a:xfrm>
            <a:off x="615616" y="2276683"/>
            <a:ext cx="10960768" cy="4023360"/>
          </a:xfrm>
        </p:spPr>
        <p:txBody>
          <a:bodyPr>
            <a:normAutofit/>
          </a:bodyPr>
          <a:lstStyle/>
          <a:p>
            <a:pPr>
              <a:buFont typeface="Wingdings" panose="05000000000000000000" pitchFamily="2" charset="2"/>
              <a:buChar char="q"/>
            </a:pPr>
            <a:r>
              <a:rPr lang="en-US" sz="2400" b="1" dirty="0">
                <a:solidFill>
                  <a:srgbClr val="000000"/>
                </a:solidFill>
              </a:rPr>
              <a:t> They further suggested that </a:t>
            </a:r>
            <a:r>
              <a:rPr lang="en-US" sz="2400" b="1" dirty="0">
                <a:solidFill>
                  <a:srgbClr val="C00000"/>
                </a:solidFill>
              </a:rPr>
              <a:t>these techniques could be combined</a:t>
            </a:r>
            <a:r>
              <a:rPr lang="en-US" sz="2400" b="1" dirty="0">
                <a:solidFill>
                  <a:srgbClr val="000000"/>
                </a:solidFill>
              </a:rPr>
              <a:t>, </a:t>
            </a:r>
            <a:r>
              <a:rPr lang="en-US" sz="2400" b="1" dirty="0">
                <a:solidFill>
                  <a:srgbClr val="C00000"/>
                </a:solidFill>
              </a:rPr>
              <a:t>using either a fixed or an interactively defined sequence of resolution and quality improvements</a:t>
            </a:r>
            <a:r>
              <a:rPr lang="en-US" sz="2400" b="1" dirty="0">
                <a:solidFill>
                  <a:srgbClr val="000000"/>
                </a:solidFill>
              </a:rPr>
              <a:t>, foreshadowing compression algorithms with both resolution and quality scalability such as </a:t>
            </a:r>
            <a:r>
              <a:rPr lang="en-US" sz="2400" b="1" dirty="0">
                <a:solidFill>
                  <a:srgbClr val="339933"/>
                </a:solidFill>
              </a:rPr>
              <a:t>HS-SPIHT, JPEG2000 and EBCOT</a:t>
            </a:r>
            <a:r>
              <a:rPr lang="en-US" sz="2400" b="1" dirty="0">
                <a:solidFill>
                  <a:srgbClr val="000000"/>
                </a:solidFill>
              </a:rPr>
              <a:t>.</a:t>
            </a:r>
          </a:p>
          <a:p>
            <a:pPr>
              <a:buFont typeface="Wingdings" panose="05000000000000000000" pitchFamily="2" charset="2"/>
              <a:buChar char="q"/>
            </a:pPr>
            <a:endParaRPr lang="en-US" sz="2400" b="1" dirty="0">
              <a:solidFill>
                <a:srgbClr val="000000"/>
              </a:solidFill>
            </a:endParaRPr>
          </a:p>
          <a:p>
            <a:pPr marL="0" indent="0">
              <a:buNone/>
            </a:pPr>
            <a:endParaRPr lang="en-US" sz="2400" b="1" dirty="0">
              <a:solidFill>
                <a:srgbClr val="000000"/>
              </a:solidFill>
            </a:endParaRPr>
          </a:p>
        </p:txBody>
      </p:sp>
      <p:sp>
        <p:nvSpPr>
          <p:cNvPr id="4" name="Footer Placeholder 3">
            <a:extLst>
              <a:ext uri="{FF2B5EF4-FFF2-40B4-BE49-F238E27FC236}">
                <a16:creationId xmlns:a16="http://schemas.microsoft.com/office/drawing/2014/main" id="{EA08DC17-6AA6-EAE8-7293-2D2F0FB77CC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D62D3A2-E15D-A2C2-C90C-906FF9D7D194}"/>
              </a:ext>
            </a:extLst>
          </p:cNvPr>
          <p:cNvSpPr>
            <a:spLocks noGrp="1"/>
          </p:cNvSpPr>
          <p:nvPr>
            <p:ph type="sldNum" sz="quarter" idx="12"/>
          </p:nvPr>
        </p:nvSpPr>
        <p:spPr/>
        <p:txBody>
          <a:bodyPr/>
          <a:lstStyle/>
          <a:p>
            <a:fld id="{382B47E1-F59F-47B3-8D16-B2A0740F319A}" type="slidenum">
              <a:rPr lang="en-US" smtClean="0"/>
              <a:pPr/>
              <a:t>10</a:t>
            </a:fld>
            <a:endParaRPr lang="en-US" dirty="0"/>
          </a:p>
        </p:txBody>
      </p:sp>
      <p:sp>
        <p:nvSpPr>
          <p:cNvPr id="6" name="Rectangle 5">
            <a:extLst>
              <a:ext uri="{FF2B5EF4-FFF2-40B4-BE49-F238E27FC236}">
                <a16:creationId xmlns:a16="http://schemas.microsoft.com/office/drawing/2014/main" id="{882E0711-B5E7-CB23-E276-C60AF9C86F9B}"/>
              </a:ext>
            </a:extLst>
          </p:cNvPr>
          <p:cNvSpPr/>
          <p:nvPr/>
        </p:nvSpPr>
        <p:spPr>
          <a:xfrm>
            <a:off x="1744579" y="3260558"/>
            <a:ext cx="4199021" cy="42110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3A08531-D8BD-FB00-DD7A-2E86A6A16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6601" y="3842715"/>
            <a:ext cx="6258798" cy="2495898"/>
          </a:xfrm>
          <a:prstGeom prst="rect">
            <a:avLst/>
          </a:prstGeom>
        </p:spPr>
      </p:pic>
    </p:spTree>
    <p:extLst>
      <p:ext uri="{BB962C8B-B14F-4D97-AF65-F5344CB8AC3E}">
        <p14:creationId xmlns:p14="http://schemas.microsoft.com/office/powerpoint/2010/main" val="2717484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5A6F-8195-2055-8253-FDFD42B0A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4C509-201D-DF09-866F-1B8EA31A42DE}"/>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61672976-D5FA-EDF7-C5A6-6213EF3455B0}"/>
              </a:ext>
            </a:extLst>
          </p:cNvPr>
          <p:cNvSpPr>
            <a:spLocks noGrp="1"/>
          </p:cNvSpPr>
          <p:nvPr>
            <p:ph type="ftr" sz="quarter" idx="11"/>
          </p:nvPr>
        </p:nvSpPr>
        <p:spPr/>
        <p:txBody>
          <a:bodyPr/>
          <a:lstStyle/>
          <a:p>
            <a:r>
              <a:rPr lang="en-US" cap="none" dirty="0"/>
              <a:t>Information Hiding, Shiraz University of Technology</a:t>
            </a:r>
            <a:endParaRPr lang="en-US" dirty="0"/>
          </a:p>
        </p:txBody>
      </p:sp>
      <p:sp>
        <p:nvSpPr>
          <p:cNvPr id="5" name="Slide Number Placeholder 4">
            <a:extLst>
              <a:ext uri="{FF2B5EF4-FFF2-40B4-BE49-F238E27FC236}">
                <a16:creationId xmlns:a16="http://schemas.microsoft.com/office/drawing/2014/main" id="{AF270A43-F084-98BE-9E2B-0E826D528FFE}"/>
              </a:ext>
            </a:extLst>
          </p:cNvPr>
          <p:cNvSpPr>
            <a:spLocks noGrp="1"/>
          </p:cNvSpPr>
          <p:nvPr>
            <p:ph type="sldNum" sz="quarter" idx="12"/>
          </p:nvPr>
        </p:nvSpPr>
        <p:spPr/>
        <p:txBody>
          <a:bodyPr/>
          <a:lstStyle/>
          <a:p>
            <a:fld id="{382B47E1-F59F-47B3-8D16-B2A0740F319A}" type="slidenum">
              <a:rPr lang="en-US" smtClean="0"/>
              <a:pPr/>
              <a:t>11</a:t>
            </a:fld>
            <a:endParaRPr lang="en-US" dirty="0"/>
          </a:p>
        </p:txBody>
      </p:sp>
      <p:pic>
        <p:nvPicPr>
          <p:cNvPr id="10" name="Content Placeholder 9">
            <a:extLst>
              <a:ext uri="{FF2B5EF4-FFF2-40B4-BE49-F238E27FC236}">
                <a16:creationId xmlns:a16="http://schemas.microsoft.com/office/drawing/2014/main" id="{2991D88C-14A9-61C9-41A9-9018A764D23C}"/>
              </a:ext>
            </a:extLst>
          </p:cNvPr>
          <p:cNvPicPr>
            <a:picLocks noGrp="1" noChangeAspect="1"/>
          </p:cNvPicPr>
          <p:nvPr>
            <p:ph idx="1"/>
          </p:nvPr>
        </p:nvPicPr>
        <p:blipFill>
          <a:blip r:embed="rId2"/>
          <a:stretch>
            <a:fillRect/>
          </a:stretch>
        </p:blipFill>
        <p:spPr>
          <a:xfrm>
            <a:off x="1559890" y="1930982"/>
            <a:ext cx="9492422" cy="4166419"/>
          </a:xfrm>
          <a:prstGeom prst="rect">
            <a:avLst/>
          </a:prstGeom>
        </p:spPr>
      </p:pic>
    </p:spTree>
    <p:extLst>
      <p:ext uri="{BB962C8B-B14F-4D97-AF65-F5344CB8AC3E}">
        <p14:creationId xmlns:p14="http://schemas.microsoft.com/office/powerpoint/2010/main" val="2907477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FABC1-2183-C7F6-5E86-0EA75D8D8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A34CB-2B9D-9254-E1DD-E1E90443E16A}"/>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91025F1D-B290-47DB-B136-C9939542227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6531830-DD64-D798-0906-DD909333E769}"/>
              </a:ext>
            </a:extLst>
          </p:cNvPr>
          <p:cNvSpPr>
            <a:spLocks noGrp="1"/>
          </p:cNvSpPr>
          <p:nvPr>
            <p:ph type="sldNum" sz="quarter" idx="12"/>
          </p:nvPr>
        </p:nvSpPr>
        <p:spPr/>
        <p:txBody>
          <a:bodyPr/>
          <a:lstStyle/>
          <a:p>
            <a:fld id="{382B47E1-F59F-47B3-8D16-B2A0740F319A}" type="slidenum">
              <a:rPr lang="en-US" smtClean="0"/>
              <a:pPr/>
              <a:t>12</a:t>
            </a:fld>
            <a:endParaRPr lang="en-US" dirty="0"/>
          </a:p>
        </p:txBody>
      </p:sp>
      <p:sp>
        <p:nvSpPr>
          <p:cNvPr id="9" name="Content Placeholder 8">
            <a:extLst>
              <a:ext uri="{FF2B5EF4-FFF2-40B4-BE49-F238E27FC236}">
                <a16:creationId xmlns:a16="http://schemas.microsoft.com/office/drawing/2014/main" id="{E9879432-2639-1A95-112C-03F37712707E}"/>
              </a:ext>
            </a:extLst>
          </p:cNvPr>
          <p:cNvSpPr>
            <a:spLocks noGrp="1"/>
          </p:cNvSpPr>
          <p:nvPr>
            <p:ph idx="1"/>
          </p:nvPr>
        </p:nvSpPr>
        <p:spPr>
          <a:xfrm>
            <a:off x="1024126" y="2084832"/>
            <a:ext cx="10266724" cy="4023360"/>
          </a:xfrm>
        </p:spPr>
        <p:txBody>
          <a:bodyPr/>
          <a:lstStyle/>
          <a:p>
            <a:pPr>
              <a:buFont typeface="Wingdings" panose="05000000000000000000" pitchFamily="2" charset="2"/>
              <a:buChar char="q"/>
            </a:pPr>
            <a:r>
              <a:rPr lang="en-US" dirty="0"/>
              <a:t> </a:t>
            </a:r>
            <a:r>
              <a:rPr lang="en-US" sz="2800" b="1" dirty="0"/>
              <a:t>Despite </a:t>
            </a:r>
            <a:r>
              <a:rPr lang="en-US" sz="2800" b="1" dirty="0">
                <a:solidFill>
                  <a:srgbClr val="C00000"/>
                </a:solidFill>
              </a:rPr>
              <a:t>a dramatic increase in achievable transmission speeds </a:t>
            </a:r>
            <a:r>
              <a:rPr lang="en-US" sz="2800" b="1" dirty="0"/>
              <a:t>since the 1980s</a:t>
            </a:r>
            <a:r>
              <a:rPr lang="en-US" sz="2800" b="1" dirty="0">
                <a:solidFill>
                  <a:srgbClr val="339933"/>
                </a:solidFill>
              </a:rPr>
              <a:t>, the need for scalable compression has not diminished.</a:t>
            </a:r>
          </a:p>
          <a:p>
            <a:endParaRPr lang="en-US" sz="2800" b="1" dirty="0"/>
          </a:p>
          <a:p>
            <a:pPr>
              <a:buFont typeface="Wingdings" panose="05000000000000000000" pitchFamily="2" charset="2"/>
              <a:buChar char="q"/>
            </a:pPr>
            <a:r>
              <a:rPr lang="en-US" sz="2800" b="1" dirty="0"/>
              <a:t> Not only this, but </a:t>
            </a:r>
            <a:r>
              <a:rPr lang="en-US" sz="2800" b="1" dirty="0">
                <a:solidFill>
                  <a:srgbClr val="C00000"/>
                </a:solidFill>
              </a:rPr>
              <a:t>the range of devices being used to access the Internet has expanded</a:t>
            </a:r>
            <a:r>
              <a:rPr lang="en-US" sz="2800" b="1" dirty="0"/>
              <a:t>, so </a:t>
            </a:r>
            <a:r>
              <a:rPr lang="en-US" sz="2800" b="1" dirty="0">
                <a:solidFill>
                  <a:srgbClr val="339933"/>
                </a:solidFill>
              </a:rPr>
              <a:t>while a typical mobile phone user may desire content suited to a display with 320 × 240 resolution</a:t>
            </a:r>
            <a:r>
              <a:rPr lang="en-US" sz="2800" b="1" dirty="0"/>
              <a:t>, </a:t>
            </a:r>
            <a:r>
              <a:rPr lang="en-US" sz="2800" b="1" dirty="0">
                <a:solidFill>
                  <a:srgbClr val="339933"/>
                </a:solidFill>
              </a:rPr>
              <a:t>a high-end desktop user would prefer content tailored to a display resolution of 1900 × 1200</a:t>
            </a:r>
            <a:r>
              <a:rPr lang="en-US" sz="2800" b="1" dirty="0"/>
              <a:t>.</a:t>
            </a:r>
          </a:p>
        </p:txBody>
      </p:sp>
    </p:spTree>
    <p:extLst>
      <p:ext uri="{BB962C8B-B14F-4D97-AF65-F5344CB8AC3E}">
        <p14:creationId xmlns:p14="http://schemas.microsoft.com/office/powerpoint/2010/main" val="3035914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0736D-CB7A-B438-D4A7-8BAE82A15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86EC0-1D9D-ECAC-D5A1-AC7BA3049CD2}"/>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CB686B7B-6BB8-E818-B12C-63832CEC105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19E60E8-202D-3A6F-04BD-CB2DAA64F73B}"/>
              </a:ext>
            </a:extLst>
          </p:cNvPr>
          <p:cNvSpPr>
            <a:spLocks noGrp="1"/>
          </p:cNvSpPr>
          <p:nvPr>
            <p:ph type="sldNum" sz="quarter" idx="12"/>
          </p:nvPr>
        </p:nvSpPr>
        <p:spPr/>
        <p:txBody>
          <a:bodyPr/>
          <a:lstStyle/>
          <a:p>
            <a:fld id="{382B47E1-F59F-47B3-8D16-B2A0740F319A}" type="slidenum">
              <a:rPr lang="en-US" smtClean="0"/>
              <a:pPr/>
              <a:t>13</a:t>
            </a:fld>
            <a:endParaRPr lang="en-US" dirty="0"/>
          </a:p>
        </p:txBody>
      </p:sp>
      <p:sp>
        <p:nvSpPr>
          <p:cNvPr id="9" name="Content Placeholder 8">
            <a:extLst>
              <a:ext uri="{FF2B5EF4-FFF2-40B4-BE49-F238E27FC236}">
                <a16:creationId xmlns:a16="http://schemas.microsoft.com/office/drawing/2014/main" id="{E28F0057-4668-095D-12AD-C9BADAD778AE}"/>
              </a:ext>
            </a:extLst>
          </p:cNvPr>
          <p:cNvSpPr>
            <a:spLocks noGrp="1"/>
          </p:cNvSpPr>
          <p:nvPr>
            <p:ph idx="1"/>
          </p:nvPr>
        </p:nvSpPr>
        <p:spPr>
          <a:xfrm>
            <a:off x="1024126" y="2084832"/>
            <a:ext cx="10266724" cy="4023360"/>
          </a:xfrm>
        </p:spPr>
        <p:txBody>
          <a:bodyPr>
            <a:normAutofit lnSpcReduction="10000"/>
          </a:bodyPr>
          <a:lstStyle/>
          <a:p>
            <a:pPr>
              <a:buFont typeface="Wingdings" panose="05000000000000000000" pitchFamily="2" charset="2"/>
              <a:buChar char="q"/>
            </a:pPr>
            <a:r>
              <a:rPr lang="en-US" sz="2800" b="1" dirty="0"/>
              <a:t> Although </a:t>
            </a:r>
            <a:r>
              <a:rPr lang="en-US" sz="2800" b="1" dirty="0">
                <a:solidFill>
                  <a:srgbClr val="C00000"/>
                </a:solidFill>
              </a:rPr>
              <a:t>it is possible to satisfy all device and connection constraints by offering only highly compressed, low-resolution content</a:t>
            </a:r>
            <a:r>
              <a:rPr lang="en-US" sz="2800" b="1" dirty="0"/>
              <a:t>, </a:t>
            </a:r>
            <a:r>
              <a:rPr lang="en-US" sz="2800" b="1" dirty="0">
                <a:solidFill>
                  <a:srgbClr val="339933"/>
                </a:solidFill>
              </a:rPr>
              <a:t>this would completely fail to meet the quality expectations of users with fast connections and/or high-resolution displays</a:t>
            </a:r>
            <a:r>
              <a:rPr lang="en-US" sz="2800" b="1" dirty="0"/>
              <a:t>.</a:t>
            </a:r>
          </a:p>
          <a:p>
            <a:pPr>
              <a:buFont typeface="Wingdings" panose="05000000000000000000" pitchFamily="2" charset="2"/>
              <a:buChar char="q"/>
            </a:pPr>
            <a:endParaRPr lang="en-US" sz="2800" b="1" dirty="0"/>
          </a:p>
          <a:p>
            <a:pPr>
              <a:buFont typeface="Wingdings" panose="05000000000000000000" pitchFamily="2" charset="2"/>
              <a:buChar char="q"/>
            </a:pPr>
            <a:r>
              <a:rPr lang="en-US" sz="2800" b="1" dirty="0"/>
              <a:t> To cater for the widest possible range of users, </a:t>
            </a:r>
            <a:r>
              <a:rPr lang="en-US" sz="2800" b="1" dirty="0">
                <a:solidFill>
                  <a:srgbClr val="C00000"/>
                </a:solidFill>
              </a:rPr>
              <a:t>it is necessary to provide access to content at different resolutions and levels of compression</a:t>
            </a:r>
            <a:r>
              <a:rPr lang="en-US" sz="2800" b="1" dirty="0"/>
              <a:t>. This could, of course, </a:t>
            </a:r>
            <a:r>
              <a:rPr lang="en-US" sz="2800" b="1" dirty="0">
                <a:solidFill>
                  <a:srgbClr val="339933"/>
                </a:solidFill>
              </a:rPr>
              <a:t>be achieved using multiple separate copies of the content, at a range of resolutions and compression ratios</a:t>
            </a:r>
            <a:r>
              <a:rPr lang="en-US" sz="2800" b="1" dirty="0"/>
              <a:t>.</a:t>
            </a:r>
          </a:p>
        </p:txBody>
      </p:sp>
    </p:spTree>
    <p:extLst>
      <p:ext uri="{BB962C8B-B14F-4D97-AF65-F5344CB8AC3E}">
        <p14:creationId xmlns:p14="http://schemas.microsoft.com/office/powerpoint/2010/main" val="2051832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D4EC-69F9-124D-C00F-0FA48692C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A56D6-0FB1-5C71-9782-DD64E8AE4268}"/>
              </a:ext>
            </a:extLst>
          </p:cNvPr>
          <p:cNvSpPr>
            <a:spLocks noGrp="1"/>
          </p:cNvSpPr>
          <p:nvPr>
            <p:ph type="title"/>
          </p:nvPr>
        </p:nvSpPr>
        <p:spPr/>
        <p:txBody>
          <a:bodyPr/>
          <a:lstStyle/>
          <a:p>
            <a:r>
              <a:rPr lang="en-US" dirty="0">
                <a:solidFill>
                  <a:srgbClr val="0070C0"/>
                </a:solidFill>
              </a:rPr>
              <a:t>Scalable compression</a:t>
            </a:r>
          </a:p>
        </p:txBody>
      </p:sp>
      <p:sp>
        <p:nvSpPr>
          <p:cNvPr id="4" name="Footer Placeholder 3">
            <a:extLst>
              <a:ext uri="{FF2B5EF4-FFF2-40B4-BE49-F238E27FC236}">
                <a16:creationId xmlns:a16="http://schemas.microsoft.com/office/drawing/2014/main" id="{B3E8B4D7-3276-6917-90E1-4A4AFF965DF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DE79569-FA92-F26E-6A85-8C1F67B1F4A4}"/>
              </a:ext>
            </a:extLst>
          </p:cNvPr>
          <p:cNvSpPr>
            <a:spLocks noGrp="1"/>
          </p:cNvSpPr>
          <p:nvPr>
            <p:ph type="sldNum" sz="quarter" idx="12"/>
          </p:nvPr>
        </p:nvSpPr>
        <p:spPr/>
        <p:txBody>
          <a:bodyPr/>
          <a:lstStyle/>
          <a:p>
            <a:fld id="{382B47E1-F59F-47B3-8D16-B2A0740F319A}" type="slidenum">
              <a:rPr lang="en-US" smtClean="0"/>
              <a:pPr/>
              <a:t>14</a:t>
            </a:fld>
            <a:endParaRPr lang="en-US" dirty="0"/>
          </a:p>
        </p:txBody>
      </p:sp>
      <p:sp>
        <p:nvSpPr>
          <p:cNvPr id="9" name="Content Placeholder 8">
            <a:extLst>
              <a:ext uri="{FF2B5EF4-FFF2-40B4-BE49-F238E27FC236}">
                <a16:creationId xmlns:a16="http://schemas.microsoft.com/office/drawing/2014/main" id="{8A83BA0E-8254-4C6C-5161-151EC1AFAF4C}"/>
              </a:ext>
            </a:extLst>
          </p:cNvPr>
          <p:cNvSpPr>
            <a:spLocks noGrp="1"/>
          </p:cNvSpPr>
          <p:nvPr>
            <p:ph idx="1"/>
          </p:nvPr>
        </p:nvSpPr>
        <p:spPr>
          <a:xfrm>
            <a:off x="1024126" y="2084832"/>
            <a:ext cx="10266724" cy="4023360"/>
          </a:xfrm>
        </p:spPr>
        <p:txBody>
          <a:bodyPr>
            <a:normAutofit/>
          </a:bodyPr>
          <a:lstStyle/>
          <a:p>
            <a:pPr>
              <a:buFont typeface="Wingdings" panose="05000000000000000000" pitchFamily="2" charset="2"/>
              <a:buChar char="q"/>
            </a:pPr>
            <a:r>
              <a:rPr lang="en-US" sz="2800" b="1" dirty="0"/>
              <a:t> However, </a:t>
            </a:r>
            <a:r>
              <a:rPr lang="en-US" sz="2800" b="1" dirty="0">
                <a:solidFill>
                  <a:srgbClr val="C00000"/>
                </a:solidFill>
              </a:rPr>
              <a:t>scalable compression offers a superior solution</a:t>
            </a:r>
            <a:r>
              <a:rPr lang="en-US" sz="2800" b="1" dirty="0"/>
              <a:t>, in that it only requires the creation and </a:t>
            </a:r>
            <a:r>
              <a:rPr lang="en-US" sz="2800" b="1" dirty="0">
                <a:solidFill>
                  <a:srgbClr val="339933"/>
                </a:solidFill>
              </a:rPr>
              <a:t>storage of one copy of the content and can adapt dynamically to changing network conditions or user demands</a:t>
            </a:r>
            <a:r>
              <a:rPr lang="en-US" sz="2800" b="1" dirty="0"/>
              <a:t>.</a:t>
            </a:r>
          </a:p>
        </p:txBody>
      </p:sp>
      <p:pic>
        <p:nvPicPr>
          <p:cNvPr id="3" name="Content Placeholder 7">
            <a:extLst>
              <a:ext uri="{FF2B5EF4-FFF2-40B4-BE49-F238E27FC236}">
                <a16:creationId xmlns:a16="http://schemas.microsoft.com/office/drawing/2014/main" id="{DC838D3F-9414-C477-3614-5D9B00D5759D}"/>
              </a:ext>
            </a:extLst>
          </p:cNvPr>
          <p:cNvPicPr>
            <a:picLocks noChangeAspect="1"/>
          </p:cNvPicPr>
          <p:nvPr/>
        </p:nvPicPr>
        <p:blipFill>
          <a:blip r:embed="rId2"/>
          <a:stretch>
            <a:fillRect/>
          </a:stretch>
        </p:blipFill>
        <p:spPr>
          <a:xfrm>
            <a:off x="2658264" y="3706604"/>
            <a:ext cx="6998448" cy="2754491"/>
          </a:xfrm>
          <a:prstGeom prst="rect">
            <a:avLst/>
          </a:prstGeom>
        </p:spPr>
      </p:pic>
    </p:spTree>
    <p:extLst>
      <p:ext uri="{BB962C8B-B14F-4D97-AF65-F5344CB8AC3E}">
        <p14:creationId xmlns:p14="http://schemas.microsoft.com/office/powerpoint/2010/main" val="698480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35EC2-215C-D25E-B73E-6287143A8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C1B534-09B6-B84F-966D-1D7F5843E294}"/>
              </a:ext>
            </a:extLst>
          </p:cNvPr>
          <p:cNvSpPr>
            <a:spLocks noGrp="1"/>
          </p:cNvSpPr>
          <p:nvPr>
            <p:ph type="title"/>
          </p:nvPr>
        </p:nvSpPr>
        <p:spPr/>
        <p:txBody>
          <a:bodyPr/>
          <a:lstStyle/>
          <a:p>
            <a:r>
              <a:rPr lang="en-US" dirty="0">
                <a:solidFill>
                  <a:srgbClr val="0070C0"/>
                </a:solidFill>
              </a:rPr>
              <a:t>Scalable watermarking</a:t>
            </a:r>
          </a:p>
        </p:txBody>
      </p:sp>
      <p:sp>
        <p:nvSpPr>
          <p:cNvPr id="4" name="Footer Placeholder 3">
            <a:extLst>
              <a:ext uri="{FF2B5EF4-FFF2-40B4-BE49-F238E27FC236}">
                <a16:creationId xmlns:a16="http://schemas.microsoft.com/office/drawing/2014/main" id="{D35D6DEE-82B7-6785-560C-AF3AFEC36F5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9C0012D-8505-ABF7-0846-BA15AF43CE34}"/>
              </a:ext>
            </a:extLst>
          </p:cNvPr>
          <p:cNvSpPr>
            <a:spLocks noGrp="1"/>
          </p:cNvSpPr>
          <p:nvPr>
            <p:ph type="sldNum" sz="quarter" idx="12"/>
          </p:nvPr>
        </p:nvSpPr>
        <p:spPr/>
        <p:txBody>
          <a:bodyPr/>
          <a:lstStyle/>
          <a:p>
            <a:fld id="{382B47E1-F59F-47B3-8D16-B2A0740F319A}" type="slidenum">
              <a:rPr lang="en-US" smtClean="0"/>
              <a:pPr/>
              <a:t>15</a:t>
            </a:fld>
            <a:endParaRPr lang="en-US" dirty="0"/>
          </a:p>
        </p:txBody>
      </p:sp>
      <p:sp>
        <p:nvSpPr>
          <p:cNvPr id="9" name="Content Placeholder 8">
            <a:extLst>
              <a:ext uri="{FF2B5EF4-FFF2-40B4-BE49-F238E27FC236}">
                <a16:creationId xmlns:a16="http://schemas.microsoft.com/office/drawing/2014/main" id="{FB8FE733-7C42-DEBF-9413-DD57FC665762}"/>
              </a:ext>
            </a:extLst>
          </p:cNvPr>
          <p:cNvSpPr>
            <a:spLocks noGrp="1"/>
          </p:cNvSpPr>
          <p:nvPr>
            <p:ph idx="1"/>
          </p:nvPr>
        </p:nvSpPr>
        <p:spPr>
          <a:xfrm>
            <a:off x="1024127" y="2132960"/>
            <a:ext cx="10266724" cy="4023360"/>
          </a:xfrm>
        </p:spPr>
        <p:txBody>
          <a:bodyPr>
            <a:normAutofit/>
          </a:bodyPr>
          <a:lstStyle/>
          <a:p>
            <a:pPr>
              <a:buFont typeface="Wingdings" panose="05000000000000000000" pitchFamily="2" charset="2"/>
              <a:buChar char="q"/>
            </a:pPr>
            <a:r>
              <a:rPr lang="en-US" sz="2800" b="1" dirty="0"/>
              <a:t> It is </a:t>
            </a:r>
            <a:r>
              <a:rPr lang="en-US" sz="2800" b="1" dirty="0">
                <a:solidFill>
                  <a:srgbClr val="FF0000"/>
                </a:solidFill>
              </a:rPr>
              <a:t>rarely effective </a:t>
            </a:r>
            <a:r>
              <a:rPr lang="en-US" sz="2800" b="1" dirty="0"/>
              <a:t>to simply apply a traditional watermarking algorithm to scalably compressed content.</a:t>
            </a:r>
          </a:p>
          <a:p>
            <a:pPr>
              <a:buFont typeface="Wingdings" panose="05000000000000000000" pitchFamily="2" charset="2"/>
              <a:buChar char="q"/>
            </a:pPr>
            <a:endParaRPr lang="en-US" sz="2800" b="1" dirty="0"/>
          </a:p>
          <a:p>
            <a:pPr>
              <a:buFont typeface="Wingdings" panose="05000000000000000000" pitchFamily="2" charset="2"/>
              <a:buChar char="q"/>
            </a:pPr>
            <a:r>
              <a:rPr lang="en-US" sz="2800" b="1" dirty="0"/>
              <a:t> This because the scaling process, which tailors the content to suit the user’s requirements, involves discarding layers of content.</a:t>
            </a:r>
          </a:p>
          <a:p>
            <a:pPr>
              <a:buFont typeface="Wingdings" panose="05000000000000000000" pitchFamily="2" charset="2"/>
              <a:buChar char="q"/>
            </a:pPr>
            <a:endParaRPr lang="en-US" sz="2800" b="1" dirty="0"/>
          </a:p>
          <a:p>
            <a:pPr>
              <a:buFont typeface="Wingdings" panose="05000000000000000000" pitchFamily="2" charset="2"/>
              <a:buChar char="q"/>
            </a:pPr>
            <a:r>
              <a:rPr lang="en-US" sz="2800" b="1" dirty="0"/>
              <a:t> Any watermark data contained in those layers will have been lost. </a:t>
            </a:r>
          </a:p>
        </p:txBody>
      </p:sp>
    </p:spTree>
    <p:extLst>
      <p:ext uri="{BB962C8B-B14F-4D97-AF65-F5344CB8AC3E}">
        <p14:creationId xmlns:p14="http://schemas.microsoft.com/office/powerpoint/2010/main" val="2239004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773C-111F-BEC3-FCC4-5F0D5902D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FCD08-1247-D4EB-6193-65C9AE17CBBF}"/>
              </a:ext>
            </a:extLst>
          </p:cNvPr>
          <p:cNvSpPr>
            <a:spLocks noGrp="1"/>
          </p:cNvSpPr>
          <p:nvPr>
            <p:ph type="title"/>
          </p:nvPr>
        </p:nvSpPr>
        <p:spPr/>
        <p:txBody>
          <a:bodyPr/>
          <a:lstStyle/>
          <a:p>
            <a:r>
              <a:rPr lang="en-US" dirty="0">
                <a:solidFill>
                  <a:srgbClr val="0070C0"/>
                </a:solidFill>
              </a:rPr>
              <a:t>An approach to Scalable watermarking</a:t>
            </a:r>
          </a:p>
        </p:txBody>
      </p:sp>
      <p:sp>
        <p:nvSpPr>
          <p:cNvPr id="4" name="Footer Placeholder 3">
            <a:extLst>
              <a:ext uri="{FF2B5EF4-FFF2-40B4-BE49-F238E27FC236}">
                <a16:creationId xmlns:a16="http://schemas.microsoft.com/office/drawing/2014/main" id="{D8FBAA54-0F0F-3BD1-CA7B-061D938C945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664F7DD-EF30-EC05-0462-AE7A273E727F}"/>
              </a:ext>
            </a:extLst>
          </p:cNvPr>
          <p:cNvSpPr>
            <a:spLocks noGrp="1"/>
          </p:cNvSpPr>
          <p:nvPr>
            <p:ph type="sldNum" sz="quarter" idx="12"/>
          </p:nvPr>
        </p:nvSpPr>
        <p:spPr/>
        <p:txBody>
          <a:bodyPr/>
          <a:lstStyle/>
          <a:p>
            <a:fld id="{382B47E1-F59F-47B3-8D16-B2A0740F319A}" type="slidenum">
              <a:rPr lang="en-US" smtClean="0"/>
              <a:pPr/>
              <a:t>16</a:t>
            </a:fld>
            <a:endParaRPr lang="en-US" dirty="0"/>
          </a:p>
        </p:txBody>
      </p:sp>
      <p:sp>
        <p:nvSpPr>
          <p:cNvPr id="9" name="Content Placeholder 8">
            <a:extLst>
              <a:ext uri="{FF2B5EF4-FFF2-40B4-BE49-F238E27FC236}">
                <a16:creationId xmlns:a16="http://schemas.microsoft.com/office/drawing/2014/main" id="{3B0B198A-2EF5-19B3-CB1E-205C8C6A3721}"/>
              </a:ext>
            </a:extLst>
          </p:cNvPr>
          <p:cNvSpPr>
            <a:spLocks noGrp="1"/>
          </p:cNvSpPr>
          <p:nvPr>
            <p:ph idx="1"/>
          </p:nvPr>
        </p:nvSpPr>
        <p:spPr>
          <a:xfrm>
            <a:off x="1024127" y="2132960"/>
            <a:ext cx="10266724" cy="4023360"/>
          </a:xfrm>
        </p:spPr>
        <p:txBody>
          <a:bodyPr>
            <a:normAutofit lnSpcReduction="10000"/>
          </a:bodyPr>
          <a:lstStyle/>
          <a:p>
            <a:pPr>
              <a:buFont typeface="Wingdings" panose="05000000000000000000" pitchFamily="2" charset="2"/>
              <a:buChar char="q"/>
            </a:pPr>
            <a:r>
              <a:rPr lang="en-US" sz="2800" b="1" dirty="0"/>
              <a:t> </a:t>
            </a:r>
            <a:r>
              <a:rPr lang="en-US" sz="2800" b="1" dirty="0">
                <a:solidFill>
                  <a:srgbClr val="C00000"/>
                </a:solidFill>
              </a:rPr>
              <a:t>Firstly, </a:t>
            </a:r>
            <a:r>
              <a:rPr lang="en-US" sz="2800" b="1" dirty="0"/>
              <a:t>the lowest acceptable resolution or quality is determined.</a:t>
            </a:r>
          </a:p>
          <a:p>
            <a:pPr>
              <a:buFont typeface="Wingdings" panose="05000000000000000000" pitchFamily="2" charset="2"/>
              <a:buChar char="q"/>
            </a:pPr>
            <a:endParaRPr lang="en-US" sz="2800" b="1" dirty="0"/>
          </a:p>
          <a:p>
            <a:pPr>
              <a:buFont typeface="Wingdings" panose="05000000000000000000" pitchFamily="2" charset="2"/>
              <a:buChar char="q"/>
            </a:pPr>
            <a:r>
              <a:rPr lang="en-US" sz="2800" b="1" dirty="0"/>
              <a:t> </a:t>
            </a:r>
            <a:r>
              <a:rPr lang="en-US" sz="2800" b="1" dirty="0">
                <a:solidFill>
                  <a:srgbClr val="C00000"/>
                </a:solidFill>
              </a:rPr>
              <a:t>Secondly, </a:t>
            </a:r>
            <a:r>
              <a:rPr lang="en-US" sz="2800" b="1" dirty="0"/>
              <a:t>the maximum level of scaling associated with the lowest acceptable resolution or quality is determined (content scaled beyond this level is considered no longer valuable and thus no longer in need of a watermark).</a:t>
            </a:r>
          </a:p>
          <a:p>
            <a:pPr>
              <a:buFont typeface="Wingdings" panose="05000000000000000000" pitchFamily="2" charset="2"/>
              <a:buChar char="q"/>
            </a:pPr>
            <a:endParaRPr lang="en-US" sz="2800" b="1" dirty="0"/>
          </a:p>
          <a:p>
            <a:pPr>
              <a:buFont typeface="Wingdings" panose="05000000000000000000" pitchFamily="2" charset="2"/>
              <a:buChar char="q"/>
            </a:pPr>
            <a:r>
              <a:rPr lang="en-US" sz="2800" b="1" dirty="0">
                <a:solidFill>
                  <a:srgbClr val="C00000"/>
                </a:solidFill>
              </a:rPr>
              <a:t> Finally, </a:t>
            </a:r>
            <a:r>
              <a:rPr lang="en-US" sz="2800" b="1" dirty="0"/>
              <a:t>the watermark is embedded in the portions of the content that are largely unaffected by that level of scaling. </a:t>
            </a:r>
          </a:p>
        </p:txBody>
      </p:sp>
    </p:spTree>
    <p:extLst>
      <p:ext uri="{BB962C8B-B14F-4D97-AF65-F5344CB8AC3E}">
        <p14:creationId xmlns:p14="http://schemas.microsoft.com/office/powerpoint/2010/main" val="1553509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B0DA0-88BE-F7D7-528A-D7EC2E9C0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BBDF-6049-A416-9889-DAFFCC540367}"/>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91A57DE9-8F98-5AF8-FA72-46D8E8C83BB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B7180A4-AD40-8201-2B3E-A34F1C96878B}"/>
              </a:ext>
            </a:extLst>
          </p:cNvPr>
          <p:cNvSpPr>
            <a:spLocks noGrp="1"/>
          </p:cNvSpPr>
          <p:nvPr>
            <p:ph type="sldNum" sz="quarter" idx="12"/>
          </p:nvPr>
        </p:nvSpPr>
        <p:spPr/>
        <p:txBody>
          <a:bodyPr/>
          <a:lstStyle/>
          <a:p>
            <a:fld id="{382B47E1-F59F-47B3-8D16-B2A0740F319A}" type="slidenum">
              <a:rPr lang="en-US" smtClean="0"/>
              <a:pPr/>
              <a:t>17</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A3E6F17C-5471-21E7-BC51-139C3BADD78C}"/>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A3E6F17C-5471-21E7-BC51-139C3BADD78C}"/>
                  </a:ext>
                </a:extLst>
              </p:cNvPr>
              <p:cNvPicPr/>
              <p:nvPr/>
            </p:nvPicPr>
            <p:blipFill>
              <a:blip r:embed="rId3"/>
              <a:stretch>
                <a:fillRect/>
              </a:stretch>
            </p:blipFill>
            <p:spPr>
              <a:xfrm>
                <a:off x="6614508" y="4340501"/>
                <a:ext cx="4132440" cy="596880"/>
              </a:xfrm>
              <a:prstGeom prst="rect">
                <a:avLst/>
              </a:prstGeom>
            </p:spPr>
          </p:pic>
        </mc:Fallback>
      </mc:AlternateContent>
      <p:pic>
        <p:nvPicPr>
          <p:cNvPr id="15" name="Content Placeholder 14" descr="A diagram of a process&#10;&#10;AI-generated content may be incorrect.">
            <a:extLst>
              <a:ext uri="{FF2B5EF4-FFF2-40B4-BE49-F238E27FC236}">
                <a16:creationId xmlns:a16="http://schemas.microsoft.com/office/drawing/2014/main" id="{283C8F34-F4F9-A1EC-22F0-3AF8F3EA5661}"/>
              </a:ext>
            </a:extLst>
          </p:cNvPr>
          <p:cNvPicPr>
            <a:picLocks noGrp="1" noChangeAspect="1"/>
          </p:cNvPicPr>
          <p:nvPr>
            <p:ph idx="1"/>
          </p:nvPr>
        </p:nvPicPr>
        <p:blipFill>
          <a:blip r:embed="rId4"/>
          <a:stretch>
            <a:fillRect/>
          </a:stretch>
        </p:blipFill>
        <p:spPr>
          <a:xfrm>
            <a:off x="2458933" y="1591795"/>
            <a:ext cx="7274133" cy="4849422"/>
          </a:xfrm>
        </p:spPr>
      </p:pic>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94F09A4E-7B14-196F-07BD-35762FE5631B}"/>
                  </a:ext>
                </a:extLst>
              </p14:cNvPr>
              <p14:cNvContentPartPr/>
              <p14:nvPr/>
            </p14:nvContentPartPr>
            <p14:xfrm>
              <a:off x="2496365" y="2236998"/>
              <a:ext cx="187560" cy="153720"/>
            </p14:xfrm>
          </p:contentPart>
        </mc:Choice>
        <mc:Fallback xmlns="">
          <p:pic>
            <p:nvPicPr>
              <p:cNvPr id="16" name="Ink 15">
                <a:extLst>
                  <a:ext uri="{FF2B5EF4-FFF2-40B4-BE49-F238E27FC236}">
                    <a16:creationId xmlns:a16="http://schemas.microsoft.com/office/drawing/2014/main" id="{94F09A4E-7B14-196F-07BD-35762FE5631B}"/>
                  </a:ext>
                </a:extLst>
              </p:cNvPr>
              <p:cNvPicPr/>
              <p:nvPr/>
            </p:nvPicPr>
            <p:blipFill>
              <a:blip r:embed="rId6"/>
              <a:stretch>
                <a:fillRect/>
              </a:stretch>
            </p:blipFill>
            <p:spPr>
              <a:xfrm>
                <a:off x="2433365" y="2173998"/>
                <a:ext cx="31320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71C89C91-1246-930E-070B-F14AE84CD224}"/>
                  </a:ext>
                </a:extLst>
              </p14:cNvPr>
              <p14:cNvContentPartPr/>
              <p14:nvPr/>
            </p14:nvContentPartPr>
            <p14:xfrm>
              <a:off x="2381165" y="3014598"/>
              <a:ext cx="394200" cy="395280"/>
            </p14:xfrm>
          </p:contentPart>
        </mc:Choice>
        <mc:Fallback xmlns="">
          <p:pic>
            <p:nvPicPr>
              <p:cNvPr id="17" name="Ink 16">
                <a:extLst>
                  <a:ext uri="{FF2B5EF4-FFF2-40B4-BE49-F238E27FC236}">
                    <a16:creationId xmlns:a16="http://schemas.microsoft.com/office/drawing/2014/main" id="{71C89C91-1246-930E-070B-F14AE84CD224}"/>
                  </a:ext>
                </a:extLst>
              </p:cNvPr>
              <p:cNvPicPr/>
              <p:nvPr/>
            </p:nvPicPr>
            <p:blipFill>
              <a:blip r:embed="rId8"/>
              <a:stretch>
                <a:fillRect/>
              </a:stretch>
            </p:blipFill>
            <p:spPr>
              <a:xfrm>
                <a:off x="2318165" y="2951598"/>
                <a:ext cx="51984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107DAF27-4C90-A52B-823B-7F3A5BF1770B}"/>
                  </a:ext>
                </a:extLst>
              </p14:cNvPr>
              <p14:cNvContentPartPr/>
              <p14:nvPr/>
            </p14:nvContentPartPr>
            <p14:xfrm>
              <a:off x="2404925" y="4277478"/>
              <a:ext cx="362520" cy="460440"/>
            </p14:xfrm>
          </p:contentPart>
        </mc:Choice>
        <mc:Fallback xmlns="">
          <p:pic>
            <p:nvPicPr>
              <p:cNvPr id="18" name="Ink 17">
                <a:extLst>
                  <a:ext uri="{FF2B5EF4-FFF2-40B4-BE49-F238E27FC236}">
                    <a16:creationId xmlns:a16="http://schemas.microsoft.com/office/drawing/2014/main" id="{107DAF27-4C90-A52B-823B-7F3A5BF1770B}"/>
                  </a:ext>
                </a:extLst>
              </p:cNvPr>
              <p:cNvPicPr/>
              <p:nvPr/>
            </p:nvPicPr>
            <p:blipFill>
              <a:blip r:embed="rId10"/>
              <a:stretch>
                <a:fillRect/>
              </a:stretch>
            </p:blipFill>
            <p:spPr>
              <a:xfrm>
                <a:off x="2341987" y="4214478"/>
                <a:ext cx="488035" cy="586080"/>
              </a:xfrm>
              <a:prstGeom prst="rect">
                <a:avLst/>
              </a:prstGeom>
            </p:spPr>
          </p:pic>
        </mc:Fallback>
      </mc:AlternateContent>
      <p:grpSp>
        <p:nvGrpSpPr>
          <p:cNvPr id="23" name="Group 22">
            <a:extLst>
              <a:ext uri="{FF2B5EF4-FFF2-40B4-BE49-F238E27FC236}">
                <a16:creationId xmlns:a16="http://schemas.microsoft.com/office/drawing/2014/main" id="{520F514A-0306-2A2C-4B03-828F7FE4B360}"/>
              </a:ext>
            </a:extLst>
          </p:cNvPr>
          <p:cNvGrpSpPr/>
          <p:nvPr/>
        </p:nvGrpSpPr>
        <p:grpSpPr>
          <a:xfrm>
            <a:off x="2332205" y="5342358"/>
            <a:ext cx="461880" cy="849960"/>
            <a:chOff x="2332205" y="5342358"/>
            <a:chExt cx="461880" cy="849960"/>
          </a:xfrm>
        </p:grpSpPr>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399FA6FB-EEB4-EECB-AE5D-3E808239E793}"/>
                    </a:ext>
                  </a:extLst>
                </p14:cNvPr>
                <p14:cNvContentPartPr/>
                <p14:nvPr/>
              </p14:nvContentPartPr>
              <p14:xfrm>
                <a:off x="2332205" y="5838798"/>
                <a:ext cx="285120" cy="353520"/>
              </p14:xfrm>
            </p:contentPart>
          </mc:Choice>
          <mc:Fallback xmlns="">
            <p:pic>
              <p:nvPicPr>
                <p:cNvPr id="19" name="Ink 18">
                  <a:extLst>
                    <a:ext uri="{FF2B5EF4-FFF2-40B4-BE49-F238E27FC236}">
                      <a16:creationId xmlns:a16="http://schemas.microsoft.com/office/drawing/2014/main" id="{399FA6FB-EEB4-EECB-AE5D-3E808239E793}"/>
                    </a:ext>
                  </a:extLst>
                </p:cNvPr>
                <p:cNvPicPr/>
                <p:nvPr/>
              </p:nvPicPr>
              <p:blipFill>
                <a:blip r:embed="rId12"/>
                <a:stretch>
                  <a:fillRect/>
                </a:stretch>
              </p:blipFill>
              <p:spPr>
                <a:xfrm>
                  <a:off x="2269284" y="5775798"/>
                  <a:ext cx="410602" cy="479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61975860-D26B-4902-384B-2709733A843C}"/>
                    </a:ext>
                  </a:extLst>
                </p14:cNvPr>
                <p14:cNvContentPartPr/>
                <p14:nvPr/>
              </p14:nvContentPartPr>
              <p14:xfrm>
                <a:off x="2438045" y="5366838"/>
                <a:ext cx="356040" cy="623520"/>
              </p14:xfrm>
            </p:contentPart>
          </mc:Choice>
          <mc:Fallback xmlns="">
            <p:pic>
              <p:nvPicPr>
                <p:cNvPr id="20" name="Ink 19">
                  <a:extLst>
                    <a:ext uri="{FF2B5EF4-FFF2-40B4-BE49-F238E27FC236}">
                      <a16:creationId xmlns:a16="http://schemas.microsoft.com/office/drawing/2014/main" id="{61975860-D26B-4902-384B-2709733A843C}"/>
                    </a:ext>
                  </a:extLst>
                </p:cNvPr>
                <p:cNvPicPr/>
                <p:nvPr/>
              </p:nvPicPr>
              <p:blipFill>
                <a:blip r:embed="rId14"/>
                <a:stretch>
                  <a:fillRect/>
                </a:stretch>
              </p:blipFill>
              <p:spPr>
                <a:xfrm>
                  <a:off x="2375045" y="5303838"/>
                  <a:ext cx="481680" cy="749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9E969D8E-F706-7900-BF20-B05ED81368CD}"/>
                    </a:ext>
                  </a:extLst>
                </p14:cNvPr>
                <p14:cNvContentPartPr/>
                <p14:nvPr/>
              </p14:nvContentPartPr>
              <p14:xfrm>
                <a:off x="2616245" y="5342358"/>
                <a:ext cx="60840" cy="475200"/>
              </p14:xfrm>
            </p:contentPart>
          </mc:Choice>
          <mc:Fallback xmlns="">
            <p:pic>
              <p:nvPicPr>
                <p:cNvPr id="21" name="Ink 20">
                  <a:extLst>
                    <a:ext uri="{FF2B5EF4-FFF2-40B4-BE49-F238E27FC236}">
                      <a16:creationId xmlns:a16="http://schemas.microsoft.com/office/drawing/2014/main" id="{9E969D8E-F706-7900-BF20-B05ED81368CD}"/>
                    </a:ext>
                  </a:extLst>
                </p:cNvPr>
                <p:cNvPicPr/>
                <p:nvPr/>
              </p:nvPicPr>
              <p:blipFill>
                <a:blip r:embed="rId16"/>
                <a:stretch>
                  <a:fillRect/>
                </a:stretch>
              </p:blipFill>
              <p:spPr>
                <a:xfrm>
                  <a:off x="2553245" y="5279358"/>
                  <a:ext cx="186480" cy="600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7DE335BE-CACC-E0A3-FFAE-C07B95D30706}"/>
                  </a:ext>
                </a:extLst>
              </p14:cNvPr>
              <p14:cNvContentPartPr/>
              <p14:nvPr/>
            </p14:nvContentPartPr>
            <p14:xfrm>
              <a:off x="9673685" y="4284318"/>
              <a:ext cx="205920" cy="465840"/>
            </p14:xfrm>
          </p:contentPart>
        </mc:Choice>
        <mc:Fallback xmlns="">
          <p:pic>
            <p:nvPicPr>
              <p:cNvPr id="24" name="Ink 23">
                <a:extLst>
                  <a:ext uri="{FF2B5EF4-FFF2-40B4-BE49-F238E27FC236}">
                    <a16:creationId xmlns:a16="http://schemas.microsoft.com/office/drawing/2014/main" id="{7DE335BE-CACC-E0A3-FFAE-C07B95D30706}"/>
                  </a:ext>
                </a:extLst>
              </p:cNvPr>
              <p:cNvPicPr/>
              <p:nvPr/>
            </p:nvPicPr>
            <p:blipFill>
              <a:blip r:embed="rId18"/>
              <a:stretch>
                <a:fillRect/>
              </a:stretch>
            </p:blipFill>
            <p:spPr>
              <a:xfrm>
                <a:off x="9610575" y="4221318"/>
                <a:ext cx="331780" cy="591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5" name="Ink 24">
                <a:extLst>
                  <a:ext uri="{FF2B5EF4-FFF2-40B4-BE49-F238E27FC236}">
                    <a16:creationId xmlns:a16="http://schemas.microsoft.com/office/drawing/2014/main" id="{8406AD17-E321-4322-2775-C1918ECB541D}"/>
                  </a:ext>
                </a:extLst>
              </p14:cNvPr>
              <p14:cNvContentPartPr/>
              <p14:nvPr/>
            </p14:nvContentPartPr>
            <p14:xfrm>
              <a:off x="9653885" y="3345798"/>
              <a:ext cx="602280" cy="395640"/>
            </p14:xfrm>
          </p:contentPart>
        </mc:Choice>
        <mc:Fallback xmlns="">
          <p:pic>
            <p:nvPicPr>
              <p:cNvPr id="25" name="Ink 24">
                <a:extLst>
                  <a:ext uri="{FF2B5EF4-FFF2-40B4-BE49-F238E27FC236}">
                    <a16:creationId xmlns:a16="http://schemas.microsoft.com/office/drawing/2014/main" id="{8406AD17-E321-4322-2775-C1918ECB541D}"/>
                  </a:ext>
                </a:extLst>
              </p:cNvPr>
              <p:cNvPicPr/>
              <p:nvPr/>
            </p:nvPicPr>
            <p:blipFill>
              <a:blip r:embed="rId20"/>
              <a:stretch>
                <a:fillRect/>
              </a:stretch>
            </p:blipFill>
            <p:spPr>
              <a:xfrm>
                <a:off x="9590885" y="3282798"/>
                <a:ext cx="727920" cy="521280"/>
              </a:xfrm>
              <a:prstGeom prst="rect">
                <a:avLst/>
              </a:prstGeom>
            </p:spPr>
          </p:pic>
        </mc:Fallback>
      </mc:AlternateContent>
      <p:sp>
        <p:nvSpPr>
          <p:cNvPr id="26" name="TextBox 25">
            <a:extLst>
              <a:ext uri="{FF2B5EF4-FFF2-40B4-BE49-F238E27FC236}">
                <a16:creationId xmlns:a16="http://schemas.microsoft.com/office/drawing/2014/main" id="{6767A500-9F9C-00CF-B8D6-B48DF102CE9B}"/>
              </a:ext>
            </a:extLst>
          </p:cNvPr>
          <p:cNvSpPr txBox="1"/>
          <p:nvPr/>
        </p:nvSpPr>
        <p:spPr>
          <a:xfrm>
            <a:off x="1395663" y="2129192"/>
            <a:ext cx="1485959" cy="369332"/>
          </a:xfrm>
          <a:prstGeom prst="rect">
            <a:avLst/>
          </a:prstGeom>
          <a:noFill/>
        </p:spPr>
        <p:txBody>
          <a:bodyPr wrap="square" rtlCol="0">
            <a:spAutoFit/>
          </a:bodyPr>
          <a:lstStyle/>
          <a:p>
            <a:pPr algn="ctr"/>
            <a:r>
              <a:rPr lang="en-US" dirty="0"/>
              <a:t>Watermark</a:t>
            </a:r>
          </a:p>
        </p:txBody>
      </p:sp>
      <p:sp>
        <p:nvSpPr>
          <p:cNvPr id="27" name="TextBox 26">
            <a:extLst>
              <a:ext uri="{FF2B5EF4-FFF2-40B4-BE49-F238E27FC236}">
                <a16:creationId xmlns:a16="http://schemas.microsoft.com/office/drawing/2014/main" id="{C0B43867-820D-0097-C60F-16C3770656D3}"/>
              </a:ext>
            </a:extLst>
          </p:cNvPr>
          <p:cNvSpPr txBox="1"/>
          <p:nvPr/>
        </p:nvSpPr>
        <p:spPr>
          <a:xfrm>
            <a:off x="1395662" y="3087526"/>
            <a:ext cx="1485959" cy="369332"/>
          </a:xfrm>
          <a:prstGeom prst="rect">
            <a:avLst/>
          </a:prstGeom>
          <a:noFill/>
        </p:spPr>
        <p:txBody>
          <a:bodyPr wrap="square" rtlCol="0">
            <a:spAutoFit/>
          </a:bodyPr>
          <a:lstStyle/>
          <a:p>
            <a:pPr algn="ctr"/>
            <a:r>
              <a:rPr lang="en-US" dirty="0"/>
              <a:t>Host Image</a:t>
            </a:r>
          </a:p>
        </p:txBody>
      </p:sp>
      <p:sp>
        <p:nvSpPr>
          <p:cNvPr id="28" name="TextBox 27">
            <a:extLst>
              <a:ext uri="{FF2B5EF4-FFF2-40B4-BE49-F238E27FC236}">
                <a16:creationId xmlns:a16="http://schemas.microsoft.com/office/drawing/2014/main" id="{4EC231D5-20C6-B8F0-928B-6D10CBEFFF3E}"/>
              </a:ext>
            </a:extLst>
          </p:cNvPr>
          <p:cNvSpPr txBox="1"/>
          <p:nvPr/>
        </p:nvSpPr>
        <p:spPr>
          <a:xfrm>
            <a:off x="1395662" y="4250496"/>
            <a:ext cx="1485959" cy="646331"/>
          </a:xfrm>
          <a:prstGeom prst="rect">
            <a:avLst/>
          </a:prstGeom>
          <a:noFill/>
        </p:spPr>
        <p:txBody>
          <a:bodyPr wrap="square" rtlCol="0">
            <a:spAutoFit/>
          </a:bodyPr>
          <a:lstStyle/>
          <a:p>
            <a:pPr algn="ctr"/>
            <a:r>
              <a:rPr lang="en-US" dirty="0"/>
              <a:t>Reconstructed Image</a:t>
            </a:r>
          </a:p>
        </p:txBody>
      </p:sp>
      <p:sp>
        <p:nvSpPr>
          <p:cNvPr id="29" name="TextBox 28">
            <a:extLst>
              <a:ext uri="{FF2B5EF4-FFF2-40B4-BE49-F238E27FC236}">
                <a16:creationId xmlns:a16="http://schemas.microsoft.com/office/drawing/2014/main" id="{B725FD51-3198-2CA1-A64F-7B6CA4D0BE3F}"/>
              </a:ext>
            </a:extLst>
          </p:cNvPr>
          <p:cNvSpPr txBox="1"/>
          <p:nvPr/>
        </p:nvSpPr>
        <p:spPr>
          <a:xfrm>
            <a:off x="1395662" y="5330270"/>
            <a:ext cx="1485959" cy="646331"/>
          </a:xfrm>
          <a:prstGeom prst="rect">
            <a:avLst/>
          </a:prstGeom>
          <a:noFill/>
        </p:spPr>
        <p:txBody>
          <a:bodyPr wrap="square" rtlCol="0">
            <a:spAutoFit/>
          </a:bodyPr>
          <a:lstStyle/>
          <a:p>
            <a:pPr algn="ctr"/>
            <a:r>
              <a:rPr lang="en-US" dirty="0"/>
              <a:t>Reconstructed Watermark</a:t>
            </a:r>
          </a:p>
        </p:txBody>
      </p:sp>
      <p:sp>
        <p:nvSpPr>
          <p:cNvPr id="30" name="TextBox 29">
            <a:extLst>
              <a:ext uri="{FF2B5EF4-FFF2-40B4-BE49-F238E27FC236}">
                <a16:creationId xmlns:a16="http://schemas.microsoft.com/office/drawing/2014/main" id="{FB9ABE57-7885-AC86-75EA-703ECD3A0EEC}"/>
              </a:ext>
            </a:extLst>
          </p:cNvPr>
          <p:cNvSpPr txBox="1"/>
          <p:nvPr/>
        </p:nvSpPr>
        <p:spPr>
          <a:xfrm>
            <a:off x="9653885" y="2963993"/>
            <a:ext cx="1485959" cy="646331"/>
          </a:xfrm>
          <a:prstGeom prst="rect">
            <a:avLst/>
          </a:prstGeom>
          <a:noFill/>
        </p:spPr>
        <p:txBody>
          <a:bodyPr wrap="square" rtlCol="0">
            <a:spAutoFit/>
          </a:bodyPr>
          <a:lstStyle/>
          <a:p>
            <a:pPr algn="ctr"/>
            <a:r>
              <a:rPr lang="en-US" dirty="0"/>
              <a:t>Output Bitstream</a:t>
            </a:r>
          </a:p>
        </p:txBody>
      </p:sp>
      <p:sp>
        <p:nvSpPr>
          <p:cNvPr id="31" name="TextBox 30">
            <a:extLst>
              <a:ext uri="{FF2B5EF4-FFF2-40B4-BE49-F238E27FC236}">
                <a16:creationId xmlns:a16="http://schemas.microsoft.com/office/drawing/2014/main" id="{FB9220A2-45FF-9612-F4DB-73733BB8A5BF}"/>
              </a:ext>
            </a:extLst>
          </p:cNvPr>
          <p:cNvSpPr txBox="1"/>
          <p:nvPr/>
        </p:nvSpPr>
        <p:spPr>
          <a:xfrm>
            <a:off x="9566353" y="4272387"/>
            <a:ext cx="1485959" cy="646331"/>
          </a:xfrm>
          <a:prstGeom prst="rect">
            <a:avLst/>
          </a:prstGeom>
          <a:noFill/>
        </p:spPr>
        <p:txBody>
          <a:bodyPr wrap="square" rtlCol="0">
            <a:spAutoFit/>
          </a:bodyPr>
          <a:lstStyle/>
          <a:p>
            <a:pPr algn="ctr"/>
            <a:r>
              <a:rPr lang="en-US" dirty="0"/>
              <a:t>Input Bitstream</a:t>
            </a:r>
          </a:p>
        </p:txBody>
      </p:sp>
    </p:spTree>
    <p:extLst>
      <p:ext uri="{BB962C8B-B14F-4D97-AF65-F5344CB8AC3E}">
        <p14:creationId xmlns:p14="http://schemas.microsoft.com/office/powerpoint/2010/main" val="133129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7211E-4FA4-FBEE-8342-72DAEB8B0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41CDD-0C97-20E0-098A-89F0B883874A}"/>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BABB6F80-E594-667B-9464-50AA8E0981D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12A989E-4A92-A369-CB4C-066AAA585A7C}"/>
              </a:ext>
            </a:extLst>
          </p:cNvPr>
          <p:cNvSpPr>
            <a:spLocks noGrp="1"/>
          </p:cNvSpPr>
          <p:nvPr>
            <p:ph type="sldNum" sz="quarter" idx="12"/>
          </p:nvPr>
        </p:nvSpPr>
        <p:spPr/>
        <p:txBody>
          <a:bodyPr/>
          <a:lstStyle/>
          <a:p>
            <a:fld id="{382B47E1-F59F-47B3-8D16-B2A0740F319A}" type="slidenum">
              <a:rPr lang="en-US" smtClean="0"/>
              <a:pPr/>
              <a:t>18</a:t>
            </a:fld>
            <a:endParaRPr lang="en-US" dirty="0"/>
          </a:p>
        </p:txBody>
      </p:sp>
      <p:sp>
        <p:nvSpPr>
          <p:cNvPr id="33" name="Content Placeholder 32">
            <a:extLst>
              <a:ext uri="{FF2B5EF4-FFF2-40B4-BE49-F238E27FC236}">
                <a16:creationId xmlns:a16="http://schemas.microsoft.com/office/drawing/2014/main" id="{443B92F6-4261-781C-60C5-8C73418A265A}"/>
              </a:ext>
            </a:extLst>
          </p:cNvPr>
          <p:cNvSpPr>
            <a:spLocks noGrp="1"/>
          </p:cNvSpPr>
          <p:nvPr>
            <p:ph idx="1"/>
          </p:nvPr>
        </p:nvSpPr>
        <p:spPr>
          <a:xfrm>
            <a:off x="1024127" y="1818728"/>
            <a:ext cx="10266724" cy="4023360"/>
          </a:xfrm>
        </p:spPr>
        <p:txBody>
          <a:bodyPr>
            <a:normAutofit/>
          </a:bodyPr>
          <a:lstStyle/>
          <a:p>
            <a:r>
              <a:rPr lang="en-US" sz="2800" b="1" dirty="0"/>
              <a:t>Apply 5 levels of a 2D-DWT to the original image</a:t>
            </a:r>
          </a:p>
        </p:txBody>
      </p:sp>
      <p:pic>
        <p:nvPicPr>
          <p:cNvPr id="35" name="Picture 34">
            <a:extLst>
              <a:ext uri="{FF2B5EF4-FFF2-40B4-BE49-F238E27FC236}">
                <a16:creationId xmlns:a16="http://schemas.microsoft.com/office/drawing/2014/main" id="{2AD2EE8F-389C-8146-FA0A-C6313DB9DFF7}"/>
              </a:ext>
            </a:extLst>
          </p:cNvPr>
          <p:cNvPicPr>
            <a:picLocks noChangeAspect="1"/>
          </p:cNvPicPr>
          <p:nvPr/>
        </p:nvPicPr>
        <p:blipFill>
          <a:blip r:embed="rId2"/>
          <a:stretch>
            <a:fillRect/>
          </a:stretch>
        </p:blipFill>
        <p:spPr>
          <a:xfrm>
            <a:off x="1746119" y="2300305"/>
            <a:ext cx="3962953" cy="3982098"/>
          </a:xfrm>
          <a:prstGeom prst="rect">
            <a:avLst/>
          </a:prstGeom>
        </p:spPr>
      </p:pic>
      <p:pic>
        <p:nvPicPr>
          <p:cNvPr id="37" name="Picture 36">
            <a:extLst>
              <a:ext uri="{FF2B5EF4-FFF2-40B4-BE49-F238E27FC236}">
                <a16:creationId xmlns:a16="http://schemas.microsoft.com/office/drawing/2014/main" id="{CE538A45-6827-7034-79DC-6F07D6F9DD57}"/>
              </a:ext>
            </a:extLst>
          </p:cNvPr>
          <p:cNvPicPr>
            <a:picLocks noChangeAspect="1"/>
          </p:cNvPicPr>
          <p:nvPr/>
        </p:nvPicPr>
        <p:blipFill>
          <a:blip r:embed="rId3"/>
          <a:stretch>
            <a:fillRect/>
          </a:stretch>
        </p:blipFill>
        <p:spPr>
          <a:xfrm>
            <a:off x="6464169" y="2250668"/>
            <a:ext cx="4071585" cy="4081372"/>
          </a:xfrm>
          <a:prstGeom prst="rect">
            <a:avLst/>
          </a:prstGeom>
        </p:spPr>
      </p:pic>
    </p:spTree>
    <p:extLst>
      <p:ext uri="{BB962C8B-B14F-4D97-AF65-F5344CB8AC3E}">
        <p14:creationId xmlns:p14="http://schemas.microsoft.com/office/powerpoint/2010/main" val="1307586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A2969-5164-D12E-A7EE-858233697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4F0E3-E058-7837-6C89-B5A9FE09B6AA}"/>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319B205D-3113-3D1B-3633-903DE8CADCC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CB115F5-8184-6954-B765-A73684BE7ABC}"/>
              </a:ext>
            </a:extLst>
          </p:cNvPr>
          <p:cNvSpPr>
            <a:spLocks noGrp="1"/>
          </p:cNvSpPr>
          <p:nvPr>
            <p:ph type="sldNum" sz="quarter" idx="12"/>
          </p:nvPr>
        </p:nvSpPr>
        <p:spPr/>
        <p:txBody>
          <a:bodyPr/>
          <a:lstStyle/>
          <a:p>
            <a:fld id="{382B47E1-F59F-47B3-8D16-B2A0740F319A}" type="slidenum">
              <a:rPr lang="en-US" smtClean="0"/>
              <a:pPr/>
              <a:t>19</a:t>
            </a:fld>
            <a:endParaRPr lang="en-US" dirty="0"/>
          </a:p>
        </p:txBody>
      </p:sp>
      <p:sp>
        <p:nvSpPr>
          <p:cNvPr id="33" name="Content Placeholder 32">
            <a:extLst>
              <a:ext uri="{FF2B5EF4-FFF2-40B4-BE49-F238E27FC236}">
                <a16:creationId xmlns:a16="http://schemas.microsoft.com/office/drawing/2014/main" id="{BDCA294E-4920-EA84-C5D3-019B28A411A6}"/>
              </a:ext>
            </a:extLst>
          </p:cNvPr>
          <p:cNvSpPr>
            <a:spLocks noGrp="1"/>
          </p:cNvSpPr>
          <p:nvPr>
            <p:ph idx="1"/>
          </p:nvPr>
        </p:nvSpPr>
        <p:spPr>
          <a:xfrm>
            <a:off x="1024127" y="1818728"/>
            <a:ext cx="10266724" cy="4023360"/>
          </a:xfrm>
        </p:spPr>
        <p:txBody>
          <a:bodyPr>
            <a:normAutofit/>
          </a:bodyPr>
          <a:lstStyle/>
          <a:p>
            <a:r>
              <a:rPr lang="en-US" sz="2800" b="1" dirty="0"/>
              <a:t>Apply 2 levels of a 2D down-sampling to the binary watermark image</a:t>
            </a:r>
          </a:p>
        </p:txBody>
      </p:sp>
      <p:pic>
        <p:nvPicPr>
          <p:cNvPr id="3" name="Picture 2">
            <a:extLst>
              <a:ext uri="{FF2B5EF4-FFF2-40B4-BE49-F238E27FC236}">
                <a16:creationId xmlns:a16="http://schemas.microsoft.com/office/drawing/2014/main" id="{8CF51282-780F-23CC-48F6-CDB46CCF3771}"/>
              </a:ext>
            </a:extLst>
          </p:cNvPr>
          <p:cNvPicPr>
            <a:picLocks noChangeAspect="1"/>
          </p:cNvPicPr>
          <p:nvPr/>
        </p:nvPicPr>
        <p:blipFill>
          <a:blip r:embed="rId2"/>
          <a:stretch>
            <a:fillRect/>
          </a:stretch>
        </p:blipFill>
        <p:spPr>
          <a:xfrm>
            <a:off x="1967378" y="3035327"/>
            <a:ext cx="8257243" cy="2933003"/>
          </a:xfrm>
          <a:prstGeom prst="rect">
            <a:avLst/>
          </a:prstGeom>
        </p:spPr>
      </p:pic>
      <p:sp>
        <p:nvSpPr>
          <p:cNvPr id="6" name="TextBox 5">
            <a:extLst>
              <a:ext uri="{FF2B5EF4-FFF2-40B4-BE49-F238E27FC236}">
                <a16:creationId xmlns:a16="http://schemas.microsoft.com/office/drawing/2014/main" id="{7AB60EA4-6825-CD03-6ADA-5160CABA8A87}"/>
              </a:ext>
            </a:extLst>
          </p:cNvPr>
          <p:cNvSpPr txBox="1"/>
          <p:nvPr/>
        </p:nvSpPr>
        <p:spPr>
          <a:xfrm>
            <a:off x="1967378" y="2703839"/>
            <a:ext cx="3284621" cy="400110"/>
          </a:xfrm>
          <a:prstGeom prst="rect">
            <a:avLst/>
          </a:prstGeom>
          <a:noFill/>
        </p:spPr>
        <p:txBody>
          <a:bodyPr wrap="square" rtlCol="0">
            <a:spAutoFit/>
          </a:bodyPr>
          <a:lstStyle/>
          <a:p>
            <a:r>
              <a:rPr lang="en-US" sz="2000" b="1" dirty="0"/>
              <a:t>A 64x64 Binary Watermark</a:t>
            </a:r>
          </a:p>
        </p:txBody>
      </p:sp>
    </p:spTree>
    <p:extLst>
      <p:ext uri="{BB962C8B-B14F-4D97-AF65-F5344CB8AC3E}">
        <p14:creationId xmlns:p14="http://schemas.microsoft.com/office/powerpoint/2010/main" val="3342209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7700-FC3A-92D5-7490-937828F11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A5B95-74C2-9175-8247-A5FCFE19D458}"/>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162D8EE2-6C2B-680D-1A34-F28B3075A57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7EAE761-F3C2-704C-3BFF-897C0704B550}"/>
              </a:ext>
            </a:extLst>
          </p:cNvPr>
          <p:cNvSpPr>
            <a:spLocks noGrp="1"/>
          </p:cNvSpPr>
          <p:nvPr>
            <p:ph type="sldNum" sz="quarter" idx="12"/>
          </p:nvPr>
        </p:nvSpPr>
        <p:spPr/>
        <p:txBody>
          <a:bodyPr/>
          <a:lstStyle/>
          <a:p>
            <a:fld id="{382B47E1-F59F-47B3-8D16-B2A0740F319A}" type="slidenum">
              <a:rPr lang="en-US" smtClean="0"/>
              <a:pPr/>
              <a:t>20</a:t>
            </a:fld>
            <a:endParaRPr lang="en-US" dirty="0"/>
          </a:p>
        </p:txBody>
      </p:sp>
      <p:sp>
        <p:nvSpPr>
          <p:cNvPr id="41" name="Rectangle 40">
            <a:extLst>
              <a:ext uri="{FF2B5EF4-FFF2-40B4-BE49-F238E27FC236}">
                <a16:creationId xmlns:a16="http://schemas.microsoft.com/office/drawing/2014/main" id="{642D3B66-0C85-1443-2AE6-78282B2EEB6A}"/>
              </a:ext>
            </a:extLst>
          </p:cNvPr>
          <p:cNvSpPr/>
          <p:nvPr/>
        </p:nvSpPr>
        <p:spPr>
          <a:xfrm>
            <a:off x="1298142" y="1744269"/>
            <a:ext cx="4570863" cy="457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439BF30-9020-2321-4DDE-499C61C0E81C}"/>
              </a:ext>
            </a:extLst>
          </p:cNvPr>
          <p:cNvSpPr/>
          <p:nvPr/>
        </p:nvSpPr>
        <p:spPr>
          <a:xfrm>
            <a:off x="1297005" y="1745861"/>
            <a:ext cx="2286000"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33C9616-F574-5C6F-07AA-F53276EBE80F}"/>
              </a:ext>
            </a:extLst>
          </p:cNvPr>
          <p:cNvSpPr/>
          <p:nvPr/>
        </p:nvSpPr>
        <p:spPr>
          <a:xfrm>
            <a:off x="3583005" y="1750410"/>
            <a:ext cx="2286000"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D66E8D2-8712-220A-D81B-4A11954C80F9}"/>
              </a:ext>
            </a:extLst>
          </p:cNvPr>
          <p:cNvSpPr/>
          <p:nvPr/>
        </p:nvSpPr>
        <p:spPr>
          <a:xfrm>
            <a:off x="3583005" y="4032893"/>
            <a:ext cx="2286000"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69A5CCE-DFBC-CF19-6B58-883B15FBB19D}"/>
              </a:ext>
            </a:extLst>
          </p:cNvPr>
          <p:cNvSpPr/>
          <p:nvPr/>
        </p:nvSpPr>
        <p:spPr>
          <a:xfrm>
            <a:off x="1300418" y="1741511"/>
            <a:ext cx="2282587"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0BC0158-EFC1-6312-B16D-176D4A4878A9}"/>
              </a:ext>
            </a:extLst>
          </p:cNvPr>
          <p:cNvSpPr/>
          <p:nvPr/>
        </p:nvSpPr>
        <p:spPr>
          <a:xfrm>
            <a:off x="1300418" y="1739805"/>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3A25B77-AFD1-157A-D6AF-46A0FCCA35EA}"/>
              </a:ext>
            </a:extLst>
          </p:cNvPr>
          <p:cNvSpPr/>
          <p:nvPr/>
        </p:nvSpPr>
        <p:spPr>
          <a:xfrm>
            <a:off x="1300418" y="2882805"/>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C3472391-83D9-1B07-6047-429BDB280562}"/>
              </a:ext>
            </a:extLst>
          </p:cNvPr>
          <p:cNvSpPr/>
          <p:nvPr/>
        </p:nvSpPr>
        <p:spPr>
          <a:xfrm>
            <a:off x="2440005" y="1738952"/>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D572BD5-7AC5-7716-76CD-F274E89E6F63}"/>
              </a:ext>
            </a:extLst>
          </p:cNvPr>
          <p:cNvSpPr/>
          <p:nvPr/>
        </p:nvSpPr>
        <p:spPr>
          <a:xfrm>
            <a:off x="2440005" y="2884340"/>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7683947C-7371-764F-F941-C167798BC771}"/>
              </a:ext>
            </a:extLst>
          </p:cNvPr>
          <p:cNvSpPr txBox="1"/>
          <p:nvPr/>
        </p:nvSpPr>
        <p:spPr>
          <a:xfrm>
            <a:off x="1540957" y="4875053"/>
            <a:ext cx="4218397" cy="584775"/>
          </a:xfrm>
          <a:prstGeom prst="rect">
            <a:avLst/>
          </a:prstGeom>
          <a:noFill/>
        </p:spPr>
        <p:txBody>
          <a:bodyPr wrap="square" rtlCol="0">
            <a:spAutoFit/>
          </a:bodyPr>
          <a:lstStyle/>
          <a:p>
            <a:r>
              <a:rPr lang="en-US" sz="3200" b="1" dirty="0"/>
              <a:t>    Leo1               Lee1</a:t>
            </a:r>
          </a:p>
        </p:txBody>
      </p:sp>
      <p:sp>
        <p:nvSpPr>
          <p:cNvPr id="52" name="TextBox 51">
            <a:extLst>
              <a:ext uri="{FF2B5EF4-FFF2-40B4-BE49-F238E27FC236}">
                <a16:creationId xmlns:a16="http://schemas.microsoft.com/office/drawing/2014/main" id="{DDF32276-674D-2F41-0537-F2459CD9FD9C}"/>
              </a:ext>
            </a:extLst>
          </p:cNvPr>
          <p:cNvSpPr txBox="1"/>
          <p:nvPr/>
        </p:nvSpPr>
        <p:spPr>
          <a:xfrm>
            <a:off x="4236315" y="2591677"/>
            <a:ext cx="6097136" cy="584775"/>
          </a:xfrm>
          <a:prstGeom prst="rect">
            <a:avLst/>
          </a:prstGeom>
          <a:noFill/>
        </p:spPr>
        <p:txBody>
          <a:bodyPr wrap="square">
            <a:spAutoFit/>
          </a:bodyPr>
          <a:lstStyle/>
          <a:p>
            <a:r>
              <a:rPr lang="en-US" sz="1800" b="1" dirty="0"/>
              <a:t> </a:t>
            </a:r>
            <a:r>
              <a:rPr lang="en-US" sz="3200" b="1" dirty="0"/>
              <a:t>Leo1</a:t>
            </a:r>
            <a:r>
              <a:rPr lang="en-US" sz="1800" b="1" dirty="0"/>
              <a:t> </a:t>
            </a:r>
            <a:endParaRPr lang="en-US" dirty="0"/>
          </a:p>
        </p:txBody>
      </p:sp>
      <p:sp>
        <p:nvSpPr>
          <p:cNvPr id="53" name="TextBox 52">
            <a:extLst>
              <a:ext uri="{FF2B5EF4-FFF2-40B4-BE49-F238E27FC236}">
                <a16:creationId xmlns:a16="http://schemas.microsoft.com/office/drawing/2014/main" id="{9736A57A-C614-FB96-7D3C-05E6C46C480B}"/>
              </a:ext>
            </a:extLst>
          </p:cNvPr>
          <p:cNvSpPr txBox="1"/>
          <p:nvPr/>
        </p:nvSpPr>
        <p:spPr>
          <a:xfrm>
            <a:off x="1392072" y="3184617"/>
            <a:ext cx="6189157" cy="461665"/>
          </a:xfrm>
          <a:prstGeom prst="rect">
            <a:avLst/>
          </a:prstGeom>
          <a:noFill/>
        </p:spPr>
        <p:txBody>
          <a:bodyPr wrap="square">
            <a:spAutoFit/>
          </a:bodyPr>
          <a:lstStyle/>
          <a:p>
            <a:r>
              <a:rPr lang="en-US" sz="1800" b="1" dirty="0"/>
              <a:t> </a:t>
            </a:r>
            <a:r>
              <a:rPr lang="en-US" sz="2400" b="1" dirty="0"/>
              <a:t>Leo2       Lee2</a:t>
            </a:r>
            <a:r>
              <a:rPr lang="en-US" sz="1800" b="1" dirty="0"/>
              <a:t> </a:t>
            </a:r>
            <a:endParaRPr lang="en-US" dirty="0"/>
          </a:p>
        </p:txBody>
      </p:sp>
      <p:sp>
        <p:nvSpPr>
          <p:cNvPr id="54" name="TextBox 53">
            <a:extLst>
              <a:ext uri="{FF2B5EF4-FFF2-40B4-BE49-F238E27FC236}">
                <a16:creationId xmlns:a16="http://schemas.microsoft.com/office/drawing/2014/main" id="{2DC80FE1-BC0E-DDD6-4985-C2722D4965BF}"/>
              </a:ext>
            </a:extLst>
          </p:cNvPr>
          <p:cNvSpPr txBox="1"/>
          <p:nvPr/>
        </p:nvSpPr>
        <p:spPr>
          <a:xfrm>
            <a:off x="1392071" y="2072710"/>
            <a:ext cx="6189157" cy="461665"/>
          </a:xfrm>
          <a:prstGeom prst="rect">
            <a:avLst/>
          </a:prstGeom>
          <a:noFill/>
        </p:spPr>
        <p:txBody>
          <a:bodyPr wrap="square">
            <a:spAutoFit/>
          </a:bodyPr>
          <a:lstStyle/>
          <a:p>
            <a:r>
              <a:rPr lang="en-US" sz="1800" b="1" dirty="0"/>
              <a:t> </a:t>
            </a:r>
            <a:r>
              <a:rPr lang="en-US" sz="2400" b="1" dirty="0"/>
              <a:t>Loo2       Lee2</a:t>
            </a:r>
            <a:r>
              <a:rPr lang="en-US" sz="1800" b="1" dirty="0"/>
              <a:t> </a:t>
            </a:r>
            <a:endParaRPr lang="en-US" dirty="0"/>
          </a:p>
        </p:txBody>
      </p:sp>
      <p:sp>
        <p:nvSpPr>
          <p:cNvPr id="65" name="Rectangle 64">
            <a:extLst>
              <a:ext uri="{FF2B5EF4-FFF2-40B4-BE49-F238E27FC236}">
                <a16:creationId xmlns:a16="http://schemas.microsoft.com/office/drawing/2014/main" id="{BF7895A9-CA3D-9A9C-E6A3-4E3677B61477}"/>
              </a:ext>
            </a:extLst>
          </p:cNvPr>
          <p:cNvSpPr/>
          <p:nvPr/>
        </p:nvSpPr>
        <p:spPr>
          <a:xfrm>
            <a:off x="6531018" y="1751178"/>
            <a:ext cx="4570863" cy="457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8B873C3-9AA1-466B-C110-712E3290DE15}"/>
              </a:ext>
            </a:extLst>
          </p:cNvPr>
          <p:cNvSpPr/>
          <p:nvPr/>
        </p:nvSpPr>
        <p:spPr>
          <a:xfrm>
            <a:off x="6529881" y="1752770"/>
            <a:ext cx="2286000"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89AD9F1-673C-1463-A586-E3D0345BFC4F}"/>
              </a:ext>
            </a:extLst>
          </p:cNvPr>
          <p:cNvSpPr/>
          <p:nvPr/>
        </p:nvSpPr>
        <p:spPr>
          <a:xfrm>
            <a:off x="8815881" y="1757319"/>
            <a:ext cx="2286000"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CE708CFF-505F-9B65-84F0-44AAB22DE707}"/>
              </a:ext>
            </a:extLst>
          </p:cNvPr>
          <p:cNvSpPr/>
          <p:nvPr/>
        </p:nvSpPr>
        <p:spPr>
          <a:xfrm>
            <a:off x="8815881" y="4039802"/>
            <a:ext cx="2286000"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E1E4895B-84F1-4E38-3871-FA14D1EE75B5}"/>
              </a:ext>
            </a:extLst>
          </p:cNvPr>
          <p:cNvSpPr/>
          <p:nvPr/>
        </p:nvSpPr>
        <p:spPr>
          <a:xfrm>
            <a:off x="6533294" y="1748420"/>
            <a:ext cx="2282587"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3AE7E00-9ECA-7442-1927-834F899F5939}"/>
              </a:ext>
            </a:extLst>
          </p:cNvPr>
          <p:cNvSpPr/>
          <p:nvPr/>
        </p:nvSpPr>
        <p:spPr>
          <a:xfrm>
            <a:off x="6533294" y="1746714"/>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0416EB0-87C6-F8B5-F922-F71EFA0E8EEF}"/>
              </a:ext>
            </a:extLst>
          </p:cNvPr>
          <p:cNvSpPr/>
          <p:nvPr/>
        </p:nvSpPr>
        <p:spPr>
          <a:xfrm>
            <a:off x="6533294" y="2889714"/>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F34C02E-224F-EFBC-9961-C79570C26C4F}"/>
              </a:ext>
            </a:extLst>
          </p:cNvPr>
          <p:cNvSpPr/>
          <p:nvPr/>
        </p:nvSpPr>
        <p:spPr>
          <a:xfrm>
            <a:off x="7672881" y="1745861"/>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2BBFCF3-ACA2-C8CB-1FBC-0872B415B8F1}"/>
              </a:ext>
            </a:extLst>
          </p:cNvPr>
          <p:cNvSpPr/>
          <p:nvPr/>
        </p:nvSpPr>
        <p:spPr>
          <a:xfrm>
            <a:off x="7672881" y="2891249"/>
            <a:ext cx="1143000" cy="1143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92AE02D3-491C-4C4C-CC7E-100613E97470}"/>
              </a:ext>
            </a:extLst>
          </p:cNvPr>
          <p:cNvSpPr txBox="1"/>
          <p:nvPr/>
        </p:nvSpPr>
        <p:spPr>
          <a:xfrm>
            <a:off x="6773833" y="4881962"/>
            <a:ext cx="4218397" cy="584775"/>
          </a:xfrm>
          <a:prstGeom prst="rect">
            <a:avLst/>
          </a:prstGeom>
          <a:noFill/>
        </p:spPr>
        <p:txBody>
          <a:bodyPr wrap="square" rtlCol="0">
            <a:spAutoFit/>
          </a:bodyPr>
          <a:lstStyle/>
          <a:p>
            <a:r>
              <a:rPr lang="en-US" sz="3200" b="1" dirty="0"/>
              <a:t>    LH4                HH4</a:t>
            </a:r>
          </a:p>
        </p:txBody>
      </p:sp>
      <p:sp>
        <p:nvSpPr>
          <p:cNvPr id="75" name="TextBox 74">
            <a:extLst>
              <a:ext uri="{FF2B5EF4-FFF2-40B4-BE49-F238E27FC236}">
                <a16:creationId xmlns:a16="http://schemas.microsoft.com/office/drawing/2014/main" id="{2E892F0C-46D0-418F-A4C3-3FD405A3EFDC}"/>
              </a:ext>
            </a:extLst>
          </p:cNvPr>
          <p:cNvSpPr txBox="1"/>
          <p:nvPr/>
        </p:nvSpPr>
        <p:spPr>
          <a:xfrm>
            <a:off x="9469191" y="2598586"/>
            <a:ext cx="6097136" cy="584775"/>
          </a:xfrm>
          <a:prstGeom prst="rect">
            <a:avLst/>
          </a:prstGeom>
          <a:noFill/>
        </p:spPr>
        <p:txBody>
          <a:bodyPr wrap="square">
            <a:spAutoFit/>
          </a:bodyPr>
          <a:lstStyle/>
          <a:p>
            <a:r>
              <a:rPr lang="en-US" sz="1800" b="1" dirty="0"/>
              <a:t>  </a:t>
            </a:r>
            <a:r>
              <a:rPr lang="en-US" sz="3200" b="1" dirty="0"/>
              <a:t>HL4</a:t>
            </a:r>
            <a:r>
              <a:rPr lang="en-US" sz="1800" b="1" dirty="0"/>
              <a:t> </a:t>
            </a:r>
            <a:endParaRPr lang="en-US" dirty="0"/>
          </a:p>
        </p:txBody>
      </p:sp>
      <p:sp>
        <p:nvSpPr>
          <p:cNvPr id="76" name="TextBox 75">
            <a:extLst>
              <a:ext uri="{FF2B5EF4-FFF2-40B4-BE49-F238E27FC236}">
                <a16:creationId xmlns:a16="http://schemas.microsoft.com/office/drawing/2014/main" id="{5D199186-0316-C3B3-98F1-4396AF6FDA69}"/>
              </a:ext>
            </a:extLst>
          </p:cNvPr>
          <p:cNvSpPr txBox="1"/>
          <p:nvPr/>
        </p:nvSpPr>
        <p:spPr>
          <a:xfrm>
            <a:off x="6624948" y="3191526"/>
            <a:ext cx="6189157" cy="461665"/>
          </a:xfrm>
          <a:prstGeom prst="rect">
            <a:avLst/>
          </a:prstGeom>
          <a:noFill/>
        </p:spPr>
        <p:txBody>
          <a:bodyPr wrap="square">
            <a:spAutoFit/>
          </a:bodyPr>
          <a:lstStyle/>
          <a:p>
            <a:r>
              <a:rPr lang="en-US" sz="1800" b="1" dirty="0"/>
              <a:t>  </a:t>
            </a:r>
            <a:r>
              <a:rPr lang="en-US" sz="2400" b="1" dirty="0"/>
              <a:t>LH5        HH5</a:t>
            </a:r>
            <a:r>
              <a:rPr lang="en-US" sz="1800" b="1" dirty="0"/>
              <a:t> </a:t>
            </a:r>
            <a:endParaRPr lang="en-US" dirty="0"/>
          </a:p>
        </p:txBody>
      </p:sp>
      <p:sp>
        <p:nvSpPr>
          <p:cNvPr id="77" name="TextBox 76">
            <a:extLst>
              <a:ext uri="{FF2B5EF4-FFF2-40B4-BE49-F238E27FC236}">
                <a16:creationId xmlns:a16="http://schemas.microsoft.com/office/drawing/2014/main" id="{EC91E3A7-4236-8487-D0AD-1FF0CA6F04F7}"/>
              </a:ext>
            </a:extLst>
          </p:cNvPr>
          <p:cNvSpPr txBox="1"/>
          <p:nvPr/>
        </p:nvSpPr>
        <p:spPr>
          <a:xfrm>
            <a:off x="6624947" y="2079619"/>
            <a:ext cx="6189157" cy="461665"/>
          </a:xfrm>
          <a:prstGeom prst="rect">
            <a:avLst/>
          </a:prstGeom>
          <a:noFill/>
        </p:spPr>
        <p:txBody>
          <a:bodyPr wrap="square">
            <a:spAutoFit/>
          </a:bodyPr>
          <a:lstStyle/>
          <a:p>
            <a:r>
              <a:rPr lang="en-US" sz="1800" b="1" dirty="0"/>
              <a:t>  </a:t>
            </a:r>
            <a:r>
              <a:rPr lang="en-US" sz="2400" b="1" dirty="0"/>
              <a:t>LL5         HL5</a:t>
            </a:r>
            <a:r>
              <a:rPr lang="en-US" sz="1800" b="1" dirty="0"/>
              <a:t> </a:t>
            </a:r>
            <a:endParaRPr lang="en-US" dirty="0"/>
          </a:p>
        </p:txBody>
      </p:sp>
      <p:cxnSp>
        <p:nvCxnSpPr>
          <p:cNvPr id="81" name="Connector: Curved 80">
            <a:extLst>
              <a:ext uri="{FF2B5EF4-FFF2-40B4-BE49-F238E27FC236}">
                <a16:creationId xmlns:a16="http://schemas.microsoft.com/office/drawing/2014/main" id="{60B929EA-AD04-9C7F-8FF6-68DAFE677CB8}"/>
              </a:ext>
            </a:extLst>
          </p:cNvPr>
          <p:cNvCxnSpPr>
            <a:cxnSpLocks/>
          </p:cNvCxnSpPr>
          <p:nvPr/>
        </p:nvCxnSpPr>
        <p:spPr>
          <a:xfrm rot="16200000" flipH="1">
            <a:off x="4466837" y="-415499"/>
            <a:ext cx="6909" cy="5232876"/>
          </a:xfrm>
          <a:prstGeom prst="curvedConnector3">
            <a:avLst>
              <a:gd name="adj1" fmla="val -3308728"/>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8" name="Connector: Curved 87">
            <a:extLst>
              <a:ext uri="{FF2B5EF4-FFF2-40B4-BE49-F238E27FC236}">
                <a16:creationId xmlns:a16="http://schemas.microsoft.com/office/drawing/2014/main" id="{7D7885EA-0A2E-F81C-0CD2-024CD353B0A1}"/>
              </a:ext>
            </a:extLst>
          </p:cNvPr>
          <p:cNvCxnSpPr>
            <a:cxnSpLocks/>
          </p:cNvCxnSpPr>
          <p:nvPr/>
        </p:nvCxnSpPr>
        <p:spPr>
          <a:xfrm rot="16200000" flipH="1">
            <a:off x="5624489" y="-406884"/>
            <a:ext cx="6909" cy="5232876"/>
          </a:xfrm>
          <a:prstGeom prst="curvedConnector3">
            <a:avLst>
              <a:gd name="adj1" fmla="val -3308728"/>
            </a:avLst>
          </a:prstGeom>
          <a:ln w="19050" cap="flat" cmpd="sng" algn="ctr">
            <a:solidFill>
              <a:srgbClr val="FFC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Connector: Curved 88">
            <a:extLst>
              <a:ext uri="{FF2B5EF4-FFF2-40B4-BE49-F238E27FC236}">
                <a16:creationId xmlns:a16="http://schemas.microsoft.com/office/drawing/2014/main" id="{0A6B2C19-B537-4D06-F11A-F09347D9FAAC}"/>
              </a:ext>
            </a:extLst>
          </p:cNvPr>
          <p:cNvCxnSpPr>
            <a:cxnSpLocks/>
          </p:cNvCxnSpPr>
          <p:nvPr/>
        </p:nvCxnSpPr>
        <p:spPr>
          <a:xfrm rot="16200000" flipH="1">
            <a:off x="4455727" y="622287"/>
            <a:ext cx="6909" cy="5232876"/>
          </a:xfrm>
          <a:prstGeom prst="curvedConnector3">
            <a:avLst>
              <a:gd name="adj1" fmla="val -3308728"/>
            </a:avLst>
          </a:prstGeom>
          <a:ln w="19050" cap="flat" cmpd="sng" algn="ctr">
            <a:solidFill>
              <a:srgbClr val="33993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Connector: Curved 89">
            <a:extLst>
              <a:ext uri="{FF2B5EF4-FFF2-40B4-BE49-F238E27FC236}">
                <a16:creationId xmlns:a16="http://schemas.microsoft.com/office/drawing/2014/main" id="{EE84A53F-D8C2-F5AD-BD64-5691A38192C3}"/>
              </a:ext>
            </a:extLst>
          </p:cNvPr>
          <p:cNvCxnSpPr>
            <a:cxnSpLocks/>
          </p:cNvCxnSpPr>
          <p:nvPr/>
        </p:nvCxnSpPr>
        <p:spPr>
          <a:xfrm rot="16200000" flipH="1">
            <a:off x="5613379" y="630902"/>
            <a:ext cx="6909" cy="5232876"/>
          </a:xfrm>
          <a:prstGeom prst="curvedConnector3">
            <a:avLst>
              <a:gd name="adj1" fmla="val -3308728"/>
            </a:avLst>
          </a:prstGeom>
          <a:ln w="19050" cap="flat" cmpd="sng" algn="ctr">
            <a:solidFill>
              <a:srgbClr val="CC66FF"/>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2" name="Connector: Curved 91">
            <a:extLst>
              <a:ext uri="{FF2B5EF4-FFF2-40B4-BE49-F238E27FC236}">
                <a16:creationId xmlns:a16="http://schemas.microsoft.com/office/drawing/2014/main" id="{60B3909A-3030-7B00-5D8D-94BF7EBD6780}"/>
              </a:ext>
            </a:extLst>
          </p:cNvPr>
          <p:cNvCxnSpPr>
            <a:cxnSpLocks/>
          </p:cNvCxnSpPr>
          <p:nvPr/>
        </p:nvCxnSpPr>
        <p:spPr>
          <a:xfrm flipV="1">
            <a:off x="5145206" y="2797791"/>
            <a:ext cx="4449170" cy="27585"/>
          </a:xfrm>
          <a:prstGeom prst="curvedConnector3">
            <a:avLst>
              <a:gd name="adj1" fmla="val 50000"/>
            </a:avLst>
          </a:prstGeom>
          <a:ln w="19050" cap="flat" cmpd="sng" algn="ctr">
            <a:solidFill>
              <a:srgbClr val="CF543F"/>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7" name="Connector: Curved 96">
            <a:extLst>
              <a:ext uri="{FF2B5EF4-FFF2-40B4-BE49-F238E27FC236}">
                <a16:creationId xmlns:a16="http://schemas.microsoft.com/office/drawing/2014/main" id="{B5F4E23C-F5B1-4788-983A-64F03E2E3421}"/>
              </a:ext>
            </a:extLst>
          </p:cNvPr>
          <p:cNvCxnSpPr>
            <a:cxnSpLocks/>
          </p:cNvCxnSpPr>
          <p:nvPr/>
        </p:nvCxnSpPr>
        <p:spPr>
          <a:xfrm rot="16200000" flipH="1">
            <a:off x="5056400" y="2282467"/>
            <a:ext cx="6909" cy="5232876"/>
          </a:xfrm>
          <a:prstGeom prst="curvedConnector3">
            <a:avLst>
              <a:gd name="adj1" fmla="val -3308728"/>
            </a:avLst>
          </a:prstGeom>
          <a:ln w="19050" cap="flat" cmpd="sng" algn="ctr">
            <a:solidFill>
              <a:srgbClr val="00B0F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Connector: Curved 97">
            <a:extLst>
              <a:ext uri="{FF2B5EF4-FFF2-40B4-BE49-F238E27FC236}">
                <a16:creationId xmlns:a16="http://schemas.microsoft.com/office/drawing/2014/main" id="{E579E45C-9D18-1D2F-F2C0-91EA306C5F54}"/>
              </a:ext>
            </a:extLst>
          </p:cNvPr>
          <p:cNvCxnSpPr>
            <a:cxnSpLocks/>
          </p:cNvCxnSpPr>
          <p:nvPr/>
        </p:nvCxnSpPr>
        <p:spPr>
          <a:xfrm rot="16200000" flipH="1">
            <a:off x="7431778" y="2290408"/>
            <a:ext cx="6909" cy="5232876"/>
          </a:xfrm>
          <a:prstGeom prst="curvedConnector3">
            <a:avLst>
              <a:gd name="adj1" fmla="val -3308728"/>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9" name="TextBox 98">
            <a:extLst>
              <a:ext uri="{FF2B5EF4-FFF2-40B4-BE49-F238E27FC236}">
                <a16:creationId xmlns:a16="http://schemas.microsoft.com/office/drawing/2014/main" id="{9F0D5399-DFB3-042F-7E28-44E23E432643}"/>
              </a:ext>
            </a:extLst>
          </p:cNvPr>
          <p:cNvSpPr txBox="1"/>
          <p:nvPr/>
        </p:nvSpPr>
        <p:spPr>
          <a:xfrm>
            <a:off x="2842849" y="1432665"/>
            <a:ext cx="1297005" cy="369332"/>
          </a:xfrm>
          <a:prstGeom prst="rect">
            <a:avLst/>
          </a:prstGeom>
          <a:noFill/>
        </p:spPr>
        <p:txBody>
          <a:bodyPr wrap="square" rtlCol="0">
            <a:spAutoFit/>
          </a:bodyPr>
          <a:lstStyle/>
          <a:p>
            <a:pPr algn="ctr"/>
            <a:r>
              <a:rPr lang="en-US" b="1" dirty="0"/>
              <a:t>Watermark</a:t>
            </a:r>
          </a:p>
        </p:txBody>
      </p:sp>
      <p:sp>
        <p:nvSpPr>
          <p:cNvPr id="100" name="TextBox 99">
            <a:extLst>
              <a:ext uri="{FF2B5EF4-FFF2-40B4-BE49-F238E27FC236}">
                <a16:creationId xmlns:a16="http://schemas.microsoft.com/office/drawing/2014/main" id="{63836112-EA4B-3863-51A9-276D54903667}"/>
              </a:ext>
            </a:extLst>
          </p:cNvPr>
          <p:cNvSpPr txBox="1"/>
          <p:nvPr/>
        </p:nvSpPr>
        <p:spPr>
          <a:xfrm>
            <a:off x="7881165" y="1423278"/>
            <a:ext cx="1954782" cy="369332"/>
          </a:xfrm>
          <a:prstGeom prst="rect">
            <a:avLst/>
          </a:prstGeom>
          <a:noFill/>
        </p:spPr>
        <p:txBody>
          <a:bodyPr wrap="square" rtlCol="0">
            <a:spAutoFit/>
          </a:bodyPr>
          <a:lstStyle/>
          <a:p>
            <a:pPr algn="ctr"/>
            <a:r>
              <a:rPr lang="en-US" b="1" dirty="0"/>
              <a:t>Transform Image</a:t>
            </a:r>
          </a:p>
        </p:txBody>
      </p:sp>
    </p:spTree>
    <p:extLst>
      <p:ext uri="{BB962C8B-B14F-4D97-AF65-F5344CB8AC3E}">
        <p14:creationId xmlns:p14="http://schemas.microsoft.com/office/powerpoint/2010/main" val="65226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BE8F4-FC82-C13D-35D6-3EA213FDE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ED8DB-F759-81BA-07B7-F8B51DDAE77D}"/>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B7FA2EAA-75BF-7CB1-0211-E7F0A3C36B1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00CFBB2-C578-BC0C-4046-3B29FF0A1611}"/>
              </a:ext>
            </a:extLst>
          </p:cNvPr>
          <p:cNvSpPr>
            <a:spLocks noGrp="1"/>
          </p:cNvSpPr>
          <p:nvPr>
            <p:ph type="sldNum" sz="quarter" idx="12"/>
          </p:nvPr>
        </p:nvSpPr>
        <p:spPr/>
        <p:txBody>
          <a:bodyPr/>
          <a:lstStyle/>
          <a:p>
            <a:fld id="{382B47E1-F59F-47B3-8D16-B2A0740F319A}" type="slidenum">
              <a:rPr lang="en-US" smtClean="0"/>
              <a:pPr/>
              <a:t>21</a:t>
            </a:fld>
            <a:endParaRPr lang="en-US" dirty="0"/>
          </a:p>
        </p:txBody>
      </p:sp>
      <p:pic>
        <p:nvPicPr>
          <p:cNvPr id="3" name="Picture 2">
            <a:extLst>
              <a:ext uri="{FF2B5EF4-FFF2-40B4-BE49-F238E27FC236}">
                <a16:creationId xmlns:a16="http://schemas.microsoft.com/office/drawing/2014/main" id="{D86CC0B5-ED5B-FEDF-3168-61A405A0B1CD}"/>
              </a:ext>
            </a:extLst>
          </p:cNvPr>
          <p:cNvPicPr>
            <a:picLocks noChangeAspect="1"/>
          </p:cNvPicPr>
          <p:nvPr/>
        </p:nvPicPr>
        <p:blipFill>
          <a:blip r:embed="rId2"/>
          <a:stretch>
            <a:fillRect/>
          </a:stretch>
        </p:blipFill>
        <p:spPr>
          <a:xfrm>
            <a:off x="2081115" y="1626304"/>
            <a:ext cx="7675673" cy="4778697"/>
          </a:xfrm>
          <a:prstGeom prst="rect">
            <a:avLst/>
          </a:prstGeom>
        </p:spPr>
      </p:pic>
    </p:spTree>
    <p:extLst>
      <p:ext uri="{BB962C8B-B14F-4D97-AF65-F5344CB8AC3E}">
        <p14:creationId xmlns:p14="http://schemas.microsoft.com/office/powerpoint/2010/main" val="2985062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3C21C-9511-4EF1-4B3C-11A005061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2E473-86FA-DAE2-0E5F-5E760773D3A0}"/>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254B5AEF-4078-7486-EF1A-464DE2E6C7E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2880D28-4382-5514-A76D-7CD393BDEC6B}"/>
              </a:ext>
            </a:extLst>
          </p:cNvPr>
          <p:cNvSpPr>
            <a:spLocks noGrp="1"/>
          </p:cNvSpPr>
          <p:nvPr>
            <p:ph type="sldNum" sz="quarter" idx="12"/>
          </p:nvPr>
        </p:nvSpPr>
        <p:spPr/>
        <p:txBody>
          <a:bodyPr/>
          <a:lstStyle/>
          <a:p>
            <a:fld id="{382B47E1-F59F-47B3-8D16-B2A0740F319A}" type="slidenum">
              <a:rPr lang="en-US" smtClean="0"/>
              <a:pPr/>
              <a:t>22</a:t>
            </a:fld>
            <a:endParaRPr lang="en-US" dirty="0"/>
          </a:p>
        </p:txBody>
      </p:sp>
      <p:pic>
        <p:nvPicPr>
          <p:cNvPr id="6" name="Content Placeholder 5">
            <a:extLst>
              <a:ext uri="{FF2B5EF4-FFF2-40B4-BE49-F238E27FC236}">
                <a16:creationId xmlns:a16="http://schemas.microsoft.com/office/drawing/2014/main" id="{B2F83692-1363-1FE3-454B-FC9E83DD2C1B}"/>
              </a:ext>
            </a:extLst>
          </p:cNvPr>
          <p:cNvPicPr>
            <a:picLocks noGrp="1" noChangeAspect="1"/>
          </p:cNvPicPr>
          <p:nvPr>
            <p:ph idx="1"/>
          </p:nvPr>
        </p:nvPicPr>
        <p:blipFill>
          <a:blip r:embed="rId2"/>
          <a:stretch>
            <a:fillRect/>
          </a:stretch>
        </p:blipFill>
        <p:spPr>
          <a:xfrm>
            <a:off x="6467851" y="1973179"/>
            <a:ext cx="4022725" cy="4022725"/>
          </a:xfrm>
          <a:prstGeom prst="rect">
            <a:avLst/>
          </a:prstGeom>
        </p:spPr>
      </p:pic>
      <p:pic>
        <p:nvPicPr>
          <p:cNvPr id="7" name="Picture 6">
            <a:extLst>
              <a:ext uri="{FF2B5EF4-FFF2-40B4-BE49-F238E27FC236}">
                <a16:creationId xmlns:a16="http://schemas.microsoft.com/office/drawing/2014/main" id="{3D7F75B1-068D-05B6-09EC-C27084DBDF36}"/>
              </a:ext>
            </a:extLst>
          </p:cNvPr>
          <p:cNvPicPr>
            <a:picLocks noChangeAspect="1"/>
          </p:cNvPicPr>
          <p:nvPr/>
        </p:nvPicPr>
        <p:blipFill>
          <a:blip r:embed="rId3"/>
          <a:stretch>
            <a:fillRect/>
          </a:stretch>
        </p:blipFill>
        <p:spPr>
          <a:xfrm>
            <a:off x="1701424" y="2013806"/>
            <a:ext cx="3962953" cy="3982098"/>
          </a:xfrm>
          <a:prstGeom prst="rect">
            <a:avLst/>
          </a:prstGeom>
        </p:spPr>
      </p:pic>
      <p:sp>
        <p:nvSpPr>
          <p:cNvPr id="8" name="TextBox 7">
            <a:extLst>
              <a:ext uri="{FF2B5EF4-FFF2-40B4-BE49-F238E27FC236}">
                <a16:creationId xmlns:a16="http://schemas.microsoft.com/office/drawing/2014/main" id="{64D006D5-5FF8-F350-98EE-F647257D2918}"/>
              </a:ext>
            </a:extLst>
          </p:cNvPr>
          <p:cNvSpPr txBox="1"/>
          <p:nvPr/>
        </p:nvSpPr>
        <p:spPr>
          <a:xfrm>
            <a:off x="2502568" y="1699684"/>
            <a:ext cx="2153652" cy="373116"/>
          </a:xfrm>
          <a:prstGeom prst="rect">
            <a:avLst/>
          </a:prstGeom>
          <a:noFill/>
        </p:spPr>
        <p:txBody>
          <a:bodyPr wrap="square" rtlCol="0">
            <a:spAutoFit/>
          </a:bodyPr>
          <a:lstStyle/>
          <a:p>
            <a:pPr algn="ctr"/>
            <a:r>
              <a:rPr lang="en-US" b="1" dirty="0"/>
              <a:t>Original Image</a:t>
            </a:r>
          </a:p>
        </p:txBody>
      </p:sp>
      <p:sp>
        <p:nvSpPr>
          <p:cNvPr id="9" name="TextBox 8">
            <a:extLst>
              <a:ext uri="{FF2B5EF4-FFF2-40B4-BE49-F238E27FC236}">
                <a16:creationId xmlns:a16="http://schemas.microsoft.com/office/drawing/2014/main" id="{97E49B87-20E5-19D2-ED6F-DA50DA5B0514}"/>
              </a:ext>
            </a:extLst>
          </p:cNvPr>
          <p:cNvSpPr txBox="1"/>
          <p:nvPr/>
        </p:nvSpPr>
        <p:spPr>
          <a:xfrm>
            <a:off x="7535780" y="1640690"/>
            <a:ext cx="2153652" cy="373116"/>
          </a:xfrm>
          <a:prstGeom prst="rect">
            <a:avLst/>
          </a:prstGeom>
          <a:noFill/>
        </p:spPr>
        <p:txBody>
          <a:bodyPr wrap="square" rtlCol="0">
            <a:spAutoFit/>
          </a:bodyPr>
          <a:lstStyle/>
          <a:p>
            <a:pPr algn="ctr"/>
            <a:r>
              <a:rPr lang="en-US" b="1" dirty="0"/>
              <a:t>Watermarked Image</a:t>
            </a:r>
          </a:p>
        </p:txBody>
      </p:sp>
      <p:sp>
        <p:nvSpPr>
          <p:cNvPr id="10" name="TextBox 9">
            <a:extLst>
              <a:ext uri="{FF2B5EF4-FFF2-40B4-BE49-F238E27FC236}">
                <a16:creationId xmlns:a16="http://schemas.microsoft.com/office/drawing/2014/main" id="{BEC3BC5B-3293-445A-6E17-350E56C72DC0}"/>
              </a:ext>
            </a:extLst>
          </p:cNvPr>
          <p:cNvSpPr txBox="1"/>
          <p:nvPr/>
        </p:nvSpPr>
        <p:spPr>
          <a:xfrm>
            <a:off x="3561348" y="6036243"/>
            <a:ext cx="4696880" cy="461665"/>
          </a:xfrm>
          <a:prstGeom prst="rect">
            <a:avLst/>
          </a:prstGeom>
          <a:noFill/>
        </p:spPr>
        <p:txBody>
          <a:bodyPr wrap="square" rtlCol="0">
            <a:spAutoFit/>
          </a:bodyPr>
          <a:lstStyle/>
          <a:p>
            <a:pPr algn="ctr"/>
            <a:r>
              <a:rPr lang="en-US" sz="2400" b="1" dirty="0"/>
              <a:t>PSNR = 46.47 dB, JND = 166.6</a:t>
            </a:r>
          </a:p>
        </p:txBody>
      </p:sp>
    </p:spTree>
    <p:extLst>
      <p:ext uri="{BB962C8B-B14F-4D97-AF65-F5344CB8AC3E}">
        <p14:creationId xmlns:p14="http://schemas.microsoft.com/office/powerpoint/2010/main" val="906874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38319-982F-FD72-F134-B5C3EBFAC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21CBF-AAA6-74A5-DC0F-81128A995E9E}"/>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8BA7FAB2-5F72-41A0-5AF7-063BC55BAA7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5749B86-1BA2-1D04-EE01-000B2C051989}"/>
              </a:ext>
            </a:extLst>
          </p:cNvPr>
          <p:cNvSpPr>
            <a:spLocks noGrp="1"/>
          </p:cNvSpPr>
          <p:nvPr>
            <p:ph type="sldNum" sz="quarter" idx="12"/>
          </p:nvPr>
        </p:nvSpPr>
        <p:spPr/>
        <p:txBody>
          <a:bodyPr/>
          <a:lstStyle/>
          <a:p>
            <a:fld id="{382B47E1-F59F-47B3-8D16-B2A0740F319A}" type="slidenum">
              <a:rPr lang="en-US" smtClean="0"/>
              <a:pPr/>
              <a:t>23</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00B1731-25B2-6AAC-7DEC-C9BCF34556F5}"/>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700B1731-25B2-6AAC-7DEC-C9BCF34556F5}"/>
                  </a:ext>
                </a:extLst>
              </p:cNvPr>
              <p:cNvPicPr/>
              <p:nvPr/>
            </p:nvPicPr>
            <p:blipFill>
              <a:blip r:embed="rId3"/>
              <a:stretch>
                <a:fillRect/>
              </a:stretch>
            </p:blipFill>
            <p:spPr>
              <a:xfrm>
                <a:off x="6614508" y="4340501"/>
                <a:ext cx="4132440" cy="596880"/>
              </a:xfrm>
              <a:prstGeom prst="rect">
                <a:avLst/>
              </a:prstGeom>
            </p:spPr>
          </p:pic>
        </mc:Fallback>
      </mc:AlternateContent>
      <p:sp>
        <p:nvSpPr>
          <p:cNvPr id="11" name="TextBox 10">
            <a:extLst>
              <a:ext uri="{FF2B5EF4-FFF2-40B4-BE49-F238E27FC236}">
                <a16:creationId xmlns:a16="http://schemas.microsoft.com/office/drawing/2014/main" id="{10113EBB-C9F6-FACA-8B86-F714CDA631C5}"/>
              </a:ext>
            </a:extLst>
          </p:cNvPr>
          <p:cNvSpPr txBox="1"/>
          <p:nvPr/>
        </p:nvSpPr>
        <p:spPr>
          <a:xfrm>
            <a:off x="3049003" y="2000846"/>
            <a:ext cx="609399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3200" b="1" dirty="0"/>
              <a:t>Watermark Detection</a:t>
            </a:r>
          </a:p>
        </p:txBody>
      </p:sp>
      <p:sp>
        <p:nvSpPr>
          <p:cNvPr id="13" name="TextBox 12">
            <a:extLst>
              <a:ext uri="{FF2B5EF4-FFF2-40B4-BE49-F238E27FC236}">
                <a16:creationId xmlns:a16="http://schemas.microsoft.com/office/drawing/2014/main" id="{117CEFEA-19B8-46BF-3D49-A2B9DECFD54A}"/>
              </a:ext>
            </a:extLst>
          </p:cNvPr>
          <p:cNvSpPr txBox="1"/>
          <p:nvPr/>
        </p:nvSpPr>
        <p:spPr>
          <a:xfrm>
            <a:off x="763397" y="2753643"/>
            <a:ext cx="10665206" cy="3539430"/>
          </a:xfrm>
          <a:prstGeom prst="rect">
            <a:avLst/>
          </a:prstGeom>
          <a:noFill/>
        </p:spPr>
        <p:txBody>
          <a:bodyPr wrap="square">
            <a:spAutoFit/>
          </a:bodyPr>
          <a:lstStyle/>
          <a:p>
            <a:pPr marL="514350" indent="-514350">
              <a:buAutoNum type="arabicParenR"/>
            </a:pPr>
            <a:r>
              <a:rPr lang="en-US" sz="3200" b="1" dirty="0"/>
              <a:t>Apply 5 levels of a 2D-DWT to the decoded image</a:t>
            </a:r>
          </a:p>
          <a:p>
            <a:pPr marL="514350" indent="-514350">
              <a:buAutoNum type="arabicParenR"/>
            </a:pPr>
            <a:endParaRPr lang="en-US" sz="3200" b="1" dirty="0"/>
          </a:p>
          <a:p>
            <a:r>
              <a:rPr lang="en-US" sz="3200" b="1" dirty="0"/>
              <a:t>2) Extract each component of decomposed watermark from the corresponding sub-band of transformed image</a:t>
            </a:r>
          </a:p>
          <a:p>
            <a:endParaRPr lang="en-US" sz="3200" b="1" dirty="0"/>
          </a:p>
          <a:p>
            <a:r>
              <a:rPr lang="en-US" sz="3200" b="1" dirty="0"/>
              <a:t>3) Apply 2 levels of inverse 2D down-sampling to reconstruct </a:t>
            </a:r>
            <a:r>
              <a:rPr lang="en-US" sz="3200" b="1" dirty="0">
                <a:solidFill>
                  <a:srgbClr val="C00000"/>
                </a:solidFill>
              </a:rPr>
              <a:t>binary watermark </a:t>
            </a:r>
            <a:r>
              <a:rPr lang="en-US" sz="3200" b="1" dirty="0"/>
              <a:t>image</a:t>
            </a:r>
          </a:p>
        </p:txBody>
      </p:sp>
    </p:spTree>
    <p:extLst>
      <p:ext uri="{BB962C8B-B14F-4D97-AF65-F5344CB8AC3E}">
        <p14:creationId xmlns:p14="http://schemas.microsoft.com/office/powerpoint/2010/main" val="4025782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EE6B9-3F93-394C-B6B9-4C53242EA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03FC0-A0E1-D538-ED6B-277A6F0DAC5D}"/>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B1E70337-442A-FE09-956D-4FDECD6E5A9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43BD829-A465-356A-1CCB-DDD756406895}"/>
              </a:ext>
            </a:extLst>
          </p:cNvPr>
          <p:cNvSpPr>
            <a:spLocks noGrp="1"/>
          </p:cNvSpPr>
          <p:nvPr>
            <p:ph type="sldNum" sz="quarter" idx="12"/>
          </p:nvPr>
        </p:nvSpPr>
        <p:spPr/>
        <p:txBody>
          <a:bodyPr/>
          <a:lstStyle/>
          <a:p>
            <a:fld id="{382B47E1-F59F-47B3-8D16-B2A0740F319A}" type="slidenum">
              <a:rPr lang="en-US" smtClean="0"/>
              <a:pPr/>
              <a:t>24</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945C7454-CAFA-BC9F-37AA-8C25AC865614}"/>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945C7454-CAFA-BC9F-37AA-8C25AC865614}"/>
                  </a:ext>
                </a:extLst>
              </p:cNvPr>
              <p:cNvPicPr/>
              <p:nvPr/>
            </p:nvPicPr>
            <p:blipFill>
              <a:blip r:embed="rId3"/>
              <a:stretch>
                <a:fillRect/>
              </a:stretch>
            </p:blipFill>
            <p:spPr>
              <a:xfrm>
                <a:off x="6614508" y="4340501"/>
                <a:ext cx="4132440" cy="596880"/>
              </a:xfrm>
              <a:prstGeom prst="rect">
                <a:avLst/>
              </a:prstGeom>
            </p:spPr>
          </p:pic>
        </mc:Fallback>
      </mc:AlternateContent>
      <p:sp>
        <p:nvSpPr>
          <p:cNvPr id="11" name="TextBox 10">
            <a:extLst>
              <a:ext uri="{FF2B5EF4-FFF2-40B4-BE49-F238E27FC236}">
                <a16:creationId xmlns:a16="http://schemas.microsoft.com/office/drawing/2014/main" id="{30761756-E8E5-C2B6-7E02-91EEE6BD6859}"/>
              </a:ext>
            </a:extLst>
          </p:cNvPr>
          <p:cNvSpPr txBox="1"/>
          <p:nvPr/>
        </p:nvSpPr>
        <p:spPr>
          <a:xfrm>
            <a:off x="3049003" y="2000846"/>
            <a:ext cx="6093994"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3200" b="1" dirty="0"/>
              <a:t>Watermark Quality Measurement</a:t>
            </a:r>
          </a:p>
        </p:txBody>
      </p:sp>
      <p:sp>
        <p:nvSpPr>
          <p:cNvPr id="13" name="TextBox 12">
            <a:extLst>
              <a:ext uri="{FF2B5EF4-FFF2-40B4-BE49-F238E27FC236}">
                <a16:creationId xmlns:a16="http://schemas.microsoft.com/office/drawing/2014/main" id="{64BA3E31-7CDF-2B80-190B-7DB394C7CF75}"/>
              </a:ext>
            </a:extLst>
          </p:cNvPr>
          <p:cNvSpPr txBox="1"/>
          <p:nvPr/>
        </p:nvSpPr>
        <p:spPr>
          <a:xfrm>
            <a:off x="763397" y="2753643"/>
            <a:ext cx="10665206" cy="1077218"/>
          </a:xfrm>
          <a:prstGeom prst="rect">
            <a:avLst/>
          </a:prstGeom>
          <a:noFill/>
        </p:spPr>
        <p:txBody>
          <a:bodyPr wrap="square">
            <a:spAutoFit/>
          </a:bodyPr>
          <a:lstStyle/>
          <a:p>
            <a:r>
              <a:rPr lang="en-US" sz="3200" b="1" dirty="0"/>
              <a:t>To measure the quality of the reconstructed watermark we use DR:</a:t>
            </a:r>
          </a:p>
        </p:txBody>
      </p:sp>
      <p:pic>
        <p:nvPicPr>
          <p:cNvPr id="3" name="@holatex&#10;\documentclass{article}&#10;\usepackage{amsmath} % Required for mathematical environments&#10;\usepackage{xcolor}  % Required for colored text&#10;\usepackage{tikz}    % Required for drawing arrows&#10;&#10;\begin{document}&#10;&#10;$$ DR = \frac{\text{Number of True Reconstructed Components}}{\text{Total Number of Components in the Watermark}} - 0.5 $$&#10;&#10;\end{document}">
            <a:extLst>
              <a:ext uri="{FF2B5EF4-FFF2-40B4-BE49-F238E27FC236}">
                <a16:creationId xmlns:a16="http://schemas.microsoft.com/office/drawing/2014/main" id="{EC712ED2-6C5F-5761-7675-23B815A2B0C7}"/>
              </a:ext>
            </a:extLst>
          </p:cNvPr>
          <p:cNvPicPr>
            <a:picLocks/>
          </p:cNvPicPr>
          <p:nvPr/>
        </p:nvPicPr>
        <p:blipFill>
          <a:blip r:embed="rId4"/>
          <a:stretch>
            <a:fillRect/>
          </a:stretch>
        </p:blipFill>
        <p:spPr>
          <a:xfrm>
            <a:off x="1111047" y="4499672"/>
            <a:ext cx="10092882" cy="984334"/>
          </a:xfrm>
          <a:prstGeom prst="rect">
            <a:avLst/>
          </a:prstGeom>
        </p:spPr>
      </p:pic>
    </p:spTree>
    <p:extLst>
      <p:ext uri="{BB962C8B-B14F-4D97-AF65-F5344CB8AC3E}">
        <p14:creationId xmlns:p14="http://schemas.microsoft.com/office/powerpoint/2010/main" val="254440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E665-EF26-023F-DDA1-0E8F8E54E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6393-CC83-D87D-343B-9A483E365DD3}"/>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DE956D9C-6A25-899F-75DB-55ACD8F0878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1340955-7280-4A55-9480-06C6621833A1}"/>
              </a:ext>
            </a:extLst>
          </p:cNvPr>
          <p:cNvSpPr>
            <a:spLocks noGrp="1"/>
          </p:cNvSpPr>
          <p:nvPr>
            <p:ph type="sldNum" sz="quarter" idx="12"/>
          </p:nvPr>
        </p:nvSpPr>
        <p:spPr/>
        <p:txBody>
          <a:bodyPr/>
          <a:lstStyle/>
          <a:p>
            <a:fld id="{382B47E1-F59F-47B3-8D16-B2A0740F319A}" type="slidenum">
              <a:rPr lang="en-US" smtClean="0"/>
              <a:pPr/>
              <a:t>25</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BEE5318-3E31-9698-4D74-BEDEBC9E1D1B}"/>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4BEE5318-3E31-9698-4D74-BEDEBC9E1D1B}"/>
                  </a:ext>
                </a:extLst>
              </p:cNvPr>
              <p:cNvPicPr/>
              <p:nvPr/>
            </p:nvPicPr>
            <p:blipFill>
              <a:blip r:embed="rId3"/>
              <a:stretch>
                <a:fillRect/>
              </a:stretch>
            </p:blipFill>
            <p:spPr>
              <a:xfrm>
                <a:off x="6614508" y="4340501"/>
                <a:ext cx="4132440" cy="596880"/>
              </a:xfrm>
              <a:prstGeom prst="rect">
                <a:avLst/>
              </a:prstGeom>
            </p:spPr>
          </p:pic>
        </mc:Fallback>
      </mc:AlternateContent>
      <p:pic>
        <p:nvPicPr>
          <p:cNvPr id="9" name="@holatex&#10;\documentclass{article}&#10;\usepackage{multirow}&#10;\usepackage[table]{xcolor}&#10;&#10;% Define the highlight color from the image (a yellowish-green)&#10;\definecolor{highlight}{rgb}{0.5, 0.5, 0.2}&#10;&#10;\begin{document}&#10;&#10;\begin{table}[h!]&#10;\centering&#10;&#10;\label{tab:spiht_results}&#10;% For a darker theme like the image, you might uncomment the following lines&#10;% \color{white}&#10;% \pagecolor{blue!20!black}&#10;\begin{tabular}{|c|c|c|c|c|}&#10;\hline&#10;\multirow{}{\textbf{Image}} &amp; \multirow{}{\textbf{Rate (bpp)}} &amp; \multicolumn{3}{c|}{\textbf{DR}} \\ \cline{3-5} &#10; &amp;  &amp; \textbf{Quarter} &amp; \textbf{Half} &amp; \textbf{Full} \\ \hline&#10;\multirow{}{Lena} &amp; 2   &amp; 0.50 &amp; 0.50 &amp; 0.50 \\ \cline{2-5} &#10;                      &amp; 1   &amp; 0.50 &amp; 0.50 &amp; 0.50 \\ \cline{2-5} &#10;                      &amp; 0.5 &amp; 0.50 &amp; 0.50 &amp; 0.26 \\ \cline{2-5} &#10;                      &amp; 0.4 &amp; 0.50 &amp; 0.50 &amp; 0.18 \\ \cline{2-5} &#10;                      &amp; 0.3 &amp; 0.50 &amp; 0.23 &amp; 0.05 \\ \cline{2-5} &#10;                      &amp; 0.2 &amp; 0.50 &amp; 0.20 &amp; 0.04 \\ \hline&#10;\end{tabular}&#10;\end{table}&#10;&#10;\end{document}">
            <a:extLst>
              <a:ext uri="{FF2B5EF4-FFF2-40B4-BE49-F238E27FC236}">
                <a16:creationId xmlns:a16="http://schemas.microsoft.com/office/drawing/2014/main" id="{3FA7FFFD-4F4E-901C-D391-38BB442F9DA2}"/>
              </a:ext>
            </a:extLst>
          </p:cNvPr>
          <p:cNvPicPr>
            <a:picLocks/>
          </p:cNvPicPr>
          <p:nvPr/>
        </p:nvPicPr>
        <p:blipFill>
          <a:blip r:embed="rId4"/>
          <a:stretch>
            <a:fillRect/>
          </a:stretch>
        </p:blipFill>
        <p:spPr>
          <a:xfrm>
            <a:off x="2366749" y="2371355"/>
            <a:ext cx="7458501" cy="3227237"/>
          </a:xfrm>
          <a:prstGeom prst="rect">
            <a:avLst/>
          </a:prstGeom>
        </p:spPr>
      </p:pic>
      <p:sp>
        <p:nvSpPr>
          <p:cNvPr id="10" name="Rectangle 9">
            <a:extLst>
              <a:ext uri="{FF2B5EF4-FFF2-40B4-BE49-F238E27FC236}">
                <a16:creationId xmlns:a16="http://schemas.microsoft.com/office/drawing/2014/main" id="{2663F9F6-727D-D105-5059-35753ED81396}"/>
              </a:ext>
            </a:extLst>
          </p:cNvPr>
          <p:cNvSpPr/>
          <p:nvPr/>
        </p:nvSpPr>
        <p:spPr>
          <a:xfrm>
            <a:off x="6428096" y="5158854"/>
            <a:ext cx="812041" cy="34119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370FC80-E8A1-BD40-BD7B-D335BE78FFB7}"/>
              </a:ext>
            </a:extLst>
          </p:cNvPr>
          <p:cNvSpPr/>
          <p:nvPr/>
        </p:nvSpPr>
        <p:spPr>
          <a:xfrm>
            <a:off x="7821099" y="4389878"/>
            <a:ext cx="812041" cy="34119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0BB618-CDF3-162C-6393-DE7E5DEB0A93}"/>
              </a:ext>
            </a:extLst>
          </p:cNvPr>
          <p:cNvSpPr/>
          <p:nvPr/>
        </p:nvSpPr>
        <p:spPr>
          <a:xfrm>
            <a:off x="8880144" y="3631056"/>
            <a:ext cx="812041" cy="34119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8469E5A-71B3-6DBF-A93B-AF89F375C61B}"/>
              </a:ext>
            </a:extLst>
          </p:cNvPr>
          <p:cNvSpPr txBox="1"/>
          <p:nvPr/>
        </p:nvSpPr>
        <p:spPr>
          <a:xfrm>
            <a:off x="838545" y="5760462"/>
            <a:ext cx="10637885" cy="400110"/>
          </a:xfrm>
          <a:prstGeom prst="rect">
            <a:avLst/>
          </a:prstGeom>
          <a:noFill/>
        </p:spPr>
        <p:txBody>
          <a:bodyPr wrap="square">
            <a:spAutoFit/>
          </a:bodyPr>
          <a:lstStyle/>
          <a:p>
            <a:pPr algn="ctr"/>
            <a:r>
              <a:rPr lang="en-US" sz="2000" b="1" dirty="0"/>
              <a:t>Results for lossy decoding of the compressed watermarked images by SPIHT* at different bitrates</a:t>
            </a:r>
          </a:p>
        </p:txBody>
      </p:sp>
    </p:spTree>
    <p:extLst>
      <p:ext uri="{BB962C8B-B14F-4D97-AF65-F5344CB8AC3E}">
        <p14:creationId xmlns:p14="http://schemas.microsoft.com/office/powerpoint/2010/main" val="1680804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A5E8F-03ED-049B-210B-6F2BAE467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4D447-5B83-94BB-983A-D420F4653375}"/>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7BAD982D-E09B-D88B-4408-F36FFA4C741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5EAAD93-DDF9-E212-8EA4-C779B3DE69F5}"/>
              </a:ext>
            </a:extLst>
          </p:cNvPr>
          <p:cNvSpPr>
            <a:spLocks noGrp="1"/>
          </p:cNvSpPr>
          <p:nvPr>
            <p:ph type="sldNum" sz="quarter" idx="12"/>
          </p:nvPr>
        </p:nvSpPr>
        <p:spPr/>
        <p:txBody>
          <a:bodyPr/>
          <a:lstStyle/>
          <a:p>
            <a:fld id="{382B47E1-F59F-47B3-8D16-B2A0740F319A}" type="slidenum">
              <a:rPr lang="en-US" smtClean="0"/>
              <a:pPr/>
              <a:t>26</a:t>
            </a:fld>
            <a:endParaRPr lang="en-US" dirty="0"/>
          </a:p>
        </p:txBody>
      </p:sp>
      <p:pic>
        <p:nvPicPr>
          <p:cNvPr id="3" name="Content Placeholder 5">
            <a:extLst>
              <a:ext uri="{FF2B5EF4-FFF2-40B4-BE49-F238E27FC236}">
                <a16:creationId xmlns:a16="http://schemas.microsoft.com/office/drawing/2014/main" id="{AAB96F87-3677-DA08-3FA3-78B9B0D05598}"/>
              </a:ext>
            </a:extLst>
          </p:cNvPr>
          <p:cNvPicPr>
            <a:picLocks noGrp="1" noChangeAspect="1"/>
          </p:cNvPicPr>
          <p:nvPr>
            <p:ph idx="1"/>
          </p:nvPr>
        </p:nvPicPr>
        <p:blipFill>
          <a:blip r:embed="rId2"/>
          <a:stretch>
            <a:fillRect/>
          </a:stretch>
        </p:blipFill>
        <p:spPr>
          <a:xfrm>
            <a:off x="1294271" y="1826306"/>
            <a:ext cx="4022725" cy="4022725"/>
          </a:xfrm>
          <a:prstGeom prst="rect">
            <a:avLst/>
          </a:prstGeom>
        </p:spPr>
      </p:pic>
      <p:sp>
        <p:nvSpPr>
          <p:cNvPr id="8" name="TextBox 7">
            <a:extLst>
              <a:ext uri="{FF2B5EF4-FFF2-40B4-BE49-F238E27FC236}">
                <a16:creationId xmlns:a16="http://schemas.microsoft.com/office/drawing/2014/main" id="{013F6208-433E-D01B-5628-7D0C1407C189}"/>
              </a:ext>
            </a:extLst>
          </p:cNvPr>
          <p:cNvSpPr txBox="1"/>
          <p:nvPr/>
        </p:nvSpPr>
        <p:spPr>
          <a:xfrm>
            <a:off x="427079" y="5849031"/>
            <a:ext cx="6093994" cy="369332"/>
          </a:xfrm>
          <a:prstGeom prst="rect">
            <a:avLst/>
          </a:prstGeom>
          <a:noFill/>
        </p:spPr>
        <p:txBody>
          <a:bodyPr wrap="square">
            <a:spAutoFit/>
          </a:bodyPr>
          <a:lstStyle/>
          <a:p>
            <a:pPr algn="ctr"/>
            <a:r>
              <a:rPr lang="en-US" b="1" dirty="0"/>
              <a:t>Decoded watermarked image at bitrate = 0.4 bpp</a:t>
            </a:r>
          </a:p>
        </p:txBody>
      </p:sp>
      <p:pic>
        <p:nvPicPr>
          <p:cNvPr id="11" name="Picture 10">
            <a:extLst>
              <a:ext uri="{FF2B5EF4-FFF2-40B4-BE49-F238E27FC236}">
                <a16:creationId xmlns:a16="http://schemas.microsoft.com/office/drawing/2014/main" id="{FDBFDE03-22C0-A353-B020-12021F8FCDEF}"/>
              </a:ext>
            </a:extLst>
          </p:cNvPr>
          <p:cNvPicPr>
            <a:picLocks noChangeAspect="1"/>
          </p:cNvPicPr>
          <p:nvPr/>
        </p:nvPicPr>
        <p:blipFill>
          <a:blip r:embed="rId3"/>
          <a:stretch>
            <a:fillRect/>
          </a:stretch>
        </p:blipFill>
        <p:spPr>
          <a:xfrm>
            <a:off x="9384794" y="1744301"/>
            <a:ext cx="768903" cy="751559"/>
          </a:xfrm>
          <a:prstGeom prst="rect">
            <a:avLst/>
          </a:prstGeom>
        </p:spPr>
      </p:pic>
      <p:pic>
        <p:nvPicPr>
          <p:cNvPr id="13" name="Picture 12">
            <a:extLst>
              <a:ext uri="{FF2B5EF4-FFF2-40B4-BE49-F238E27FC236}">
                <a16:creationId xmlns:a16="http://schemas.microsoft.com/office/drawing/2014/main" id="{2DD6A689-35CA-5ACD-6071-334B97AFC3FF}"/>
              </a:ext>
            </a:extLst>
          </p:cNvPr>
          <p:cNvPicPr>
            <a:picLocks noChangeAspect="1"/>
          </p:cNvPicPr>
          <p:nvPr/>
        </p:nvPicPr>
        <p:blipFill>
          <a:blip r:embed="rId4"/>
          <a:stretch>
            <a:fillRect/>
          </a:stretch>
        </p:blipFill>
        <p:spPr>
          <a:xfrm>
            <a:off x="9202173" y="2691199"/>
            <a:ext cx="1134144" cy="1172871"/>
          </a:xfrm>
          <a:prstGeom prst="rect">
            <a:avLst/>
          </a:prstGeom>
        </p:spPr>
      </p:pic>
      <p:pic>
        <p:nvPicPr>
          <p:cNvPr id="15" name="Picture 14">
            <a:extLst>
              <a:ext uri="{FF2B5EF4-FFF2-40B4-BE49-F238E27FC236}">
                <a16:creationId xmlns:a16="http://schemas.microsoft.com/office/drawing/2014/main" id="{A10D89F2-A61F-DC09-AE36-9F1A59266DCF}"/>
              </a:ext>
            </a:extLst>
          </p:cNvPr>
          <p:cNvPicPr>
            <a:picLocks noChangeAspect="1"/>
          </p:cNvPicPr>
          <p:nvPr/>
        </p:nvPicPr>
        <p:blipFill>
          <a:blip r:embed="rId5"/>
          <a:stretch>
            <a:fillRect/>
          </a:stretch>
        </p:blipFill>
        <p:spPr>
          <a:xfrm>
            <a:off x="8642286" y="3986888"/>
            <a:ext cx="2354577" cy="2337391"/>
          </a:xfrm>
          <a:prstGeom prst="rect">
            <a:avLst/>
          </a:prstGeom>
        </p:spPr>
      </p:pic>
      <p:sp>
        <p:nvSpPr>
          <p:cNvPr id="18" name="TextBox 17">
            <a:extLst>
              <a:ext uri="{FF2B5EF4-FFF2-40B4-BE49-F238E27FC236}">
                <a16:creationId xmlns:a16="http://schemas.microsoft.com/office/drawing/2014/main" id="{8385A849-B8A2-FB53-251A-FBC15D56FE8F}"/>
              </a:ext>
            </a:extLst>
          </p:cNvPr>
          <p:cNvSpPr txBox="1"/>
          <p:nvPr/>
        </p:nvSpPr>
        <p:spPr>
          <a:xfrm>
            <a:off x="5922566" y="1997751"/>
            <a:ext cx="6093994" cy="369332"/>
          </a:xfrm>
          <a:prstGeom prst="rect">
            <a:avLst/>
          </a:prstGeom>
          <a:noFill/>
        </p:spPr>
        <p:txBody>
          <a:bodyPr wrap="square">
            <a:spAutoFit/>
          </a:bodyPr>
          <a:lstStyle/>
          <a:p>
            <a:r>
              <a:rPr lang="en-US" b="1" dirty="0"/>
              <a:t>Quarter resolution, DR = 0.50</a:t>
            </a:r>
          </a:p>
        </p:txBody>
      </p:sp>
      <p:sp>
        <p:nvSpPr>
          <p:cNvPr id="19" name="TextBox 18">
            <a:extLst>
              <a:ext uri="{FF2B5EF4-FFF2-40B4-BE49-F238E27FC236}">
                <a16:creationId xmlns:a16="http://schemas.microsoft.com/office/drawing/2014/main" id="{87BF9867-A82F-189B-83FD-6C8A153BFBFC}"/>
              </a:ext>
            </a:extLst>
          </p:cNvPr>
          <p:cNvSpPr txBox="1"/>
          <p:nvPr/>
        </p:nvSpPr>
        <p:spPr>
          <a:xfrm>
            <a:off x="5922566" y="3178499"/>
            <a:ext cx="6093994" cy="369332"/>
          </a:xfrm>
          <a:prstGeom prst="rect">
            <a:avLst/>
          </a:prstGeom>
          <a:noFill/>
        </p:spPr>
        <p:txBody>
          <a:bodyPr wrap="square">
            <a:spAutoFit/>
          </a:bodyPr>
          <a:lstStyle/>
          <a:p>
            <a:r>
              <a:rPr lang="en-US" b="1" dirty="0"/>
              <a:t>Half resolution, DR = 0.50</a:t>
            </a:r>
          </a:p>
        </p:txBody>
      </p:sp>
      <p:sp>
        <p:nvSpPr>
          <p:cNvPr id="20" name="TextBox 19">
            <a:extLst>
              <a:ext uri="{FF2B5EF4-FFF2-40B4-BE49-F238E27FC236}">
                <a16:creationId xmlns:a16="http://schemas.microsoft.com/office/drawing/2014/main" id="{2056BBAE-14BD-62B7-10F7-73D109C8784A}"/>
              </a:ext>
            </a:extLst>
          </p:cNvPr>
          <p:cNvSpPr txBox="1"/>
          <p:nvPr/>
        </p:nvSpPr>
        <p:spPr>
          <a:xfrm>
            <a:off x="5922566" y="4970917"/>
            <a:ext cx="6093994" cy="369332"/>
          </a:xfrm>
          <a:prstGeom prst="rect">
            <a:avLst/>
          </a:prstGeom>
          <a:noFill/>
        </p:spPr>
        <p:txBody>
          <a:bodyPr wrap="square">
            <a:spAutoFit/>
          </a:bodyPr>
          <a:lstStyle/>
          <a:p>
            <a:r>
              <a:rPr lang="en-US" b="1" dirty="0"/>
              <a:t>Full resolution, DR = 0.30</a:t>
            </a:r>
          </a:p>
        </p:txBody>
      </p:sp>
    </p:spTree>
    <p:extLst>
      <p:ext uri="{BB962C8B-B14F-4D97-AF65-F5344CB8AC3E}">
        <p14:creationId xmlns:p14="http://schemas.microsoft.com/office/powerpoint/2010/main" val="2007647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91E7B-5B51-5F7D-01A6-A1262FB3D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4201A-9BDA-D43B-CDE8-28F21CCD3087}"/>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D873D249-3B86-F9B2-232F-2E207BE4724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8BA48AF-3767-4C15-206D-72B77E097B95}"/>
              </a:ext>
            </a:extLst>
          </p:cNvPr>
          <p:cNvSpPr>
            <a:spLocks noGrp="1"/>
          </p:cNvSpPr>
          <p:nvPr>
            <p:ph type="sldNum" sz="quarter" idx="12"/>
          </p:nvPr>
        </p:nvSpPr>
        <p:spPr/>
        <p:txBody>
          <a:bodyPr/>
          <a:lstStyle/>
          <a:p>
            <a:fld id="{382B47E1-F59F-47B3-8D16-B2A0740F319A}" type="slidenum">
              <a:rPr lang="en-US" smtClean="0"/>
              <a:pPr/>
              <a:t>27</a:t>
            </a:fld>
            <a:endParaRPr lang="en-US" dirty="0"/>
          </a:p>
        </p:txBody>
      </p:sp>
      <p:pic>
        <p:nvPicPr>
          <p:cNvPr id="17" name="@holatex&#10;\documentclass{article}&#10;\usepackage[table]{xcolor} % Required for coloring cells and rows&#10;\usepackage{multirow}     % Required for multi-row cells&#10;&#10;% Defines the highlight color to approximate the one in the image&#10;\definecolor{highlightcolor}{HTML}{B1A93F}&#10;&#10;\begin{document}&#10;&#10;\begin{table}[h!]&#10;\centering&#10;\label{tab:jpeg_results}&#10;\begin{tabular}{|c|c|c|c|c|}&#10;\hline&#10;\multirow{}{\textbf{Image}} &amp; \multirow{}{\textbf{Rate (bpp)}} &amp; \multicolumn{3}{c|}{\textbf{DR}} \\ \cline{3-5} &#10;&amp; &amp; \textbf{Quarter} &amp; \textbf{Half} &amp; \textbf{Full} \\ \hline&#10;\multirow{}{Lena} &amp; 2 &amp; 0.46 &amp; 0.42 &amp; 0.38 \\ \cline{2-5} &#10;&amp; 1 &amp; 0.44 &amp; 0.39 &amp; 0.32 \\ \cline{2-5} &#10;&amp; 0.5 &amp; 0.34 &amp; 0.30 &amp; 0.25 \\ \cline{2-5} &#10;&amp; 0.4 &amp; 0.34 &amp; 0.30 &amp; 0.25 \\ \cline{2-5} &#10;&amp; 0.3 &amp; 0.34 &amp; 0.18 &amp; 0.20 \\ \cline{2-5} &#10;&amp; 0.2 &amp; 0.25 &amp; 0.15 &amp; 0.04 \\ \hline&#10;\end{tabular}&#10;\end{table}&#10;&#10;\end{document}">
            <a:extLst>
              <a:ext uri="{FF2B5EF4-FFF2-40B4-BE49-F238E27FC236}">
                <a16:creationId xmlns:a16="http://schemas.microsoft.com/office/drawing/2014/main" id="{CF8061C8-AD09-54FA-FD8B-1CB5A3F5EE74}"/>
              </a:ext>
            </a:extLst>
          </p:cNvPr>
          <p:cNvPicPr>
            <a:picLocks noGrp="1"/>
          </p:cNvPicPr>
          <p:nvPr>
            <p:ph idx="1"/>
          </p:nvPr>
        </p:nvPicPr>
        <p:blipFill>
          <a:blip r:embed="rId2"/>
          <a:stretch>
            <a:fillRect/>
          </a:stretch>
        </p:blipFill>
        <p:spPr>
          <a:xfrm>
            <a:off x="1516810" y="1801996"/>
            <a:ext cx="9296964" cy="4022725"/>
          </a:xfrm>
          <a:prstGeom prst="rect">
            <a:avLst/>
          </a:prstGeom>
        </p:spPr>
      </p:pic>
      <p:sp>
        <p:nvSpPr>
          <p:cNvPr id="22" name="TextBox 21">
            <a:extLst>
              <a:ext uri="{FF2B5EF4-FFF2-40B4-BE49-F238E27FC236}">
                <a16:creationId xmlns:a16="http://schemas.microsoft.com/office/drawing/2014/main" id="{C6C16C45-9BE1-1DC8-8399-8A8B7A08F4BE}"/>
              </a:ext>
            </a:extLst>
          </p:cNvPr>
          <p:cNvSpPr txBox="1"/>
          <p:nvPr/>
        </p:nvSpPr>
        <p:spPr>
          <a:xfrm>
            <a:off x="1213243" y="5913735"/>
            <a:ext cx="9839069"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Results for lossy decoding of the compressed watermarked images by JPEG2000 at different bitrates</a:t>
            </a:r>
          </a:p>
        </p:txBody>
      </p:sp>
    </p:spTree>
    <p:extLst>
      <p:ext uri="{BB962C8B-B14F-4D97-AF65-F5344CB8AC3E}">
        <p14:creationId xmlns:p14="http://schemas.microsoft.com/office/powerpoint/2010/main" val="129024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4580D-E186-0D12-9E6C-2EE8158D0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38641-0A34-8F9C-D982-F773B5D300CF}"/>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22446E87-3CF8-5BF9-EC31-6336463E560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09BF9FF-D5A9-E7D3-F7CC-8DBCB0C5227F}"/>
              </a:ext>
            </a:extLst>
          </p:cNvPr>
          <p:cNvSpPr>
            <a:spLocks noGrp="1"/>
          </p:cNvSpPr>
          <p:nvPr>
            <p:ph type="sldNum" sz="quarter" idx="12"/>
          </p:nvPr>
        </p:nvSpPr>
        <p:spPr/>
        <p:txBody>
          <a:bodyPr/>
          <a:lstStyle/>
          <a:p>
            <a:fld id="{382B47E1-F59F-47B3-8D16-B2A0740F319A}" type="slidenum">
              <a:rPr lang="en-US" smtClean="0"/>
              <a:pPr/>
              <a:t>28</a:t>
            </a:fld>
            <a:endParaRPr lang="en-US" dirty="0"/>
          </a:p>
        </p:txBody>
      </p:sp>
      <p:sp>
        <p:nvSpPr>
          <p:cNvPr id="22" name="TextBox 21">
            <a:extLst>
              <a:ext uri="{FF2B5EF4-FFF2-40B4-BE49-F238E27FC236}">
                <a16:creationId xmlns:a16="http://schemas.microsoft.com/office/drawing/2014/main" id="{08047CDE-7A7C-7C39-6F69-7F35994C638E}"/>
              </a:ext>
            </a:extLst>
          </p:cNvPr>
          <p:cNvSpPr txBox="1"/>
          <p:nvPr/>
        </p:nvSpPr>
        <p:spPr>
          <a:xfrm>
            <a:off x="682438" y="5825251"/>
            <a:ext cx="10827124"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US" b="1" dirty="0"/>
              <a:t>Results for lossy decoding of the compressed watermarked images by HS-SPIHT at full resolution (512×512)</a:t>
            </a:r>
          </a:p>
        </p:txBody>
      </p:sp>
      <p:pic>
        <p:nvPicPr>
          <p:cNvPr id="9" name="@holatex&#10;\documentclass{article}&#10;\usepackage{multirow} % Required for multi-row cells&#10;&#10;\begin{document}&#10;&#10;\begin{table}[h!]&#10;\centering&#10;\label{tab:your_label}&#10;\begin{tabular}{|c|c|c|c|c|c|c|}&#10;\hline&#10;\multirow{}{\textbf{Image}} &amp; \multirow{}{\textbf{Rate (bpp)}} &amp; \multirow{}{\textbf{PSNR\_W (dB)}} &amp; \multirow{}{\textbf{PSNR\_I (dB)}} &amp; \multicolumn{3}{c|}{\textbf{DR}} \\ \cline{5-7} &#10;&amp; &amp; &amp; &amp; \textbf{Quarter} &amp; \textbf{Half} &amp; \textbf{Full} \\ \hline&#10;\multirow{}{Lena} &amp; 2 &amp; 42.01 &amp; 43.94 &amp; 0.50 &amp; 0.50 &amp; 0.50 \\ \cline{2-7} &#10;&amp; 1 &amp; 38.82 &amp; 39.66 &amp; 0.50 &amp; 0.50 &amp; 0.50 \\ \cline{2-7} &#10;&amp; 0.5 &amp; 36.11 &amp; 36.57 &amp; 0.50 &amp; 0.50 &amp; 0.50 \\ \cline{2-7} &#10;&amp; 0.4 &amp; 35.5 &amp; 35.78 &amp; 0.50 &amp; 0.50 &amp; 0.19 \\ \cline{2-7} &#10;&amp; 0.3 &amp; 34.05 &amp; 34.23 &amp; 0.50 &amp; 0.50 &amp; 0.13 \\ \cline{2-7} &#10;&amp; 0.25 &amp; 33.18 &amp; 33.34 &amp; 0.50 &amp; 0.50 &amp; 0.13 \\ \cline{2-7} &#10;&amp; 0.2 &amp; 32.54 &amp; 32.63 &amp; 0.50 &amp; 0.20 &amp; 0.05 \\ \cline{2-7} &#10;&amp; 0.15 &amp; 31.16 &amp; 31.21 &amp; 0.50 &amp; 0.13 &amp; 0.03 \\ \hline&#10;\end{tabular}&#10;\end{table}&#10;&#10;\end{document}">
            <a:extLst>
              <a:ext uri="{FF2B5EF4-FFF2-40B4-BE49-F238E27FC236}">
                <a16:creationId xmlns:a16="http://schemas.microsoft.com/office/drawing/2014/main" id="{4218A1EF-4C7E-EAB8-FE70-71F41CA23931}"/>
              </a:ext>
            </a:extLst>
          </p:cNvPr>
          <p:cNvPicPr>
            <a:picLocks noGrp="1"/>
          </p:cNvPicPr>
          <p:nvPr>
            <p:ph idx="1"/>
          </p:nvPr>
        </p:nvPicPr>
        <p:blipFill>
          <a:blip r:embed="rId2"/>
          <a:stretch>
            <a:fillRect/>
          </a:stretch>
        </p:blipFill>
        <p:spPr>
          <a:xfrm>
            <a:off x="962819" y="2310627"/>
            <a:ext cx="10266362" cy="3198661"/>
          </a:xfrm>
          <a:prstGeom prst="rect">
            <a:avLst/>
          </a:prstGeom>
        </p:spPr>
      </p:pic>
    </p:spTree>
    <p:extLst>
      <p:ext uri="{BB962C8B-B14F-4D97-AF65-F5344CB8AC3E}">
        <p14:creationId xmlns:p14="http://schemas.microsoft.com/office/powerpoint/2010/main" val="3075280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D5A88-D9DE-671B-A6BC-19908A24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E1C7A-8162-98A7-B35D-1EE00411147D}"/>
              </a:ext>
            </a:extLst>
          </p:cNvPr>
          <p:cNvSpPr>
            <a:spLocks noGrp="1"/>
          </p:cNvSpPr>
          <p:nvPr>
            <p:ph type="title"/>
          </p:nvPr>
        </p:nvSpPr>
        <p:spPr/>
        <p:txBody>
          <a:bodyPr/>
          <a:lstStyle/>
          <a:p>
            <a:r>
              <a:rPr lang="en-US" dirty="0">
                <a:solidFill>
                  <a:srgbClr val="0070C0"/>
                </a:solidFill>
              </a:rPr>
              <a:t>First approach to Scalable watermarking</a:t>
            </a:r>
          </a:p>
        </p:txBody>
      </p:sp>
      <p:sp>
        <p:nvSpPr>
          <p:cNvPr id="4" name="Footer Placeholder 3">
            <a:extLst>
              <a:ext uri="{FF2B5EF4-FFF2-40B4-BE49-F238E27FC236}">
                <a16:creationId xmlns:a16="http://schemas.microsoft.com/office/drawing/2014/main" id="{649C2E15-0F51-A77E-8F12-C72C67A91D3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BA2F972-F5D0-75B3-044A-C633DB66E7D1}"/>
              </a:ext>
            </a:extLst>
          </p:cNvPr>
          <p:cNvSpPr>
            <a:spLocks noGrp="1"/>
          </p:cNvSpPr>
          <p:nvPr>
            <p:ph type="sldNum" sz="quarter" idx="12"/>
          </p:nvPr>
        </p:nvSpPr>
        <p:spPr/>
        <p:txBody>
          <a:bodyPr/>
          <a:lstStyle/>
          <a:p>
            <a:fld id="{382B47E1-F59F-47B3-8D16-B2A0740F319A}" type="slidenum">
              <a:rPr lang="en-US" smtClean="0"/>
              <a:pPr/>
              <a:t>29</a:t>
            </a:fld>
            <a:endParaRPr lang="en-US" dirty="0"/>
          </a:p>
        </p:txBody>
      </p:sp>
      <p:sp>
        <p:nvSpPr>
          <p:cNvPr id="22" name="TextBox 21">
            <a:extLst>
              <a:ext uri="{FF2B5EF4-FFF2-40B4-BE49-F238E27FC236}">
                <a16:creationId xmlns:a16="http://schemas.microsoft.com/office/drawing/2014/main" id="{2C11CF00-6289-1B43-9064-B683AA9D2472}"/>
              </a:ext>
            </a:extLst>
          </p:cNvPr>
          <p:cNvSpPr txBox="1"/>
          <p:nvPr/>
        </p:nvSpPr>
        <p:spPr>
          <a:xfrm>
            <a:off x="682438" y="5825251"/>
            <a:ext cx="10827124"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US" b="1" dirty="0"/>
              <a:t>Results for lossy decoding of the compressed watermarked images by HS-SPIHT at full resolution (128x128)</a:t>
            </a:r>
          </a:p>
        </p:txBody>
      </p:sp>
      <p:pic>
        <p:nvPicPr>
          <p:cNvPr id="13" name="@holatex&#10;\documentclass{article}&#10;\usepackage[table]{xcolor} % Required for coloring cells&#10;\usepackage{multirow}     % Required for multi-row cells&#10;&#10;% Defines the highlight color to approximate the one in the image&#10;\definecolor{highlightcolor}{HTML}{B1A93F}&#10;&#10;\begin{document}&#10;&#10;\begin{table}[h!]&#10;\centering&#10;\label{tab:your_label_here}&#10;\begin{tabular}{|c|c|c|c|c|c|c|}&#10;\hline&#10;\multirow{}{\textbf{Image}} &amp; \multirow{}{\textbf{Rate (bpp)}} &amp; \multirow{}{\textbf{PSNR\_W (dB)}} &amp; \multirow{}{\textbf{PSNR\_I (dB)}} &amp; \multicolumn{3}{c|}{\textbf{DR}} \\ \cline{5-7} &#10;&amp; &amp; &amp; &amp; \textbf{Quarter} &amp; \textbf{Half} &amp; \textbf{Full} \\ \hline&#10;\multirow{}{Lena} &amp; 0.5 &amp; 46.76 &amp; 69.82 &amp; 0.50 &amp; 0.50 &amp; 0.50 \\ \cline{2-7} &#10;&amp; 0.4 &amp; 46.69 &amp; 63.24 &amp; 0.50 &amp; 0.50 &amp; 0.50 \\ \cline{2-7} &#10;&amp; 0.3 &amp; 45.93 &amp; 53.87 &amp; 0.50 &amp; 0.50 &amp; 0.50 \\ \cline{2-7} &#10;&amp; 0.2 &amp; 43.03 &amp; 45.37 &amp; 0.50 &amp; 0.50 &amp; 0.22 \\ \cline{2-7} &#10;&amp; 0.15 &amp; 39.88 &amp; 40.59 &amp; 0.50 &amp; 0.50 &amp; 0.21 \\ \cline{2-7} &#10;&amp; 0.1 &amp; 34.9 &amp; 35.12 &amp; 0.50 &amp; 0.20 &amp; 0.11 \\ \hline&#10;\end{tabular}&#10;\end{table}&#10;&#10;\end{document}">
            <a:extLst>
              <a:ext uri="{FF2B5EF4-FFF2-40B4-BE49-F238E27FC236}">
                <a16:creationId xmlns:a16="http://schemas.microsoft.com/office/drawing/2014/main" id="{B65B4A1C-C031-8745-3529-5596174C43B4}"/>
              </a:ext>
            </a:extLst>
          </p:cNvPr>
          <p:cNvPicPr>
            <a:picLocks noGrp="1"/>
          </p:cNvPicPr>
          <p:nvPr>
            <p:ph idx="1"/>
          </p:nvPr>
        </p:nvPicPr>
        <p:blipFill>
          <a:blip r:embed="rId2"/>
          <a:stretch>
            <a:fillRect/>
          </a:stretch>
        </p:blipFill>
        <p:spPr>
          <a:xfrm>
            <a:off x="962819" y="2581410"/>
            <a:ext cx="10266362" cy="2585744"/>
          </a:xfrm>
          <a:prstGeom prst="rect">
            <a:avLst/>
          </a:prstGeom>
        </p:spPr>
      </p:pic>
    </p:spTree>
    <p:extLst>
      <p:ext uri="{BB962C8B-B14F-4D97-AF65-F5344CB8AC3E}">
        <p14:creationId xmlns:p14="http://schemas.microsoft.com/office/powerpoint/2010/main" val="2000895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43ED6-7008-C96B-1D00-5C9E9F478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95272-A76A-0BD6-7C2C-6E8A278560E1}"/>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3136CE04-36E6-F54E-D638-387C59EED1D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DB4AF30-0BF1-D8A3-B57A-14CC3E2E7FF1}"/>
              </a:ext>
            </a:extLst>
          </p:cNvPr>
          <p:cNvSpPr>
            <a:spLocks noGrp="1"/>
          </p:cNvSpPr>
          <p:nvPr>
            <p:ph type="sldNum" sz="quarter" idx="12"/>
          </p:nvPr>
        </p:nvSpPr>
        <p:spPr/>
        <p:txBody>
          <a:bodyPr/>
          <a:lstStyle/>
          <a:p>
            <a:fld id="{382B47E1-F59F-47B3-8D16-B2A0740F319A}" type="slidenum">
              <a:rPr lang="en-US" smtClean="0"/>
              <a:pPr/>
              <a:t>30</a:t>
            </a:fld>
            <a:endParaRPr lang="en-US" dirty="0"/>
          </a:p>
        </p:txBody>
      </p:sp>
      <p:pic>
        <p:nvPicPr>
          <p:cNvPr id="3" name="Content Placeholder 2">
            <a:extLst>
              <a:ext uri="{FF2B5EF4-FFF2-40B4-BE49-F238E27FC236}">
                <a16:creationId xmlns:a16="http://schemas.microsoft.com/office/drawing/2014/main" id="{15892036-6C2E-7FD2-E35C-9510C39FB597}"/>
              </a:ext>
            </a:extLst>
          </p:cNvPr>
          <p:cNvPicPr>
            <a:picLocks noGrp="1" noChangeAspect="1"/>
          </p:cNvPicPr>
          <p:nvPr>
            <p:ph idx="1"/>
          </p:nvPr>
        </p:nvPicPr>
        <p:blipFill>
          <a:blip r:embed="rId2"/>
          <a:stretch>
            <a:fillRect/>
          </a:stretch>
        </p:blipFill>
        <p:spPr>
          <a:xfrm>
            <a:off x="1157333" y="3057253"/>
            <a:ext cx="9877334" cy="1715916"/>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7D9A7F3-F78A-FB28-31A2-52C0F35F9236}"/>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37D9A7F3-F78A-FB28-31A2-52C0F35F9236}"/>
                  </a:ext>
                </a:extLst>
              </p:cNvPr>
              <p:cNvPicPr/>
              <p:nvPr/>
            </p:nvPicPr>
            <p:blipFill>
              <a:blip r:embed="rId4"/>
              <a:stretch>
                <a:fillRect/>
              </a:stretch>
            </p:blipFill>
            <p:spPr>
              <a:xfrm>
                <a:off x="6614868" y="4340501"/>
                <a:ext cx="4132440" cy="596880"/>
              </a:xfrm>
              <a:prstGeom prst="rect">
                <a:avLst/>
              </a:prstGeom>
            </p:spPr>
          </p:pic>
        </mc:Fallback>
      </mc:AlternateContent>
    </p:spTree>
    <p:extLst>
      <p:ext uri="{BB962C8B-B14F-4D97-AF65-F5344CB8AC3E}">
        <p14:creationId xmlns:p14="http://schemas.microsoft.com/office/powerpoint/2010/main" val="1987805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860F4-094A-B1EE-3CF9-8E811928CE3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BDA873-9951-AF7B-B31A-D064F0CD4B7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23CDFE1-42F4-98F1-E86A-5AA12981B530}"/>
              </a:ext>
            </a:extLst>
          </p:cNvPr>
          <p:cNvSpPr>
            <a:spLocks noGrp="1"/>
          </p:cNvSpPr>
          <p:nvPr>
            <p:ph type="sldNum" sz="quarter" idx="12"/>
          </p:nvPr>
        </p:nvSpPr>
        <p:spPr/>
        <p:txBody>
          <a:bodyPr/>
          <a:lstStyle/>
          <a:p>
            <a:fld id="{382B47E1-F59F-47B3-8D16-B2A0740F319A}" type="slidenum">
              <a:rPr lang="en-US" smtClean="0"/>
              <a:pPr/>
              <a:t>31</a:t>
            </a:fld>
            <a:endParaRPr lang="en-US" dirty="0"/>
          </a:p>
        </p:txBody>
      </p:sp>
      <p:pic>
        <p:nvPicPr>
          <p:cNvPr id="9" name="Content Placeholder 8">
            <a:extLst>
              <a:ext uri="{FF2B5EF4-FFF2-40B4-BE49-F238E27FC236}">
                <a16:creationId xmlns:a16="http://schemas.microsoft.com/office/drawing/2014/main" id="{FDC0CA06-9F5D-C42B-9589-0E0D486748E3}"/>
              </a:ext>
            </a:extLst>
          </p:cNvPr>
          <p:cNvPicPr>
            <a:picLocks noGrp="1" noChangeAspect="1"/>
          </p:cNvPicPr>
          <p:nvPr>
            <p:ph idx="1"/>
          </p:nvPr>
        </p:nvPicPr>
        <p:blipFill>
          <a:blip r:embed="rId2"/>
          <a:stretch>
            <a:fillRect/>
          </a:stretch>
        </p:blipFill>
        <p:spPr>
          <a:xfrm>
            <a:off x="2160722" y="122585"/>
            <a:ext cx="7870556" cy="6277197"/>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67F27920-D397-8866-53E9-48435325E008}"/>
                  </a:ext>
                </a:extLst>
              </p14:cNvPr>
              <p14:cNvContentPartPr/>
              <p14:nvPr/>
            </p14:nvContentPartPr>
            <p14:xfrm>
              <a:off x="731217" y="565162"/>
              <a:ext cx="123120" cy="1303920"/>
            </p14:xfrm>
          </p:contentPart>
        </mc:Choice>
        <mc:Fallback xmlns="">
          <p:pic>
            <p:nvPicPr>
              <p:cNvPr id="12" name="Ink 11">
                <a:extLst>
                  <a:ext uri="{FF2B5EF4-FFF2-40B4-BE49-F238E27FC236}">
                    <a16:creationId xmlns:a16="http://schemas.microsoft.com/office/drawing/2014/main" id="{67F27920-D397-8866-53E9-48435325E008}"/>
                  </a:ext>
                </a:extLst>
              </p:cNvPr>
              <p:cNvPicPr/>
              <p:nvPr/>
            </p:nvPicPr>
            <p:blipFill>
              <a:blip r:embed="rId4"/>
              <a:stretch>
                <a:fillRect/>
              </a:stretch>
            </p:blipFill>
            <p:spPr>
              <a:xfrm>
                <a:off x="668577" y="502522"/>
                <a:ext cx="248760" cy="1429560"/>
              </a:xfrm>
              <a:prstGeom prst="rect">
                <a:avLst/>
              </a:prstGeom>
            </p:spPr>
          </p:pic>
        </mc:Fallback>
      </mc:AlternateContent>
    </p:spTree>
    <p:extLst>
      <p:ext uri="{BB962C8B-B14F-4D97-AF65-F5344CB8AC3E}">
        <p14:creationId xmlns:p14="http://schemas.microsoft.com/office/powerpoint/2010/main" val="3471628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9BFFE-B27B-742C-94B7-6ED2A4FFD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3BC88-1398-3339-0CF1-633A84283E10}"/>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2DC6780A-09A4-D9EA-EC80-CD616BF9B7F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D8F8C73-647A-F938-42F1-7BC6C3EC88D0}"/>
              </a:ext>
            </a:extLst>
          </p:cNvPr>
          <p:cNvSpPr>
            <a:spLocks noGrp="1"/>
          </p:cNvSpPr>
          <p:nvPr>
            <p:ph type="sldNum" sz="quarter" idx="12"/>
          </p:nvPr>
        </p:nvSpPr>
        <p:spPr/>
        <p:txBody>
          <a:bodyPr/>
          <a:lstStyle/>
          <a:p>
            <a:fld id="{382B47E1-F59F-47B3-8D16-B2A0740F319A}" type="slidenum">
              <a:rPr lang="en-US" smtClean="0"/>
              <a:pPr/>
              <a:t>32</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D3FD0C1-61F3-F66E-6547-45535BBDB0B4}"/>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4D3FD0C1-61F3-F66E-6547-45535BBDB0B4}"/>
                  </a:ext>
                </a:extLst>
              </p:cNvPr>
              <p:cNvPicPr/>
              <p:nvPr/>
            </p:nvPicPr>
            <p:blipFill>
              <a:blip r:embed="rId3"/>
              <a:stretch>
                <a:fillRect/>
              </a:stretch>
            </p:blipFill>
            <p:spPr>
              <a:xfrm>
                <a:off x="6614508" y="4340501"/>
                <a:ext cx="4132440" cy="596880"/>
              </a:xfrm>
              <a:prstGeom prst="rect">
                <a:avLst/>
              </a:prstGeom>
            </p:spPr>
          </p:pic>
        </mc:Fallback>
      </mc:AlternateContent>
      <p:pic>
        <p:nvPicPr>
          <p:cNvPr id="12" name="Content Placeholder 11">
            <a:extLst>
              <a:ext uri="{FF2B5EF4-FFF2-40B4-BE49-F238E27FC236}">
                <a16:creationId xmlns:a16="http://schemas.microsoft.com/office/drawing/2014/main" id="{43D228FD-7D4F-CFDD-9DC7-A2294089137F}"/>
              </a:ext>
            </a:extLst>
          </p:cNvPr>
          <p:cNvPicPr>
            <a:picLocks noGrp="1" noChangeAspect="1"/>
          </p:cNvPicPr>
          <p:nvPr>
            <p:ph idx="1"/>
          </p:nvPr>
        </p:nvPicPr>
        <p:blipFill>
          <a:blip r:embed="rId4"/>
          <a:stretch>
            <a:fillRect/>
          </a:stretch>
        </p:blipFill>
        <p:spPr>
          <a:xfrm>
            <a:off x="673768" y="1890904"/>
            <a:ext cx="10494105" cy="4381880"/>
          </a:xfrm>
          <a:prstGeom prst="rect">
            <a:avLst/>
          </a:prstGeom>
        </p:spPr>
      </p:pic>
    </p:spTree>
    <p:extLst>
      <p:ext uri="{BB962C8B-B14F-4D97-AF65-F5344CB8AC3E}">
        <p14:creationId xmlns:p14="http://schemas.microsoft.com/office/powerpoint/2010/main" val="3774787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B73E-5EF1-78A5-AB8C-C8BB76C3D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E571F-849D-BCF9-9D20-57DD45EB641C}"/>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9F42406C-B79A-DC3A-BE34-A109F943272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9ECD073-A2C6-DCF9-A64D-7005F9BA6ECA}"/>
              </a:ext>
            </a:extLst>
          </p:cNvPr>
          <p:cNvSpPr>
            <a:spLocks noGrp="1"/>
          </p:cNvSpPr>
          <p:nvPr>
            <p:ph type="sldNum" sz="quarter" idx="12"/>
          </p:nvPr>
        </p:nvSpPr>
        <p:spPr/>
        <p:txBody>
          <a:bodyPr/>
          <a:lstStyle/>
          <a:p>
            <a:fld id="{382B47E1-F59F-47B3-8D16-B2A0740F319A}" type="slidenum">
              <a:rPr lang="en-US" smtClean="0"/>
              <a:pPr/>
              <a:t>33</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392767AF-8C64-C015-8471-91E04BF4F68C}"/>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392767AF-8C64-C015-8471-91E04BF4F68C}"/>
                  </a:ext>
                </a:extLst>
              </p:cNvPr>
              <p:cNvPicPr/>
              <p:nvPr/>
            </p:nvPicPr>
            <p:blipFill>
              <a:blip r:embed="rId3"/>
              <a:stretch>
                <a:fillRect/>
              </a:stretch>
            </p:blipFill>
            <p:spPr>
              <a:xfrm>
                <a:off x="6614508" y="4340501"/>
                <a:ext cx="4132440" cy="596880"/>
              </a:xfrm>
              <a:prstGeom prst="rect">
                <a:avLst/>
              </a:prstGeom>
            </p:spPr>
          </p:pic>
        </mc:Fallback>
      </mc:AlternateContent>
      <p:pic>
        <p:nvPicPr>
          <p:cNvPr id="13" name="Content Placeholder 12">
            <a:extLst>
              <a:ext uri="{FF2B5EF4-FFF2-40B4-BE49-F238E27FC236}">
                <a16:creationId xmlns:a16="http://schemas.microsoft.com/office/drawing/2014/main" id="{E0261810-D0B4-1690-8B98-7AEA5E8D6EE3}"/>
              </a:ext>
            </a:extLst>
          </p:cNvPr>
          <p:cNvPicPr>
            <a:picLocks noGrp="1" noChangeAspect="1"/>
          </p:cNvPicPr>
          <p:nvPr>
            <p:ph idx="1"/>
          </p:nvPr>
        </p:nvPicPr>
        <p:blipFill>
          <a:blip r:embed="rId4"/>
          <a:stretch>
            <a:fillRect/>
          </a:stretch>
        </p:blipFill>
        <p:spPr>
          <a:xfrm>
            <a:off x="2198975" y="2131152"/>
            <a:ext cx="7583339" cy="3080068"/>
          </a:xfrm>
          <a:prstGeom prst="rect">
            <a:avLst/>
          </a:prstGeom>
        </p:spPr>
      </p:pic>
      <p:pic>
        <p:nvPicPr>
          <p:cNvPr id="14" name="Picture 13">
            <a:extLst>
              <a:ext uri="{FF2B5EF4-FFF2-40B4-BE49-F238E27FC236}">
                <a16:creationId xmlns:a16="http://schemas.microsoft.com/office/drawing/2014/main" id="{8593EE9E-4078-6E3A-B221-DDD171868299}"/>
              </a:ext>
            </a:extLst>
          </p:cNvPr>
          <p:cNvPicPr>
            <a:picLocks noChangeAspect="1"/>
          </p:cNvPicPr>
          <p:nvPr/>
        </p:nvPicPr>
        <p:blipFill>
          <a:blip r:embed="rId5"/>
          <a:stretch>
            <a:fillRect/>
          </a:stretch>
        </p:blipFill>
        <p:spPr>
          <a:xfrm>
            <a:off x="1299193" y="5307728"/>
            <a:ext cx="9593614" cy="720379"/>
          </a:xfrm>
          <a:prstGeom prst="rect">
            <a:avLst/>
          </a:prstGeom>
        </p:spPr>
      </p:pic>
    </p:spTree>
    <p:extLst>
      <p:ext uri="{BB962C8B-B14F-4D97-AF65-F5344CB8AC3E}">
        <p14:creationId xmlns:p14="http://schemas.microsoft.com/office/powerpoint/2010/main" val="1682079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F2D37-DCC1-7EFA-CEC0-14791718A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57E2F-3397-F698-35B1-4EAAEF643E22}"/>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8D20DD08-AD3A-4D5E-F968-11B7A92C35C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392A131-D8B7-AB0B-9D63-D4C2E2C5C18E}"/>
              </a:ext>
            </a:extLst>
          </p:cNvPr>
          <p:cNvSpPr>
            <a:spLocks noGrp="1"/>
          </p:cNvSpPr>
          <p:nvPr>
            <p:ph type="sldNum" sz="quarter" idx="12"/>
          </p:nvPr>
        </p:nvSpPr>
        <p:spPr/>
        <p:txBody>
          <a:bodyPr/>
          <a:lstStyle/>
          <a:p>
            <a:fld id="{382B47E1-F59F-47B3-8D16-B2A0740F319A}" type="slidenum">
              <a:rPr lang="en-US" smtClean="0"/>
              <a:pPr/>
              <a:t>34</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AFB79A69-C09C-38A7-ACD3-3C80B7458AF0}"/>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AFB79A69-C09C-38A7-ACD3-3C80B7458AF0}"/>
                  </a:ext>
                </a:extLst>
              </p:cNvPr>
              <p:cNvPicPr/>
              <p:nvPr/>
            </p:nvPicPr>
            <p:blipFill>
              <a:blip r:embed="rId3"/>
              <a:stretch>
                <a:fillRect/>
              </a:stretch>
            </p:blipFill>
            <p:spPr>
              <a:xfrm>
                <a:off x="6614508" y="4340501"/>
                <a:ext cx="4132440" cy="596880"/>
              </a:xfrm>
              <a:prstGeom prst="rect">
                <a:avLst/>
              </a:prstGeom>
            </p:spPr>
          </p:pic>
        </mc:Fallback>
      </mc:AlternateContent>
      <p:pic>
        <p:nvPicPr>
          <p:cNvPr id="8" name="Content Placeholder 7">
            <a:extLst>
              <a:ext uri="{FF2B5EF4-FFF2-40B4-BE49-F238E27FC236}">
                <a16:creationId xmlns:a16="http://schemas.microsoft.com/office/drawing/2014/main" id="{8990623B-F7C2-D046-6E28-0888ED6FEDBB}"/>
              </a:ext>
            </a:extLst>
          </p:cNvPr>
          <p:cNvPicPr>
            <a:picLocks noGrp="1" noChangeAspect="1"/>
          </p:cNvPicPr>
          <p:nvPr>
            <p:ph idx="1"/>
          </p:nvPr>
        </p:nvPicPr>
        <p:blipFill>
          <a:blip r:embed="rId4"/>
          <a:stretch>
            <a:fillRect/>
          </a:stretch>
        </p:blipFill>
        <p:spPr>
          <a:xfrm>
            <a:off x="2074260" y="1462997"/>
            <a:ext cx="7689383" cy="4998098"/>
          </a:xfrm>
          <a:prstGeom prst="rect">
            <a:avLst/>
          </a:prstGeom>
        </p:spPr>
      </p:pic>
    </p:spTree>
    <p:extLst>
      <p:ext uri="{BB962C8B-B14F-4D97-AF65-F5344CB8AC3E}">
        <p14:creationId xmlns:p14="http://schemas.microsoft.com/office/powerpoint/2010/main" val="2304416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23273-50A1-5ADC-8718-1AF57BE66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13B62-C9E7-A01A-9696-DF46DA401B46}"/>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2D3B1B46-1B51-1C26-B36F-CBD500BF084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BABC102-2ED2-5A8F-F9FF-FC653E750F05}"/>
              </a:ext>
            </a:extLst>
          </p:cNvPr>
          <p:cNvSpPr>
            <a:spLocks noGrp="1"/>
          </p:cNvSpPr>
          <p:nvPr>
            <p:ph type="sldNum" sz="quarter" idx="12"/>
          </p:nvPr>
        </p:nvSpPr>
        <p:spPr/>
        <p:txBody>
          <a:bodyPr/>
          <a:lstStyle/>
          <a:p>
            <a:fld id="{382B47E1-F59F-47B3-8D16-B2A0740F319A}" type="slidenum">
              <a:rPr lang="en-US" smtClean="0"/>
              <a:pPr/>
              <a:t>35</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12935022-98DF-0938-A8FC-E175F2A8CED8}"/>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12935022-98DF-0938-A8FC-E175F2A8CED8}"/>
                  </a:ext>
                </a:extLst>
              </p:cNvPr>
              <p:cNvPicPr/>
              <p:nvPr/>
            </p:nvPicPr>
            <p:blipFill>
              <a:blip r:embed="rId3"/>
              <a:stretch>
                <a:fillRect/>
              </a:stretch>
            </p:blipFill>
            <p:spPr>
              <a:xfrm>
                <a:off x="6614508" y="4340501"/>
                <a:ext cx="4132440" cy="596880"/>
              </a:xfrm>
              <a:prstGeom prst="rect">
                <a:avLst/>
              </a:prstGeom>
            </p:spPr>
          </p:pic>
        </mc:Fallback>
      </mc:AlternateContent>
      <p:pic>
        <p:nvPicPr>
          <p:cNvPr id="9" name="Content Placeholder 8">
            <a:extLst>
              <a:ext uri="{FF2B5EF4-FFF2-40B4-BE49-F238E27FC236}">
                <a16:creationId xmlns:a16="http://schemas.microsoft.com/office/drawing/2014/main" id="{290BB1A3-6DF9-E9EC-6BF8-558727D838DC}"/>
              </a:ext>
            </a:extLst>
          </p:cNvPr>
          <p:cNvPicPr>
            <a:picLocks noGrp="1" noChangeAspect="1"/>
          </p:cNvPicPr>
          <p:nvPr>
            <p:ph idx="1"/>
          </p:nvPr>
        </p:nvPicPr>
        <p:blipFill>
          <a:blip r:embed="rId4"/>
          <a:stretch>
            <a:fillRect/>
          </a:stretch>
        </p:blipFill>
        <p:spPr>
          <a:xfrm>
            <a:off x="1399697" y="1686906"/>
            <a:ext cx="9392605" cy="4585878"/>
          </a:xfrm>
          <a:prstGeom prst="rect">
            <a:avLst/>
          </a:prstGeom>
        </p:spPr>
      </p:pic>
    </p:spTree>
    <p:extLst>
      <p:ext uri="{BB962C8B-B14F-4D97-AF65-F5344CB8AC3E}">
        <p14:creationId xmlns:p14="http://schemas.microsoft.com/office/powerpoint/2010/main" val="4266007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DCFC3-C931-4684-D8B6-BA62B2EB0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88FE6-006C-449E-775D-9C36EBAF41EC}"/>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2D7CE306-9AC4-B825-276F-49C34513B83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F79D71A-0FD1-3D65-340B-1D983810C62C}"/>
              </a:ext>
            </a:extLst>
          </p:cNvPr>
          <p:cNvSpPr>
            <a:spLocks noGrp="1"/>
          </p:cNvSpPr>
          <p:nvPr>
            <p:ph type="sldNum" sz="quarter" idx="12"/>
          </p:nvPr>
        </p:nvSpPr>
        <p:spPr/>
        <p:txBody>
          <a:bodyPr/>
          <a:lstStyle/>
          <a:p>
            <a:fld id="{382B47E1-F59F-47B3-8D16-B2A0740F319A}" type="slidenum">
              <a:rPr lang="en-US" smtClean="0"/>
              <a:pPr/>
              <a:t>36</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611C6F6E-5E57-42F0-9524-CB1349FFCB26}"/>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611C6F6E-5E57-42F0-9524-CB1349FFCB26}"/>
                  </a:ext>
                </a:extLst>
              </p:cNvPr>
              <p:cNvPicPr/>
              <p:nvPr/>
            </p:nvPicPr>
            <p:blipFill>
              <a:blip r:embed="rId3"/>
              <a:stretch>
                <a:fillRect/>
              </a:stretch>
            </p:blipFill>
            <p:spPr>
              <a:xfrm>
                <a:off x="6614508" y="4340501"/>
                <a:ext cx="4132440" cy="596880"/>
              </a:xfrm>
              <a:prstGeom prst="rect">
                <a:avLst/>
              </a:prstGeom>
            </p:spPr>
          </p:pic>
        </mc:Fallback>
      </mc:AlternateContent>
      <p:pic>
        <p:nvPicPr>
          <p:cNvPr id="8" name="Content Placeholder 7">
            <a:extLst>
              <a:ext uri="{FF2B5EF4-FFF2-40B4-BE49-F238E27FC236}">
                <a16:creationId xmlns:a16="http://schemas.microsoft.com/office/drawing/2014/main" id="{39BB78D7-C6A0-9D97-63C8-AFA23820DB84}"/>
              </a:ext>
            </a:extLst>
          </p:cNvPr>
          <p:cNvPicPr>
            <a:picLocks noGrp="1" noChangeAspect="1"/>
          </p:cNvPicPr>
          <p:nvPr>
            <p:ph idx="1"/>
          </p:nvPr>
        </p:nvPicPr>
        <p:blipFill>
          <a:blip r:embed="rId4"/>
          <a:stretch>
            <a:fillRect/>
          </a:stretch>
        </p:blipFill>
        <p:spPr>
          <a:xfrm>
            <a:off x="853819" y="2236179"/>
            <a:ext cx="10484361" cy="3155488"/>
          </a:xfrm>
          <a:prstGeom prst="rect">
            <a:avLst/>
          </a:prstGeom>
        </p:spPr>
      </p:pic>
      <p:pic>
        <p:nvPicPr>
          <p:cNvPr id="10" name="Picture 9">
            <a:extLst>
              <a:ext uri="{FF2B5EF4-FFF2-40B4-BE49-F238E27FC236}">
                <a16:creationId xmlns:a16="http://schemas.microsoft.com/office/drawing/2014/main" id="{2633931C-06E3-C949-8595-764AC06C4264}"/>
              </a:ext>
            </a:extLst>
          </p:cNvPr>
          <p:cNvPicPr>
            <a:picLocks noChangeAspect="1"/>
          </p:cNvPicPr>
          <p:nvPr/>
        </p:nvPicPr>
        <p:blipFill>
          <a:blip r:embed="rId5"/>
          <a:stretch>
            <a:fillRect/>
          </a:stretch>
        </p:blipFill>
        <p:spPr>
          <a:xfrm>
            <a:off x="1024127" y="5579978"/>
            <a:ext cx="10185459" cy="692806"/>
          </a:xfrm>
          <a:prstGeom prst="rect">
            <a:avLst/>
          </a:prstGeom>
        </p:spPr>
      </p:pic>
    </p:spTree>
    <p:extLst>
      <p:ext uri="{BB962C8B-B14F-4D97-AF65-F5344CB8AC3E}">
        <p14:creationId xmlns:p14="http://schemas.microsoft.com/office/powerpoint/2010/main" val="2082751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E905-45C7-8C93-8529-E4CE9B223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3A5A8-9714-8358-4ED8-57FA8A77A92F}"/>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1E0B2860-B5A5-07DD-C2D6-BA82285B7E4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06D9DD9-8935-3FB5-63E0-589B06F02EAF}"/>
              </a:ext>
            </a:extLst>
          </p:cNvPr>
          <p:cNvSpPr>
            <a:spLocks noGrp="1"/>
          </p:cNvSpPr>
          <p:nvPr>
            <p:ph type="sldNum" sz="quarter" idx="12"/>
          </p:nvPr>
        </p:nvSpPr>
        <p:spPr/>
        <p:txBody>
          <a:bodyPr/>
          <a:lstStyle/>
          <a:p>
            <a:fld id="{382B47E1-F59F-47B3-8D16-B2A0740F319A}" type="slidenum">
              <a:rPr lang="en-US" smtClean="0"/>
              <a:pPr/>
              <a:t>37</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BD82FE7A-F336-E198-6E9B-E32682576DBB}"/>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BD82FE7A-F336-E198-6E9B-E32682576DBB}"/>
                  </a:ext>
                </a:extLst>
              </p:cNvPr>
              <p:cNvPicPr/>
              <p:nvPr/>
            </p:nvPicPr>
            <p:blipFill>
              <a:blip r:embed="rId3"/>
              <a:stretch>
                <a:fillRect/>
              </a:stretch>
            </p:blipFill>
            <p:spPr>
              <a:xfrm>
                <a:off x="6614508" y="4340501"/>
                <a:ext cx="4132440" cy="596880"/>
              </a:xfrm>
              <a:prstGeom prst="rect">
                <a:avLst/>
              </a:prstGeom>
            </p:spPr>
          </p:pic>
        </mc:Fallback>
      </mc:AlternateContent>
      <p:pic>
        <p:nvPicPr>
          <p:cNvPr id="8" name="Content Placeholder 7">
            <a:extLst>
              <a:ext uri="{FF2B5EF4-FFF2-40B4-BE49-F238E27FC236}">
                <a16:creationId xmlns:a16="http://schemas.microsoft.com/office/drawing/2014/main" id="{731A0E05-C2C2-0C58-4975-EE71C1325A60}"/>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915307" y="2235703"/>
            <a:ext cx="10484361" cy="3155488"/>
          </a:xfrm>
          <a:prstGeom prst="rect">
            <a:avLst/>
          </a:prstGeom>
        </p:spPr>
      </p:pic>
      <p:pic>
        <p:nvPicPr>
          <p:cNvPr id="10" name="Picture 9">
            <a:extLst>
              <a:ext uri="{FF2B5EF4-FFF2-40B4-BE49-F238E27FC236}">
                <a16:creationId xmlns:a16="http://schemas.microsoft.com/office/drawing/2014/main" id="{DB7BCCEF-DAA8-9A22-BE6B-D74730A11552}"/>
              </a:ext>
            </a:extLst>
          </p:cNvPr>
          <p:cNvPicPr>
            <a:picLocks noChangeAspect="1"/>
          </p:cNvPicPr>
          <p:nvPr/>
        </p:nvPicPr>
        <p:blipFill>
          <a:blip r:embed="rId5"/>
          <a:stretch>
            <a:fillRect/>
          </a:stretch>
        </p:blipFill>
        <p:spPr>
          <a:xfrm>
            <a:off x="1003269" y="5542062"/>
            <a:ext cx="10185459" cy="692806"/>
          </a:xfrm>
          <a:prstGeom prst="rect">
            <a:avLst/>
          </a:prstGeom>
        </p:spPr>
      </p:pic>
    </p:spTree>
    <p:extLst>
      <p:ext uri="{BB962C8B-B14F-4D97-AF65-F5344CB8AC3E}">
        <p14:creationId xmlns:p14="http://schemas.microsoft.com/office/powerpoint/2010/main" val="1516307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78D6E-2844-603D-00AF-566F34B1A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4B9CC-8CDF-F19D-F9AF-2D27C9905EE3}"/>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8F0A98D7-63A7-A86B-127A-D93F412D486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BE505F0-211E-FB86-9163-67EF9CE46DC3}"/>
              </a:ext>
            </a:extLst>
          </p:cNvPr>
          <p:cNvSpPr>
            <a:spLocks noGrp="1"/>
          </p:cNvSpPr>
          <p:nvPr>
            <p:ph type="sldNum" sz="quarter" idx="12"/>
          </p:nvPr>
        </p:nvSpPr>
        <p:spPr/>
        <p:txBody>
          <a:bodyPr/>
          <a:lstStyle/>
          <a:p>
            <a:fld id="{382B47E1-F59F-47B3-8D16-B2A0740F319A}" type="slidenum">
              <a:rPr lang="en-US" smtClean="0"/>
              <a:pPr/>
              <a:t>38</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12DACC18-174B-18CE-B9CE-EA9AF67150ED}"/>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12DACC18-174B-18CE-B9CE-EA9AF67150ED}"/>
                  </a:ext>
                </a:extLst>
              </p:cNvPr>
              <p:cNvPicPr/>
              <p:nvPr/>
            </p:nvPicPr>
            <p:blipFill>
              <a:blip r:embed="rId3"/>
              <a:stretch>
                <a:fillRect/>
              </a:stretch>
            </p:blipFill>
            <p:spPr>
              <a:xfrm>
                <a:off x="6614508" y="4340501"/>
                <a:ext cx="4132440" cy="596880"/>
              </a:xfrm>
              <a:prstGeom prst="rect">
                <a:avLst/>
              </a:prstGeom>
            </p:spPr>
          </p:pic>
        </mc:Fallback>
      </mc:AlternateContent>
      <p:pic>
        <p:nvPicPr>
          <p:cNvPr id="8" name="Content Placeholder 7">
            <a:extLst>
              <a:ext uri="{FF2B5EF4-FFF2-40B4-BE49-F238E27FC236}">
                <a16:creationId xmlns:a16="http://schemas.microsoft.com/office/drawing/2014/main" id="{D14796D7-470A-1147-B52C-F474AB131E63}"/>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915307" y="2272707"/>
            <a:ext cx="10484361" cy="3155488"/>
          </a:xfrm>
          <a:prstGeom prst="rect">
            <a:avLst/>
          </a:prstGeom>
        </p:spPr>
      </p:pic>
      <p:pic>
        <p:nvPicPr>
          <p:cNvPr id="10" name="Picture 9">
            <a:extLst>
              <a:ext uri="{FF2B5EF4-FFF2-40B4-BE49-F238E27FC236}">
                <a16:creationId xmlns:a16="http://schemas.microsoft.com/office/drawing/2014/main" id="{6D87BA97-F6BB-17A4-C5DF-4E4AED45C40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20812" y="5598242"/>
            <a:ext cx="9950376" cy="692806"/>
          </a:xfrm>
          <a:prstGeom prst="rect">
            <a:avLst/>
          </a:prstGeom>
        </p:spPr>
      </p:pic>
    </p:spTree>
    <p:extLst>
      <p:ext uri="{BB962C8B-B14F-4D97-AF65-F5344CB8AC3E}">
        <p14:creationId xmlns:p14="http://schemas.microsoft.com/office/powerpoint/2010/main" val="1313846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A71B8-F24A-EBEB-0650-1D69E4B6E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048A8-0D61-BFFC-1029-B36A61C04007}"/>
              </a:ext>
            </a:extLst>
          </p:cNvPr>
          <p:cNvSpPr>
            <a:spLocks noGrp="1"/>
          </p:cNvSpPr>
          <p:nvPr>
            <p:ph type="title"/>
          </p:nvPr>
        </p:nvSpPr>
        <p:spPr/>
        <p:txBody>
          <a:bodyPr/>
          <a:lstStyle/>
          <a:p>
            <a:r>
              <a:rPr lang="en-US" dirty="0">
                <a:solidFill>
                  <a:srgbClr val="0070C0"/>
                </a:solidFill>
              </a:rPr>
              <a:t>Second approach to Scalable watermarking</a:t>
            </a:r>
          </a:p>
        </p:txBody>
      </p:sp>
      <p:sp>
        <p:nvSpPr>
          <p:cNvPr id="4" name="Footer Placeholder 3">
            <a:extLst>
              <a:ext uri="{FF2B5EF4-FFF2-40B4-BE49-F238E27FC236}">
                <a16:creationId xmlns:a16="http://schemas.microsoft.com/office/drawing/2014/main" id="{63A15BC7-1DB0-E02B-CD3B-88817CB4013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DEC3A7D-756F-CB0C-C9E1-A58EFDF33FD4}"/>
              </a:ext>
            </a:extLst>
          </p:cNvPr>
          <p:cNvSpPr>
            <a:spLocks noGrp="1"/>
          </p:cNvSpPr>
          <p:nvPr>
            <p:ph type="sldNum" sz="quarter" idx="12"/>
          </p:nvPr>
        </p:nvSpPr>
        <p:spPr/>
        <p:txBody>
          <a:bodyPr/>
          <a:lstStyle/>
          <a:p>
            <a:fld id="{382B47E1-F59F-47B3-8D16-B2A0740F319A}" type="slidenum">
              <a:rPr lang="en-US" smtClean="0"/>
              <a:pPr/>
              <a:t>39</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CE2482DF-B7D2-296F-23ED-BD40D9B906AC}"/>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CE2482DF-B7D2-296F-23ED-BD40D9B906AC}"/>
                  </a:ext>
                </a:extLst>
              </p:cNvPr>
              <p:cNvPicPr/>
              <p:nvPr/>
            </p:nvPicPr>
            <p:blipFill>
              <a:blip r:embed="rId3"/>
              <a:stretch>
                <a:fillRect/>
              </a:stretch>
            </p:blipFill>
            <p:spPr>
              <a:xfrm>
                <a:off x="6614508" y="4340501"/>
                <a:ext cx="4132440" cy="596880"/>
              </a:xfrm>
              <a:prstGeom prst="rect">
                <a:avLst/>
              </a:prstGeom>
            </p:spPr>
          </p:pic>
        </mc:Fallback>
      </mc:AlternateContent>
      <p:pic>
        <p:nvPicPr>
          <p:cNvPr id="8" name="Content Placeholder 7">
            <a:extLst>
              <a:ext uri="{FF2B5EF4-FFF2-40B4-BE49-F238E27FC236}">
                <a16:creationId xmlns:a16="http://schemas.microsoft.com/office/drawing/2014/main" id="{AA053DE6-CF68-E61A-3C4A-D34B8B039D8F}"/>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915307" y="2263793"/>
            <a:ext cx="10484361" cy="3155488"/>
          </a:xfrm>
          <a:prstGeom prst="rect">
            <a:avLst/>
          </a:prstGeom>
        </p:spPr>
      </p:pic>
      <p:pic>
        <p:nvPicPr>
          <p:cNvPr id="10" name="Picture 9">
            <a:extLst>
              <a:ext uri="{FF2B5EF4-FFF2-40B4-BE49-F238E27FC236}">
                <a16:creationId xmlns:a16="http://schemas.microsoft.com/office/drawing/2014/main" id="{E69832C6-DEFC-D7AD-CBAC-CC0DC834B5D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20812" y="5598242"/>
            <a:ext cx="9950376" cy="692806"/>
          </a:xfrm>
          <a:prstGeom prst="rect">
            <a:avLst/>
          </a:prstGeom>
        </p:spPr>
      </p:pic>
    </p:spTree>
    <p:extLst>
      <p:ext uri="{BB962C8B-B14F-4D97-AF65-F5344CB8AC3E}">
        <p14:creationId xmlns:p14="http://schemas.microsoft.com/office/powerpoint/2010/main" val="84909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57F02-15E0-55E0-47DA-3C18C5FA6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E9472-D5BA-65EA-8786-0F35B04F3A4C}"/>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7EDDDE9C-773F-4859-C2C9-BA49B92BA2F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874A033-1EF0-0F20-6963-4820555AD0EA}"/>
              </a:ext>
            </a:extLst>
          </p:cNvPr>
          <p:cNvSpPr>
            <a:spLocks noGrp="1"/>
          </p:cNvSpPr>
          <p:nvPr>
            <p:ph type="sldNum" sz="quarter" idx="12"/>
          </p:nvPr>
        </p:nvSpPr>
        <p:spPr/>
        <p:txBody>
          <a:bodyPr/>
          <a:lstStyle/>
          <a:p>
            <a:fld id="{382B47E1-F59F-47B3-8D16-B2A0740F319A}" type="slidenum">
              <a:rPr lang="en-US" smtClean="0"/>
              <a:pPr/>
              <a:t>40</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9D9E2AD-7DFD-8EA0-1299-A4B55BF2CA24}"/>
                  </a:ext>
                </a:extLst>
              </p14:cNvPr>
              <p14:cNvContentPartPr/>
              <p14:nvPr/>
            </p14:nvContentPartPr>
            <p14:xfrm>
              <a:off x="6544986" y="4403501"/>
              <a:ext cx="4006800" cy="471240"/>
            </p14:xfrm>
          </p:contentPart>
        </mc:Choice>
        <mc:Fallback xmlns="">
          <p:pic>
            <p:nvPicPr>
              <p:cNvPr id="6" name="Ink 5">
                <a:extLst>
                  <a:ext uri="{FF2B5EF4-FFF2-40B4-BE49-F238E27FC236}">
                    <a16:creationId xmlns:a16="http://schemas.microsoft.com/office/drawing/2014/main" id="{09D9E2AD-7DFD-8EA0-1299-A4B55BF2CA24}"/>
                  </a:ext>
                </a:extLst>
              </p:cNvPr>
              <p:cNvPicPr/>
              <p:nvPr/>
            </p:nvPicPr>
            <p:blipFill>
              <a:blip r:embed="rId3"/>
              <a:stretch>
                <a:fillRect/>
              </a:stretch>
            </p:blipFill>
            <p:spPr>
              <a:xfrm>
                <a:off x="6481986" y="4340501"/>
                <a:ext cx="4132440" cy="596880"/>
              </a:xfrm>
              <a:prstGeom prst="rect">
                <a:avLst/>
              </a:prstGeom>
            </p:spPr>
          </p:pic>
        </mc:Fallback>
      </mc:AlternateContent>
      <p:pic>
        <p:nvPicPr>
          <p:cNvPr id="8" name="Content Placeholder 7">
            <a:extLst>
              <a:ext uri="{FF2B5EF4-FFF2-40B4-BE49-F238E27FC236}">
                <a16:creationId xmlns:a16="http://schemas.microsoft.com/office/drawing/2014/main" id="{AA5AD6DA-92FA-A692-8DF7-932398DB887F}"/>
              </a:ext>
            </a:extLst>
          </p:cNvPr>
          <p:cNvPicPr>
            <a:picLocks noGrp="1" noChangeAspect="1"/>
          </p:cNvPicPr>
          <p:nvPr>
            <p:ph idx="1"/>
          </p:nvPr>
        </p:nvPicPr>
        <p:blipFill>
          <a:blip r:embed="rId4"/>
          <a:stretch>
            <a:fillRect/>
          </a:stretch>
        </p:blipFill>
        <p:spPr>
          <a:xfrm>
            <a:off x="1813482" y="2779408"/>
            <a:ext cx="8688012" cy="2076740"/>
          </a:xfrm>
          <a:prstGeom prst="rect">
            <a:avLst/>
          </a:prstGeom>
        </p:spPr>
      </p:pic>
      <p:sp>
        <p:nvSpPr>
          <p:cNvPr id="12" name="TextBox 11">
            <a:extLst>
              <a:ext uri="{FF2B5EF4-FFF2-40B4-BE49-F238E27FC236}">
                <a16:creationId xmlns:a16="http://schemas.microsoft.com/office/drawing/2014/main" id="{B10B3051-4A59-83BF-95CE-BF106EF98CFF}"/>
              </a:ext>
            </a:extLst>
          </p:cNvPr>
          <p:cNvSpPr txBox="1"/>
          <p:nvPr/>
        </p:nvSpPr>
        <p:spPr>
          <a:xfrm>
            <a:off x="1073985" y="5014280"/>
            <a:ext cx="9978327"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M. D. Amiri, H. Danyali and B. Zahir-Azami, "An Adaptive, Robust and Multiresolution Image Watermarking for Progressive Wavelet Image Coding," 2010 6th International Conference on Wireless Communications Networking and Mobile Computing (WiCOM), Chengdu, China, 2010, pp. 1-4, </a:t>
            </a:r>
          </a:p>
          <a:p>
            <a:r>
              <a:rPr lang="en-US" dirty="0"/>
              <a:t>doi: 10.1109/WICOM.2010.5600629. </a:t>
            </a:r>
          </a:p>
        </p:txBody>
      </p:sp>
      <p:sp>
        <p:nvSpPr>
          <p:cNvPr id="13" name="TextBox 12">
            <a:extLst>
              <a:ext uri="{FF2B5EF4-FFF2-40B4-BE49-F238E27FC236}">
                <a16:creationId xmlns:a16="http://schemas.microsoft.com/office/drawing/2014/main" id="{16A6C144-12CB-58B4-3D1A-DEE204804FE7}"/>
              </a:ext>
            </a:extLst>
          </p:cNvPr>
          <p:cNvSpPr txBox="1"/>
          <p:nvPr/>
        </p:nvSpPr>
        <p:spPr>
          <a:xfrm>
            <a:off x="3001617" y="1808872"/>
            <a:ext cx="6188765"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HERE WE ARE ADAPTIVLY SELECTING COEFFICIENTS !</a:t>
            </a:r>
          </a:p>
        </p:txBody>
      </p:sp>
    </p:spTree>
    <p:extLst>
      <p:ext uri="{BB962C8B-B14F-4D97-AF65-F5344CB8AC3E}">
        <p14:creationId xmlns:p14="http://schemas.microsoft.com/office/powerpoint/2010/main" val="23434067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1E12-BBAD-4990-577B-5D583591D730}"/>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4FA3FD6B-C37B-2071-7849-25AECEF39FC1}"/>
              </a:ext>
            </a:extLst>
          </p:cNvPr>
          <p:cNvPicPr>
            <a:picLocks noGrp="1" noChangeAspect="1"/>
          </p:cNvPicPr>
          <p:nvPr>
            <p:ph idx="1"/>
          </p:nvPr>
        </p:nvPicPr>
        <p:blipFill>
          <a:blip r:embed="rId2"/>
          <a:stretch>
            <a:fillRect/>
          </a:stretch>
        </p:blipFill>
        <p:spPr>
          <a:xfrm>
            <a:off x="1155711" y="1445939"/>
            <a:ext cx="9880578" cy="4450493"/>
          </a:xfrm>
          <a:prstGeom prst="rect">
            <a:avLst/>
          </a:prstGeom>
        </p:spPr>
      </p:pic>
      <p:sp>
        <p:nvSpPr>
          <p:cNvPr id="2" name="Title 1">
            <a:extLst>
              <a:ext uri="{FF2B5EF4-FFF2-40B4-BE49-F238E27FC236}">
                <a16:creationId xmlns:a16="http://schemas.microsoft.com/office/drawing/2014/main" id="{B36534D4-3E7A-18C5-AB8F-D4B056F26CE7}"/>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53D4899D-EB29-ADF5-109D-815F7D877E0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7C1BF53-42C6-8762-DA08-3094450734D4}"/>
              </a:ext>
            </a:extLst>
          </p:cNvPr>
          <p:cNvSpPr>
            <a:spLocks noGrp="1"/>
          </p:cNvSpPr>
          <p:nvPr>
            <p:ph type="sldNum" sz="quarter" idx="12"/>
          </p:nvPr>
        </p:nvSpPr>
        <p:spPr/>
        <p:txBody>
          <a:bodyPr/>
          <a:lstStyle/>
          <a:p>
            <a:fld id="{382B47E1-F59F-47B3-8D16-B2A0740F319A}" type="slidenum">
              <a:rPr lang="en-US" smtClean="0"/>
              <a:pPr/>
              <a:t>41</a:t>
            </a:fld>
            <a:endParaRPr lang="en-US" dirty="0"/>
          </a:p>
        </p:txBody>
      </p:sp>
      <p:pic>
        <p:nvPicPr>
          <p:cNvPr id="11" name="Picture 10">
            <a:extLst>
              <a:ext uri="{FF2B5EF4-FFF2-40B4-BE49-F238E27FC236}">
                <a16:creationId xmlns:a16="http://schemas.microsoft.com/office/drawing/2014/main" id="{FF8AFF0F-F41B-91E8-856D-ACCC73A8F206}"/>
              </a:ext>
            </a:extLst>
          </p:cNvPr>
          <p:cNvPicPr>
            <a:picLocks noChangeAspect="1"/>
          </p:cNvPicPr>
          <p:nvPr/>
        </p:nvPicPr>
        <p:blipFill>
          <a:blip r:embed="rId3"/>
          <a:stretch>
            <a:fillRect/>
          </a:stretch>
        </p:blipFill>
        <p:spPr>
          <a:xfrm>
            <a:off x="3557233" y="5948889"/>
            <a:ext cx="5077534" cy="323895"/>
          </a:xfrm>
          <a:prstGeom prst="rect">
            <a:avLst/>
          </a:prstGeom>
        </p:spPr>
      </p:pic>
    </p:spTree>
    <p:extLst>
      <p:ext uri="{BB962C8B-B14F-4D97-AF65-F5344CB8AC3E}">
        <p14:creationId xmlns:p14="http://schemas.microsoft.com/office/powerpoint/2010/main" val="3285548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629F-DC60-DA0F-2FE8-7FA9EE847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B5D6E-9B6D-A3EF-0AA1-C6E638335C23}"/>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B2F32F41-0156-5B55-77FF-F43953EC63D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CC93118-4708-2AB9-AE6A-5FE89DE2C2AD}"/>
              </a:ext>
            </a:extLst>
          </p:cNvPr>
          <p:cNvSpPr>
            <a:spLocks noGrp="1"/>
          </p:cNvSpPr>
          <p:nvPr>
            <p:ph type="sldNum" sz="quarter" idx="12"/>
          </p:nvPr>
        </p:nvSpPr>
        <p:spPr/>
        <p:txBody>
          <a:bodyPr/>
          <a:lstStyle/>
          <a:p>
            <a:fld id="{382B47E1-F59F-47B3-8D16-B2A0740F319A}" type="slidenum">
              <a:rPr lang="en-US" smtClean="0"/>
              <a:pPr/>
              <a:t>42</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0D0351B-8A34-6BEF-06F1-44829EFC63F2}"/>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40D0351B-8A34-6BEF-06F1-44829EFC63F2}"/>
                  </a:ext>
                </a:extLst>
              </p:cNvPr>
              <p:cNvPicPr/>
              <p:nvPr/>
            </p:nvPicPr>
            <p:blipFill>
              <a:blip r:embed="rId3"/>
              <a:stretch>
                <a:fillRect/>
              </a:stretch>
            </p:blipFill>
            <p:spPr>
              <a:xfrm>
                <a:off x="6614508" y="4340501"/>
                <a:ext cx="4132440" cy="596880"/>
              </a:xfrm>
              <a:prstGeom prst="rect">
                <a:avLst/>
              </a:prstGeom>
            </p:spPr>
          </p:pic>
        </mc:Fallback>
      </mc:AlternateContent>
      <p:pic>
        <p:nvPicPr>
          <p:cNvPr id="8" name="Picture 7">
            <a:extLst>
              <a:ext uri="{FF2B5EF4-FFF2-40B4-BE49-F238E27FC236}">
                <a16:creationId xmlns:a16="http://schemas.microsoft.com/office/drawing/2014/main" id="{01F8848D-B99E-B413-9435-A7137CCE1699}"/>
              </a:ext>
            </a:extLst>
          </p:cNvPr>
          <p:cNvPicPr>
            <a:picLocks noChangeAspect="1"/>
          </p:cNvPicPr>
          <p:nvPr/>
        </p:nvPicPr>
        <p:blipFill>
          <a:blip r:embed="rId4"/>
          <a:stretch>
            <a:fillRect/>
          </a:stretch>
        </p:blipFill>
        <p:spPr>
          <a:xfrm>
            <a:off x="2028238" y="1763162"/>
            <a:ext cx="8135523" cy="4061168"/>
          </a:xfrm>
          <a:prstGeom prst="rect">
            <a:avLst/>
          </a:prstGeom>
        </p:spPr>
      </p:pic>
      <p:pic>
        <p:nvPicPr>
          <p:cNvPr id="10" name="Picture 9">
            <a:extLst>
              <a:ext uri="{FF2B5EF4-FFF2-40B4-BE49-F238E27FC236}">
                <a16:creationId xmlns:a16="http://schemas.microsoft.com/office/drawing/2014/main" id="{B491C2B1-B659-8D53-BC6E-A7B7A4D342D9}"/>
              </a:ext>
            </a:extLst>
          </p:cNvPr>
          <p:cNvPicPr>
            <a:picLocks noChangeAspect="1"/>
          </p:cNvPicPr>
          <p:nvPr/>
        </p:nvPicPr>
        <p:blipFill>
          <a:blip r:embed="rId5"/>
          <a:stretch>
            <a:fillRect/>
          </a:stretch>
        </p:blipFill>
        <p:spPr>
          <a:xfrm>
            <a:off x="2201368" y="5824330"/>
            <a:ext cx="7912239" cy="552527"/>
          </a:xfrm>
          <a:prstGeom prst="rect">
            <a:avLst/>
          </a:prstGeom>
        </p:spPr>
      </p:pic>
    </p:spTree>
    <p:extLst>
      <p:ext uri="{BB962C8B-B14F-4D97-AF65-F5344CB8AC3E}">
        <p14:creationId xmlns:p14="http://schemas.microsoft.com/office/powerpoint/2010/main" val="1106134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198D9-6CFB-4B37-917B-96F8B4EEF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60238-1C2A-3A7F-F1CE-B77707F4069D}"/>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7A1B1770-DDDF-1ECA-FFB6-DF98848B0B4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816B83C-869B-FA0C-5F56-3A918415970B}"/>
              </a:ext>
            </a:extLst>
          </p:cNvPr>
          <p:cNvSpPr>
            <a:spLocks noGrp="1"/>
          </p:cNvSpPr>
          <p:nvPr>
            <p:ph type="sldNum" sz="quarter" idx="12"/>
          </p:nvPr>
        </p:nvSpPr>
        <p:spPr/>
        <p:txBody>
          <a:bodyPr/>
          <a:lstStyle/>
          <a:p>
            <a:fld id="{382B47E1-F59F-47B3-8D16-B2A0740F319A}" type="slidenum">
              <a:rPr lang="en-US" smtClean="0"/>
              <a:pPr/>
              <a:t>43</a:t>
            </a:fld>
            <a:endParaRPr lang="en-US"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B443497-733A-6B35-ABB8-E379DB95818D}"/>
                  </a:ext>
                </a:extLst>
              </p14:cNvPr>
              <p14:cNvContentPartPr/>
              <p14:nvPr/>
            </p14:nvContentPartPr>
            <p14:xfrm>
              <a:off x="6677508" y="4403501"/>
              <a:ext cx="4006800" cy="471240"/>
            </p14:xfrm>
          </p:contentPart>
        </mc:Choice>
        <mc:Fallback xmlns="">
          <p:pic>
            <p:nvPicPr>
              <p:cNvPr id="6" name="Ink 5">
                <a:extLst>
                  <a:ext uri="{FF2B5EF4-FFF2-40B4-BE49-F238E27FC236}">
                    <a16:creationId xmlns:a16="http://schemas.microsoft.com/office/drawing/2014/main" id="{7B443497-733A-6B35-ABB8-E379DB95818D}"/>
                  </a:ext>
                </a:extLst>
              </p:cNvPr>
              <p:cNvPicPr/>
              <p:nvPr/>
            </p:nvPicPr>
            <p:blipFill>
              <a:blip r:embed="rId3"/>
              <a:stretch>
                <a:fillRect/>
              </a:stretch>
            </p:blipFill>
            <p:spPr>
              <a:xfrm>
                <a:off x="6614508" y="4340501"/>
                <a:ext cx="4132440" cy="596880"/>
              </a:xfrm>
              <a:prstGeom prst="rect">
                <a:avLst/>
              </a:prstGeom>
            </p:spPr>
          </p:pic>
        </mc:Fallback>
      </mc:AlternateContent>
      <p:pic>
        <p:nvPicPr>
          <p:cNvPr id="3" name="Picture 2">
            <a:extLst>
              <a:ext uri="{FF2B5EF4-FFF2-40B4-BE49-F238E27FC236}">
                <a16:creationId xmlns:a16="http://schemas.microsoft.com/office/drawing/2014/main" id="{AA8E0E39-23B2-D7C1-7DCB-EEEDB63F52C9}"/>
              </a:ext>
            </a:extLst>
          </p:cNvPr>
          <p:cNvPicPr>
            <a:picLocks noChangeAspect="1"/>
          </p:cNvPicPr>
          <p:nvPr/>
        </p:nvPicPr>
        <p:blipFill>
          <a:blip r:embed="rId4"/>
          <a:stretch>
            <a:fillRect/>
          </a:stretch>
        </p:blipFill>
        <p:spPr>
          <a:xfrm>
            <a:off x="1967378" y="2084832"/>
            <a:ext cx="8257243" cy="2933003"/>
          </a:xfrm>
          <a:prstGeom prst="rect">
            <a:avLst/>
          </a:prstGeom>
        </p:spPr>
      </p:pic>
      <p:pic>
        <p:nvPicPr>
          <p:cNvPr id="7" name="Picture 6">
            <a:extLst>
              <a:ext uri="{FF2B5EF4-FFF2-40B4-BE49-F238E27FC236}">
                <a16:creationId xmlns:a16="http://schemas.microsoft.com/office/drawing/2014/main" id="{932E5D35-F2C1-F0B8-BA6A-2ACD21B42E5A}"/>
              </a:ext>
            </a:extLst>
          </p:cNvPr>
          <p:cNvPicPr>
            <a:picLocks noChangeAspect="1"/>
          </p:cNvPicPr>
          <p:nvPr/>
        </p:nvPicPr>
        <p:blipFill>
          <a:blip r:embed="rId5"/>
          <a:stretch>
            <a:fillRect/>
          </a:stretch>
        </p:blipFill>
        <p:spPr>
          <a:xfrm>
            <a:off x="1830868" y="5430541"/>
            <a:ext cx="9053805" cy="738345"/>
          </a:xfrm>
          <a:prstGeom prst="rect">
            <a:avLst/>
          </a:prstGeom>
        </p:spPr>
      </p:pic>
    </p:spTree>
    <p:extLst>
      <p:ext uri="{BB962C8B-B14F-4D97-AF65-F5344CB8AC3E}">
        <p14:creationId xmlns:p14="http://schemas.microsoft.com/office/powerpoint/2010/main" val="42936847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C5C2E-40F6-8440-8989-7AF710E6651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02D029D-E951-6727-AE4A-F79EB6C362A2}"/>
              </a:ext>
            </a:extLst>
          </p:cNvPr>
          <p:cNvPicPr>
            <a:picLocks noChangeAspect="1"/>
          </p:cNvPicPr>
          <p:nvPr/>
        </p:nvPicPr>
        <p:blipFill>
          <a:blip r:embed="rId2"/>
          <a:stretch>
            <a:fillRect/>
          </a:stretch>
        </p:blipFill>
        <p:spPr>
          <a:xfrm>
            <a:off x="1507692" y="1538049"/>
            <a:ext cx="9198322" cy="4923046"/>
          </a:xfrm>
          <a:prstGeom prst="rect">
            <a:avLst/>
          </a:prstGeom>
        </p:spPr>
      </p:pic>
      <p:sp>
        <p:nvSpPr>
          <p:cNvPr id="2" name="Title 1">
            <a:extLst>
              <a:ext uri="{FF2B5EF4-FFF2-40B4-BE49-F238E27FC236}">
                <a16:creationId xmlns:a16="http://schemas.microsoft.com/office/drawing/2014/main" id="{01BCBCB0-D5D4-EBB0-8708-1748B109E4CC}"/>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0D8DCA6A-8F61-B71C-9403-CF96173DBE7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0FB9D76-E2E9-E8FC-A803-B27A138759AC}"/>
              </a:ext>
            </a:extLst>
          </p:cNvPr>
          <p:cNvSpPr>
            <a:spLocks noGrp="1"/>
          </p:cNvSpPr>
          <p:nvPr>
            <p:ph type="sldNum" sz="quarter" idx="12"/>
          </p:nvPr>
        </p:nvSpPr>
        <p:spPr/>
        <p:txBody>
          <a:bodyPr/>
          <a:lstStyle/>
          <a:p>
            <a:fld id="{382B47E1-F59F-47B3-8D16-B2A0740F319A}" type="slidenum">
              <a:rPr lang="en-US" smtClean="0"/>
              <a:pPr/>
              <a:t>44</a:t>
            </a:fld>
            <a:endParaRPr lang="en-US" dirty="0"/>
          </a:p>
        </p:txBody>
      </p:sp>
    </p:spTree>
    <p:extLst>
      <p:ext uri="{BB962C8B-B14F-4D97-AF65-F5344CB8AC3E}">
        <p14:creationId xmlns:p14="http://schemas.microsoft.com/office/powerpoint/2010/main" val="2022584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B3B59-2355-3FCF-FF9A-F2C6DF352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644AD-7ED9-DB54-D156-0BE259654FDE}"/>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990F130D-F705-8D64-2073-02EB069D84B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E14E620-5126-71BD-16F1-3A9329D5D297}"/>
              </a:ext>
            </a:extLst>
          </p:cNvPr>
          <p:cNvSpPr>
            <a:spLocks noGrp="1"/>
          </p:cNvSpPr>
          <p:nvPr>
            <p:ph type="sldNum" sz="quarter" idx="12"/>
          </p:nvPr>
        </p:nvSpPr>
        <p:spPr/>
        <p:txBody>
          <a:bodyPr/>
          <a:lstStyle/>
          <a:p>
            <a:fld id="{382B47E1-F59F-47B3-8D16-B2A0740F319A}" type="slidenum">
              <a:rPr lang="en-US" smtClean="0"/>
              <a:pPr/>
              <a:t>45</a:t>
            </a:fld>
            <a:endParaRPr lang="en-US" dirty="0"/>
          </a:p>
        </p:txBody>
      </p:sp>
      <p:pic>
        <p:nvPicPr>
          <p:cNvPr id="6" name="Picture 5">
            <a:extLst>
              <a:ext uri="{FF2B5EF4-FFF2-40B4-BE49-F238E27FC236}">
                <a16:creationId xmlns:a16="http://schemas.microsoft.com/office/drawing/2014/main" id="{A2F49AFA-A489-4AEC-2B26-2044F5C80282}"/>
              </a:ext>
            </a:extLst>
          </p:cNvPr>
          <p:cNvPicPr>
            <a:picLocks noChangeAspect="1"/>
          </p:cNvPicPr>
          <p:nvPr/>
        </p:nvPicPr>
        <p:blipFill>
          <a:blip r:embed="rId2"/>
          <a:stretch>
            <a:fillRect/>
          </a:stretch>
        </p:blipFill>
        <p:spPr>
          <a:xfrm>
            <a:off x="2589206" y="1731874"/>
            <a:ext cx="7013588" cy="3754526"/>
          </a:xfrm>
          <a:prstGeom prst="rect">
            <a:avLst/>
          </a:prstGeom>
        </p:spPr>
      </p:pic>
      <p:pic>
        <p:nvPicPr>
          <p:cNvPr id="7" name="Picture 6">
            <a:extLst>
              <a:ext uri="{FF2B5EF4-FFF2-40B4-BE49-F238E27FC236}">
                <a16:creationId xmlns:a16="http://schemas.microsoft.com/office/drawing/2014/main" id="{20E3A354-A649-859F-7B3F-B3D7F23B60D8}"/>
              </a:ext>
            </a:extLst>
          </p:cNvPr>
          <p:cNvPicPr>
            <a:picLocks noChangeAspect="1"/>
          </p:cNvPicPr>
          <p:nvPr/>
        </p:nvPicPr>
        <p:blipFill>
          <a:blip r:embed="rId3"/>
          <a:stretch>
            <a:fillRect/>
          </a:stretch>
        </p:blipFill>
        <p:spPr>
          <a:xfrm>
            <a:off x="2589206" y="5554589"/>
            <a:ext cx="7144747" cy="838317"/>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D782E7C8-1D63-8B79-59C0-5081D16EEB55}"/>
                  </a:ext>
                </a:extLst>
              </p14:cNvPr>
              <p14:cNvContentPartPr/>
              <p14:nvPr/>
            </p14:nvContentPartPr>
            <p14:xfrm>
              <a:off x="2602565" y="5929158"/>
              <a:ext cx="7124760" cy="432360"/>
            </p14:xfrm>
          </p:contentPart>
        </mc:Choice>
        <mc:Fallback xmlns="">
          <p:pic>
            <p:nvPicPr>
              <p:cNvPr id="9" name="Ink 8">
                <a:extLst>
                  <a:ext uri="{FF2B5EF4-FFF2-40B4-BE49-F238E27FC236}">
                    <a16:creationId xmlns:a16="http://schemas.microsoft.com/office/drawing/2014/main" id="{D782E7C8-1D63-8B79-59C0-5081D16EEB55}"/>
                  </a:ext>
                </a:extLst>
              </p:cNvPr>
              <p:cNvPicPr/>
              <p:nvPr/>
            </p:nvPicPr>
            <p:blipFill>
              <a:blip r:embed="rId5"/>
              <a:stretch>
                <a:fillRect/>
              </a:stretch>
            </p:blipFill>
            <p:spPr>
              <a:xfrm>
                <a:off x="2539925" y="5866518"/>
                <a:ext cx="7250400" cy="558000"/>
              </a:xfrm>
              <a:prstGeom prst="rect">
                <a:avLst/>
              </a:prstGeom>
            </p:spPr>
          </p:pic>
        </mc:Fallback>
      </mc:AlternateContent>
    </p:spTree>
    <p:extLst>
      <p:ext uri="{BB962C8B-B14F-4D97-AF65-F5344CB8AC3E}">
        <p14:creationId xmlns:p14="http://schemas.microsoft.com/office/powerpoint/2010/main" val="26096592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54E2-584D-55DD-2F5D-ACDB95BA7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2520C-28DA-A748-9E19-39D2DCB09F6A}"/>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A0276A50-7731-3AEE-147D-DDE405D9FCF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B8B2C47-116D-FB6F-3994-A0C71E85B911}"/>
              </a:ext>
            </a:extLst>
          </p:cNvPr>
          <p:cNvSpPr>
            <a:spLocks noGrp="1"/>
          </p:cNvSpPr>
          <p:nvPr>
            <p:ph type="sldNum" sz="quarter" idx="12"/>
          </p:nvPr>
        </p:nvSpPr>
        <p:spPr/>
        <p:txBody>
          <a:bodyPr/>
          <a:lstStyle/>
          <a:p>
            <a:fld id="{382B47E1-F59F-47B3-8D16-B2A0740F319A}" type="slidenum">
              <a:rPr lang="en-US" smtClean="0"/>
              <a:pPr/>
              <a:t>46</a:t>
            </a:fld>
            <a:endParaRPr lang="en-US" dirty="0"/>
          </a:p>
        </p:txBody>
      </p:sp>
      <p:pic>
        <p:nvPicPr>
          <p:cNvPr id="8" name="Picture 7">
            <a:extLst>
              <a:ext uri="{FF2B5EF4-FFF2-40B4-BE49-F238E27FC236}">
                <a16:creationId xmlns:a16="http://schemas.microsoft.com/office/drawing/2014/main" id="{F7F7A458-4511-AABF-8636-69CA195ABE1E}"/>
              </a:ext>
            </a:extLst>
          </p:cNvPr>
          <p:cNvPicPr>
            <a:picLocks noChangeAspect="1"/>
          </p:cNvPicPr>
          <p:nvPr/>
        </p:nvPicPr>
        <p:blipFill>
          <a:blip r:embed="rId2"/>
          <a:stretch>
            <a:fillRect/>
          </a:stretch>
        </p:blipFill>
        <p:spPr>
          <a:xfrm>
            <a:off x="4366178" y="2084831"/>
            <a:ext cx="3459644" cy="3739550"/>
          </a:xfrm>
          <a:prstGeom prst="rect">
            <a:avLst/>
          </a:prstGeom>
        </p:spPr>
      </p:pic>
      <p:sp>
        <p:nvSpPr>
          <p:cNvPr id="11" name="TextBox 10">
            <a:extLst>
              <a:ext uri="{FF2B5EF4-FFF2-40B4-BE49-F238E27FC236}">
                <a16:creationId xmlns:a16="http://schemas.microsoft.com/office/drawing/2014/main" id="{54BDA953-081F-663A-79FD-749ACCDA31FC}"/>
              </a:ext>
            </a:extLst>
          </p:cNvPr>
          <p:cNvSpPr txBox="1"/>
          <p:nvPr/>
        </p:nvSpPr>
        <p:spPr>
          <a:xfrm>
            <a:off x="2036063" y="5958072"/>
            <a:ext cx="824285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(c) Difference between original Lena and watermarked Lena (histogram equalized)</a:t>
            </a:r>
          </a:p>
        </p:txBody>
      </p:sp>
    </p:spTree>
    <p:extLst>
      <p:ext uri="{BB962C8B-B14F-4D97-AF65-F5344CB8AC3E}">
        <p14:creationId xmlns:p14="http://schemas.microsoft.com/office/powerpoint/2010/main" val="12325572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637F1-92DF-9FC4-64A6-03D01CEBF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9F6B6-4EFE-E97C-20F6-B33E8C632729}"/>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36F31FA6-094E-DE55-2C05-484858D93F6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E73A3E6-B659-03EE-9439-8F60A2C6CA3D}"/>
              </a:ext>
            </a:extLst>
          </p:cNvPr>
          <p:cNvSpPr>
            <a:spLocks noGrp="1"/>
          </p:cNvSpPr>
          <p:nvPr>
            <p:ph type="sldNum" sz="quarter" idx="12"/>
          </p:nvPr>
        </p:nvSpPr>
        <p:spPr/>
        <p:txBody>
          <a:bodyPr/>
          <a:lstStyle/>
          <a:p>
            <a:fld id="{382B47E1-F59F-47B3-8D16-B2A0740F319A}" type="slidenum">
              <a:rPr lang="en-US" smtClean="0"/>
              <a:pPr/>
              <a:t>47</a:t>
            </a:fld>
            <a:endParaRPr lang="en-US" dirty="0"/>
          </a:p>
        </p:txBody>
      </p:sp>
      <p:pic>
        <p:nvPicPr>
          <p:cNvPr id="3" name="Picture 2">
            <a:extLst>
              <a:ext uri="{FF2B5EF4-FFF2-40B4-BE49-F238E27FC236}">
                <a16:creationId xmlns:a16="http://schemas.microsoft.com/office/drawing/2014/main" id="{BEE7024C-1CCB-885F-C016-65444BE1B86F}"/>
              </a:ext>
            </a:extLst>
          </p:cNvPr>
          <p:cNvPicPr>
            <a:picLocks noChangeAspect="1"/>
          </p:cNvPicPr>
          <p:nvPr/>
        </p:nvPicPr>
        <p:blipFill>
          <a:blip r:embed="rId2"/>
          <a:stretch>
            <a:fillRect/>
          </a:stretch>
        </p:blipFill>
        <p:spPr>
          <a:xfrm>
            <a:off x="761255" y="2529926"/>
            <a:ext cx="10669489" cy="2924583"/>
          </a:xfrm>
          <a:prstGeom prst="rect">
            <a:avLst/>
          </a:prstGeom>
        </p:spPr>
      </p:pic>
    </p:spTree>
    <p:extLst>
      <p:ext uri="{BB962C8B-B14F-4D97-AF65-F5344CB8AC3E}">
        <p14:creationId xmlns:p14="http://schemas.microsoft.com/office/powerpoint/2010/main" val="3093709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62021-CC88-4041-0049-608951C60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7123B-2097-6EB3-B044-3D7A433BBFBF}"/>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7377DE17-2A97-DFB7-2938-6A5D22AE0DA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35DC5F0-51FA-858B-D858-7464F6D0CE93}"/>
              </a:ext>
            </a:extLst>
          </p:cNvPr>
          <p:cNvSpPr>
            <a:spLocks noGrp="1"/>
          </p:cNvSpPr>
          <p:nvPr>
            <p:ph type="sldNum" sz="quarter" idx="12"/>
          </p:nvPr>
        </p:nvSpPr>
        <p:spPr/>
        <p:txBody>
          <a:bodyPr/>
          <a:lstStyle/>
          <a:p>
            <a:fld id="{382B47E1-F59F-47B3-8D16-B2A0740F319A}" type="slidenum">
              <a:rPr lang="en-US" smtClean="0"/>
              <a:pPr/>
              <a:t>48</a:t>
            </a:fld>
            <a:endParaRPr lang="en-US" dirty="0"/>
          </a:p>
        </p:txBody>
      </p:sp>
      <p:pic>
        <p:nvPicPr>
          <p:cNvPr id="6" name="@holatex&#10;\documentclass{article}&#10;\usepackage[table]{xcolor} % Required for coloring cells&#10;\usepackage{multirow}     % Required for multi-row cells&#10;&#10;% Defines the highlight color to approximate the one in the image&#10;\definecolor{highlightcolor}{HTML}{B1A93F}&#10;&#10;\begin{document}&#10;&#10;\begin{table}[h!]&#10;\centering&#10;\label{tab:your_label_here}&#10;\begin{tabular}{|c|c|c|c|c|}&#10;\hline&#10;\multirow{}{\textbf{Image}} &amp; \multirow{}{\textbf{Rate (bpp)}} &amp; \multicolumn{3}{c|}{\textbf{DR}} \\ \cline{3-5} &#10;&amp; &amp; \textbf{Quarter} &amp; \textbf{Half} &amp; \textbf{Full} \\ \hline&#10;\multirow{}{Lena} &amp; 2 &amp; 0.50 &amp; 0.50 &amp; 0.50 \\ \cline{2-5} &#10;&amp; 1 &amp; 0.50 &amp; 0.50 &amp; 0.50 \\ \cline{2-5} &#10;&amp; 0.5 &amp; 0.50 &amp; 0.50 &amp; 0.20 \\ \cline{2-5} &#10;&amp; 0.4 &amp; 0.50 &amp; 0.50 &amp; 0.13 \\ \cline{2-5} &#10;&amp; 0.3 &amp; 0.50 &amp; 0.19 &amp; 0.03 \\ \cline{2-5} &#10;&amp; 0.2 &amp; 0.50 &amp; 0.16 &amp; 0.03 \\ \hline&#10;\end{tabular}&#10;\end{table}&#10;&#10;\end{document}">
            <a:extLst>
              <a:ext uri="{FF2B5EF4-FFF2-40B4-BE49-F238E27FC236}">
                <a16:creationId xmlns:a16="http://schemas.microsoft.com/office/drawing/2014/main" id="{0BB85BD2-475C-6420-DDA4-52A853F3CA83}"/>
              </a:ext>
            </a:extLst>
          </p:cNvPr>
          <p:cNvPicPr>
            <a:picLocks/>
          </p:cNvPicPr>
          <p:nvPr/>
        </p:nvPicPr>
        <p:blipFill>
          <a:blip r:embed="rId2"/>
          <a:stretch>
            <a:fillRect/>
          </a:stretch>
        </p:blipFill>
        <p:spPr>
          <a:xfrm>
            <a:off x="2027415" y="1924565"/>
            <a:ext cx="8137170" cy="3520892"/>
          </a:xfrm>
          <a:prstGeom prst="rect">
            <a:avLst/>
          </a:prstGeom>
        </p:spPr>
      </p:pic>
      <p:sp>
        <p:nvSpPr>
          <p:cNvPr id="8" name="TextBox 7">
            <a:extLst>
              <a:ext uri="{FF2B5EF4-FFF2-40B4-BE49-F238E27FC236}">
                <a16:creationId xmlns:a16="http://schemas.microsoft.com/office/drawing/2014/main" id="{EA751012-87D4-EF52-8875-FF432074DBDE}"/>
              </a:ext>
            </a:extLst>
          </p:cNvPr>
          <p:cNvSpPr txBox="1"/>
          <p:nvPr/>
        </p:nvSpPr>
        <p:spPr>
          <a:xfrm>
            <a:off x="1377287" y="5698910"/>
            <a:ext cx="9437425"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Results for lossy decoding of the compressed watermark images by SPIHT at different bitrates</a:t>
            </a:r>
          </a:p>
        </p:txBody>
      </p:sp>
    </p:spTree>
    <p:extLst>
      <p:ext uri="{BB962C8B-B14F-4D97-AF65-F5344CB8AC3E}">
        <p14:creationId xmlns:p14="http://schemas.microsoft.com/office/powerpoint/2010/main" val="676588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C669D-0EAB-CF74-DB83-7DBF709F0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0E852-170E-7F97-72E0-919BEFBDB4BC}"/>
              </a:ext>
            </a:extLst>
          </p:cNvPr>
          <p:cNvSpPr>
            <a:spLocks noGrp="1"/>
          </p:cNvSpPr>
          <p:nvPr>
            <p:ph type="title"/>
          </p:nvPr>
        </p:nvSpPr>
        <p:spPr/>
        <p:txBody>
          <a:bodyPr/>
          <a:lstStyle/>
          <a:p>
            <a:r>
              <a:rPr lang="en-US" dirty="0">
                <a:solidFill>
                  <a:srgbClr val="0070C0"/>
                </a:solidFill>
              </a:rPr>
              <a:t>Third approach to Scalable watermarking</a:t>
            </a:r>
          </a:p>
        </p:txBody>
      </p:sp>
      <p:sp>
        <p:nvSpPr>
          <p:cNvPr id="4" name="Footer Placeholder 3">
            <a:extLst>
              <a:ext uri="{FF2B5EF4-FFF2-40B4-BE49-F238E27FC236}">
                <a16:creationId xmlns:a16="http://schemas.microsoft.com/office/drawing/2014/main" id="{B710DC8C-90AE-F3C8-DAC3-D9483ADCC84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FF47088-E99E-F96B-C794-CC4F83AEA62B}"/>
              </a:ext>
            </a:extLst>
          </p:cNvPr>
          <p:cNvSpPr>
            <a:spLocks noGrp="1"/>
          </p:cNvSpPr>
          <p:nvPr>
            <p:ph type="sldNum" sz="quarter" idx="12"/>
          </p:nvPr>
        </p:nvSpPr>
        <p:spPr/>
        <p:txBody>
          <a:bodyPr/>
          <a:lstStyle/>
          <a:p>
            <a:fld id="{382B47E1-F59F-47B3-8D16-B2A0740F319A}" type="slidenum">
              <a:rPr lang="en-US" smtClean="0"/>
              <a:pPr/>
              <a:t>49</a:t>
            </a:fld>
            <a:endParaRPr lang="en-US" dirty="0"/>
          </a:p>
        </p:txBody>
      </p:sp>
      <p:sp>
        <p:nvSpPr>
          <p:cNvPr id="8" name="TextBox 7">
            <a:extLst>
              <a:ext uri="{FF2B5EF4-FFF2-40B4-BE49-F238E27FC236}">
                <a16:creationId xmlns:a16="http://schemas.microsoft.com/office/drawing/2014/main" id="{75C34565-1853-C029-DD7B-C43A4575F54E}"/>
              </a:ext>
            </a:extLst>
          </p:cNvPr>
          <p:cNvSpPr txBox="1"/>
          <p:nvPr/>
        </p:nvSpPr>
        <p:spPr>
          <a:xfrm>
            <a:off x="1231611" y="5768610"/>
            <a:ext cx="9820701"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Results for lossy decoding of the compressed watermarked images by JPEG2000 at different bitrates</a:t>
            </a:r>
          </a:p>
        </p:txBody>
      </p:sp>
      <p:pic>
        <p:nvPicPr>
          <p:cNvPr id="7" name="@holatex&#10;\documentclass{article}&#10;\usepackage[table]{xcolor} % Required for coloring rows&#10;\usepackage{multirow}     % Required for multi-row cells&#10;&#10;% Defines the highlight color to approximate the one in the image&#10;\definecolor{highlightcolor}{HTML}{B1A93F}&#10;&#10;\begin{document}&#10;&#10;\begin{table}[h!]&#10;\centering&#10;\label{tab:your_label_here}&#10;\begin{tabular}{|c|c|c|c|c|}&#10;\hline&#10;\multirow{}{\textbf{Image}} &amp; \multirow{}{\textbf{Rate (bpp)}} &amp; \multicolumn{3}{c|}{\textbf{DR}} \\ \cline{3-5} &#10;&amp; &amp; \textbf{Quarter} &amp; \textbf{Half} &amp; \textbf{Full} \\ \hline&#10;\multirow{}{Lena} &amp; 2 &amp; 0.46 &amp; 0.41 &amp; 0.37 \\ \cline{2-5} &#10;&amp; 1 &amp; 0.45 &amp; 0.38 &amp; 0.30 \\ \cline{2-5} &#10;&amp; 0.5 &amp; 0.35 &amp; 0.30 &amp; 0.22 \\ \cline{2-5} &#10;&amp; 0.4 &amp; 0.34 &amp; 0.28 &amp; 0.21 \\ \cline{2-5} &#10;&amp; 0.3 &amp; 0.33 &amp; 0.20 &amp; 0.18 \\ \cline{2-5} &#10;&amp; 0.2 &amp; 0.21 &amp; 0.11 &amp; 0.05 \\ \hline&#10;\end{tabular}&#10;\end{table}&#10;&#10;\end{document}">
            <a:extLst>
              <a:ext uri="{FF2B5EF4-FFF2-40B4-BE49-F238E27FC236}">
                <a16:creationId xmlns:a16="http://schemas.microsoft.com/office/drawing/2014/main" id="{97704B52-38AD-1FCF-211F-EF29A36A7BA2}"/>
              </a:ext>
            </a:extLst>
          </p:cNvPr>
          <p:cNvPicPr>
            <a:picLocks/>
          </p:cNvPicPr>
          <p:nvPr/>
        </p:nvPicPr>
        <p:blipFill>
          <a:blip r:embed="rId2"/>
          <a:stretch>
            <a:fillRect/>
          </a:stretch>
        </p:blipFill>
        <p:spPr>
          <a:xfrm>
            <a:off x="1886794" y="1828800"/>
            <a:ext cx="8418412" cy="3835973"/>
          </a:xfrm>
          <a:prstGeom prst="rect">
            <a:avLst/>
          </a:prstGeom>
        </p:spPr>
      </p:pic>
    </p:spTree>
    <p:extLst>
      <p:ext uri="{BB962C8B-B14F-4D97-AF65-F5344CB8AC3E}">
        <p14:creationId xmlns:p14="http://schemas.microsoft.com/office/powerpoint/2010/main" val="161871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A07A8-4C35-6D8B-15C3-998BDD7E012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CCAC5A7-98CF-559F-D311-28CCAFAC61C5}"/>
              </a:ext>
            </a:extLst>
          </p:cNvPr>
          <p:cNvPicPr>
            <a:picLocks noChangeAspect="1"/>
          </p:cNvPicPr>
          <p:nvPr/>
        </p:nvPicPr>
        <p:blipFill>
          <a:blip r:embed="rId2"/>
          <a:stretch>
            <a:fillRect/>
          </a:stretch>
        </p:blipFill>
        <p:spPr>
          <a:xfrm>
            <a:off x="1647647" y="1484705"/>
            <a:ext cx="8731476" cy="5056873"/>
          </a:xfrm>
          <a:prstGeom prst="rect">
            <a:avLst/>
          </a:prstGeom>
        </p:spPr>
      </p:pic>
      <p:sp>
        <p:nvSpPr>
          <p:cNvPr id="2" name="Title 1">
            <a:extLst>
              <a:ext uri="{FF2B5EF4-FFF2-40B4-BE49-F238E27FC236}">
                <a16:creationId xmlns:a16="http://schemas.microsoft.com/office/drawing/2014/main" id="{26EB55E5-F633-D202-BE4C-3D36D24E9316}"/>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50E261CD-19BF-04FF-BAEF-5BC8FB45317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CD284FA-A2CC-E071-EACE-CCA6D344EDC4}"/>
              </a:ext>
            </a:extLst>
          </p:cNvPr>
          <p:cNvSpPr>
            <a:spLocks noGrp="1"/>
          </p:cNvSpPr>
          <p:nvPr>
            <p:ph type="sldNum" sz="quarter" idx="12"/>
          </p:nvPr>
        </p:nvSpPr>
        <p:spPr/>
        <p:txBody>
          <a:bodyPr/>
          <a:lstStyle/>
          <a:p>
            <a:fld id="{382B47E1-F59F-47B3-8D16-B2A0740F319A}" type="slidenum">
              <a:rPr lang="en-US" smtClean="0"/>
              <a:pPr/>
              <a:t>50</a:t>
            </a:fld>
            <a:endParaRPr lang="en-US" dirty="0"/>
          </a:p>
        </p:txBody>
      </p:sp>
    </p:spTree>
    <p:extLst>
      <p:ext uri="{BB962C8B-B14F-4D97-AF65-F5344CB8AC3E}">
        <p14:creationId xmlns:p14="http://schemas.microsoft.com/office/powerpoint/2010/main" val="19961364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394E3-9864-F113-1C86-AEA9B4239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2F7B3-97B9-F65A-1D47-5EECCEDA6428}"/>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0260CF7E-DA06-761B-2936-BEB9573A889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F381C33-7A5E-0B92-E101-EEB5A60667EF}"/>
              </a:ext>
            </a:extLst>
          </p:cNvPr>
          <p:cNvSpPr>
            <a:spLocks noGrp="1"/>
          </p:cNvSpPr>
          <p:nvPr>
            <p:ph type="sldNum" sz="quarter" idx="12"/>
          </p:nvPr>
        </p:nvSpPr>
        <p:spPr/>
        <p:txBody>
          <a:bodyPr/>
          <a:lstStyle/>
          <a:p>
            <a:fld id="{382B47E1-F59F-47B3-8D16-B2A0740F319A}" type="slidenum">
              <a:rPr lang="en-US" smtClean="0"/>
              <a:pPr/>
              <a:t>51</a:t>
            </a:fld>
            <a:endParaRPr lang="en-US" dirty="0"/>
          </a:p>
        </p:txBody>
      </p:sp>
      <p:pic>
        <p:nvPicPr>
          <p:cNvPr id="9" name="Picture 8">
            <a:extLst>
              <a:ext uri="{FF2B5EF4-FFF2-40B4-BE49-F238E27FC236}">
                <a16:creationId xmlns:a16="http://schemas.microsoft.com/office/drawing/2014/main" id="{915C96E7-11AE-BF2C-6875-A804BD33682D}"/>
              </a:ext>
            </a:extLst>
          </p:cNvPr>
          <p:cNvPicPr>
            <a:picLocks noChangeAspect="1"/>
          </p:cNvPicPr>
          <p:nvPr/>
        </p:nvPicPr>
        <p:blipFill>
          <a:blip r:embed="rId2"/>
          <a:stretch>
            <a:fillRect/>
          </a:stretch>
        </p:blipFill>
        <p:spPr>
          <a:xfrm>
            <a:off x="2076546" y="1487606"/>
            <a:ext cx="8038907" cy="4872530"/>
          </a:xfrm>
          <a:prstGeom prst="rect">
            <a:avLst/>
          </a:prstGeom>
        </p:spPr>
      </p:pic>
      <p:pic>
        <p:nvPicPr>
          <p:cNvPr id="10" name="Picture 9">
            <a:extLst>
              <a:ext uri="{FF2B5EF4-FFF2-40B4-BE49-F238E27FC236}">
                <a16:creationId xmlns:a16="http://schemas.microsoft.com/office/drawing/2014/main" id="{53BAEC24-E8A8-F567-4438-7DEB9EBC48E6}"/>
              </a:ext>
            </a:extLst>
          </p:cNvPr>
          <p:cNvPicPr>
            <a:picLocks noChangeAspect="1"/>
          </p:cNvPicPr>
          <p:nvPr/>
        </p:nvPicPr>
        <p:blipFill>
          <a:blip r:embed="rId3"/>
          <a:stretch>
            <a:fillRect/>
          </a:stretch>
        </p:blipFill>
        <p:spPr>
          <a:xfrm>
            <a:off x="5747428" y="5041939"/>
            <a:ext cx="4887007" cy="8002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275820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CA05B-0847-2816-CF84-6B955A512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4DEA4-6B8D-5DA1-C507-BB51BC74F794}"/>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79179817-1D87-EB68-3F0B-1BE2A27B7DA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664F50A-9D31-B21D-F572-8027CB5DFDBE}"/>
              </a:ext>
            </a:extLst>
          </p:cNvPr>
          <p:cNvSpPr>
            <a:spLocks noGrp="1"/>
          </p:cNvSpPr>
          <p:nvPr>
            <p:ph type="sldNum" sz="quarter" idx="12"/>
          </p:nvPr>
        </p:nvSpPr>
        <p:spPr/>
        <p:txBody>
          <a:bodyPr/>
          <a:lstStyle/>
          <a:p>
            <a:fld id="{382B47E1-F59F-47B3-8D16-B2A0740F319A}" type="slidenum">
              <a:rPr lang="en-US" smtClean="0"/>
              <a:pPr/>
              <a:t>52</a:t>
            </a:fld>
            <a:endParaRPr lang="en-US" dirty="0"/>
          </a:p>
        </p:txBody>
      </p:sp>
      <p:pic>
        <p:nvPicPr>
          <p:cNvPr id="3" name="Picture 2">
            <a:extLst>
              <a:ext uri="{FF2B5EF4-FFF2-40B4-BE49-F238E27FC236}">
                <a16:creationId xmlns:a16="http://schemas.microsoft.com/office/drawing/2014/main" id="{1D1C62D2-B961-FDC0-4621-BE19A52DBE8D}"/>
              </a:ext>
            </a:extLst>
          </p:cNvPr>
          <p:cNvPicPr>
            <a:picLocks noChangeAspect="1"/>
          </p:cNvPicPr>
          <p:nvPr/>
        </p:nvPicPr>
        <p:blipFill>
          <a:blip r:embed="rId2"/>
          <a:stretch>
            <a:fillRect/>
          </a:stretch>
        </p:blipFill>
        <p:spPr>
          <a:xfrm>
            <a:off x="9317316" y="1530211"/>
            <a:ext cx="2473632" cy="4930884"/>
          </a:xfrm>
          <a:prstGeom prst="rect">
            <a:avLst/>
          </a:prstGeom>
        </p:spPr>
      </p:pic>
      <p:sp>
        <p:nvSpPr>
          <p:cNvPr id="8" name="TextBox 7">
            <a:extLst>
              <a:ext uri="{FF2B5EF4-FFF2-40B4-BE49-F238E27FC236}">
                <a16:creationId xmlns:a16="http://schemas.microsoft.com/office/drawing/2014/main" id="{98EA0886-B8C3-A456-30A9-24351E2A595E}"/>
              </a:ext>
            </a:extLst>
          </p:cNvPr>
          <p:cNvSpPr txBox="1"/>
          <p:nvPr/>
        </p:nvSpPr>
        <p:spPr>
          <a:xfrm>
            <a:off x="522464" y="2084832"/>
            <a:ext cx="9296515" cy="3847207"/>
          </a:xfrm>
          <a:prstGeom prst="rect">
            <a:avLst/>
          </a:prstGeom>
          <a:noFill/>
        </p:spPr>
        <p:txBody>
          <a:bodyPr wrap="square">
            <a:spAutoFit/>
          </a:bodyPr>
          <a:lstStyle/>
          <a:p>
            <a:r>
              <a:rPr lang="en-US" sz="2800" b="1" dirty="0">
                <a:solidFill>
                  <a:srgbClr val="C00000"/>
                </a:solidFill>
              </a:rPr>
              <a:t>Genetic Algorithms (GA) Introduced by John Holland in 1975</a:t>
            </a:r>
          </a:p>
          <a:p>
            <a:endParaRPr lang="en-US" sz="2400" b="1" dirty="0"/>
          </a:p>
          <a:p>
            <a:r>
              <a:rPr lang="en-US" sz="2400" b="1" dirty="0"/>
              <a:t>• Global search methods based on Darwin’s “survival of the fittest”</a:t>
            </a:r>
          </a:p>
          <a:p>
            <a:endParaRPr lang="en-US" sz="2400" b="1" dirty="0"/>
          </a:p>
          <a:p>
            <a:r>
              <a:rPr lang="en-US" sz="2400" b="1" dirty="0"/>
              <a:t>• Candidate solutions are represented by chromosomes</a:t>
            </a:r>
          </a:p>
          <a:p>
            <a:endParaRPr lang="en-US" sz="2400" b="1" dirty="0"/>
          </a:p>
          <a:p>
            <a:r>
              <a:rPr lang="en-US" sz="2400" b="1" dirty="0"/>
              <a:t>• To compare chromosomes, a fitness function is needed</a:t>
            </a:r>
          </a:p>
          <a:p>
            <a:endParaRPr lang="en-US" sz="2400" b="1" dirty="0"/>
          </a:p>
          <a:p>
            <a:r>
              <a:rPr lang="en-US" sz="2400" b="1" dirty="0"/>
              <a:t>• To find a nearly optimum solution, an evolution process is performed on a population of chromosomes</a:t>
            </a:r>
          </a:p>
        </p:txBody>
      </p:sp>
    </p:spTree>
    <p:extLst>
      <p:ext uri="{BB962C8B-B14F-4D97-AF65-F5344CB8AC3E}">
        <p14:creationId xmlns:p14="http://schemas.microsoft.com/office/powerpoint/2010/main" val="1132813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7C0BE-154B-20A3-F09F-C933DB2E1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3F2E3-92FB-FE0D-1A93-BDDEEFFADFD7}"/>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4E17FC97-9B6F-27DA-8FD4-466EC08CFA1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8154C83-A43A-669B-E1CD-9EB61B210CF4}"/>
              </a:ext>
            </a:extLst>
          </p:cNvPr>
          <p:cNvSpPr>
            <a:spLocks noGrp="1"/>
          </p:cNvSpPr>
          <p:nvPr>
            <p:ph type="sldNum" sz="quarter" idx="12"/>
          </p:nvPr>
        </p:nvSpPr>
        <p:spPr/>
        <p:txBody>
          <a:bodyPr/>
          <a:lstStyle/>
          <a:p>
            <a:fld id="{382B47E1-F59F-47B3-8D16-B2A0740F319A}" type="slidenum">
              <a:rPr lang="en-US" smtClean="0"/>
              <a:pPr/>
              <a:t>53</a:t>
            </a:fld>
            <a:endParaRPr lang="en-US" dirty="0"/>
          </a:p>
        </p:txBody>
      </p:sp>
      <p:pic>
        <p:nvPicPr>
          <p:cNvPr id="3" name="Picture 2">
            <a:extLst>
              <a:ext uri="{FF2B5EF4-FFF2-40B4-BE49-F238E27FC236}">
                <a16:creationId xmlns:a16="http://schemas.microsoft.com/office/drawing/2014/main" id="{C6AF3211-A529-0566-C24E-F2B9CEB246E5}"/>
              </a:ext>
            </a:extLst>
          </p:cNvPr>
          <p:cNvPicPr>
            <a:picLocks noChangeAspect="1"/>
          </p:cNvPicPr>
          <p:nvPr/>
        </p:nvPicPr>
        <p:blipFill>
          <a:blip r:embed="rId2"/>
          <a:stretch>
            <a:fillRect/>
          </a:stretch>
        </p:blipFill>
        <p:spPr>
          <a:xfrm>
            <a:off x="9317316" y="1530211"/>
            <a:ext cx="2473632" cy="4930884"/>
          </a:xfrm>
          <a:prstGeom prst="rect">
            <a:avLst/>
          </a:prstGeom>
        </p:spPr>
      </p:pic>
      <p:sp>
        <p:nvSpPr>
          <p:cNvPr id="8" name="TextBox 7">
            <a:extLst>
              <a:ext uri="{FF2B5EF4-FFF2-40B4-BE49-F238E27FC236}">
                <a16:creationId xmlns:a16="http://schemas.microsoft.com/office/drawing/2014/main" id="{7BAC5A6F-36B2-6B5E-9F4A-C07CDBC9B39E}"/>
              </a:ext>
            </a:extLst>
          </p:cNvPr>
          <p:cNvSpPr txBox="1"/>
          <p:nvPr/>
        </p:nvSpPr>
        <p:spPr>
          <a:xfrm>
            <a:off x="401052" y="2226499"/>
            <a:ext cx="9296515" cy="2677656"/>
          </a:xfrm>
          <a:prstGeom prst="rect">
            <a:avLst/>
          </a:prstGeom>
          <a:noFill/>
        </p:spPr>
        <p:txBody>
          <a:bodyPr wrap="square">
            <a:spAutoFit/>
          </a:bodyPr>
          <a:lstStyle/>
          <a:p>
            <a:r>
              <a:rPr lang="en-US" sz="2800" b="1" dirty="0"/>
              <a:t>• Fitter chromosomes have the greater chance to be selected and survive.</a:t>
            </a:r>
          </a:p>
          <a:p>
            <a:endParaRPr lang="en-US" sz="2800" b="1" dirty="0"/>
          </a:p>
          <a:p>
            <a:r>
              <a:rPr lang="en-US" sz="2800" b="1" dirty="0"/>
              <a:t>• The offsprings are generated by using genetic operations</a:t>
            </a:r>
          </a:p>
          <a:p>
            <a:r>
              <a:rPr lang="en-US" sz="2800" b="1" dirty="0"/>
              <a:t>	 </a:t>
            </a:r>
            <a:r>
              <a:rPr lang="en-US" sz="2800" b="1" dirty="0">
                <a:solidFill>
                  <a:srgbClr val="C00000"/>
                </a:solidFill>
              </a:rPr>
              <a:t>Crossover</a:t>
            </a:r>
          </a:p>
          <a:p>
            <a:r>
              <a:rPr lang="en-US" sz="2800" b="1" dirty="0"/>
              <a:t>	 </a:t>
            </a:r>
            <a:r>
              <a:rPr lang="en-US" sz="2800" b="1" dirty="0">
                <a:solidFill>
                  <a:srgbClr val="C00000"/>
                </a:solidFill>
              </a:rPr>
              <a:t>Mutation</a:t>
            </a:r>
          </a:p>
        </p:txBody>
      </p:sp>
    </p:spTree>
    <p:extLst>
      <p:ext uri="{BB962C8B-B14F-4D97-AF65-F5344CB8AC3E}">
        <p14:creationId xmlns:p14="http://schemas.microsoft.com/office/powerpoint/2010/main" val="29739842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16A18-5DBE-2142-B27E-6F4AD15B1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32C7A-77EF-AEEA-58B6-A2C5BA2FA31E}"/>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3BC55395-40DE-2C70-0830-19ED52EA325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DDC8F00-49D4-11BB-DC18-E27ADCD1EF16}"/>
              </a:ext>
            </a:extLst>
          </p:cNvPr>
          <p:cNvSpPr>
            <a:spLocks noGrp="1"/>
          </p:cNvSpPr>
          <p:nvPr>
            <p:ph type="sldNum" sz="quarter" idx="12"/>
          </p:nvPr>
        </p:nvSpPr>
        <p:spPr/>
        <p:txBody>
          <a:bodyPr/>
          <a:lstStyle/>
          <a:p>
            <a:fld id="{382B47E1-F59F-47B3-8D16-B2A0740F319A}" type="slidenum">
              <a:rPr lang="en-US" smtClean="0"/>
              <a:pPr/>
              <a:t>54</a:t>
            </a:fld>
            <a:endParaRPr lang="en-US" dirty="0"/>
          </a:p>
        </p:txBody>
      </p:sp>
      <p:sp>
        <p:nvSpPr>
          <p:cNvPr id="7" name="TextBox 6">
            <a:extLst>
              <a:ext uri="{FF2B5EF4-FFF2-40B4-BE49-F238E27FC236}">
                <a16:creationId xmlns:a16="http://schemas.microsoft.com/office/drawing/2014/main" id="{4983395F-148D-3FA6-DE08-7AC3B0EAB5BB}"/>
              </a:ext>
            </a:extLst>
          </p:cNvPr>
          <p:cNvSpPr txBox="1"/>
          <p:nvPr/>
        </p:nvSpPr>
        <p:spPr>
          <a:xfrm>
            <a:off x="1024127" y="2233291"/>
            <a:ext cx="10058400" cy="523220"/>
          </a:xfrm>
          <a:prstGeom prst="rect">
            <a:avLst/>
          </a:prstGeom>
          <a:noFill/>
        </p:spPr>
        <p:txBody>
          <a:bodyPr wrap="square">
            <a:spAutoFit/>
          </a:bodyPr>
          <a:lstStyle/>
          <a:p>
            <a:r>
              <a:rPr lang="en-US" sz="2800" b="1" dirty="0"/>
              <a:t>First step to use GAs is to define the structure of the chromosomes</a:t>
            </a:r>
          </a:p>
        </p:txBody>
      </p:sp>
      <p:pic>
        <p:nvPicPr>
          <p:cNvPr id="9" name="Picture 8">
            <a:extLst>
              <a:ext uri="{FF2B5EF4-FFF2-40B4-BE49-F238E27FC236}">
                <a16:creationId xmlns:a16="http://schemas.microsoft.com/office/drawing/2014/main" id="{B7A69BF2-B529-81A1-F5C8-C95A72EACDD2}"/>
              </a:ext>
            </a:extLst>
          </p:cNvPr>
          <p:cNvPicPr>
            <a:picLocks noChangeAspect="1"/>
          </p:cNvPicPr>
          <p:nvPr/>
        </p:nvPicPr>
        <p:blipFill>
          <a:blip r:embed="rId2"/>
          <a:stretch>
            <a:fillRect/>
          </a:stretch>
        </p:blipFill>
        <p:spPr>
          <a:xfrm>
            <a:off x="650024" y="3002256"/>
            <a:ext cx="10891951" cy="1499616"/>
          </a:xfrm>
          <a:prstGeom prst="rect">
            <a:avLst/>
          </a:prstGeom>
        </p:spPr>
      </p:pic>
      <p:sp>
        <p:nvSpPr>
          <p:cNvPr id="11" name="TextBox 10">
            <a:extLst>
              <a:ext uri="{FF2B5EF4-FFF2-40B4-BE49-F238E27FC236}">
                <a16:creationId xmlns:a16="http://schemas.microsoft.com/office/drawing/2014/main" id="{75D14B9B-D671-88DA-D1FF-D48B40CC72C2}"/>
              </a:ext>
            </a:extLst>
          </p:cNvPr>
          <p:cNvSpPr txBox="1"/>
          <p:nvPr/>
        </p:nvSpPr>
        <p:spPr>
          <a:xfrm>
            <a:off x="1024127" y="5065985"/>
            <a:ext cx="9935794" cy="830997"/>
          </a:xfrm>
          <a:prstGeom prst="rect">
            <a:avLst/>
          </a:prstGeom>
          <a:noFill/>
        </p:spPr>
        <p:txBody>
          <a:bodyPr wrap="square">
            <a:spAutoFit/>
          </a:bodyPr>
          <a:lstStyle/>
          <a:p>
            <a:r>
              <a:rPr lang="en-US" sz="2400" b="1" dirty="0"/>
              <a:t>The first two genes of the chromosome (X1 , X0 ) are used to determine a position in the top-left coefficient of the lowest frequency sub band.</a:t>
            </a:r>
          </a:p>
        </p:txBody>
      </p:sp>
    </p:spTree>
    <p:extLst>
      <p:ext uri="{BB962C8B-B14F-4D97-AF65-F5344CB8AC3E}">
        <p14:creationId xmlns:p14="http://schemas.microsoft.com/office/powerpoint/2010/main" val="14775986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55694-CA3F-2836-9BE0-8AD74429A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8D2DA-0167-B550-BE8C-181BD120D59E}"/>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46AEA50D-5FA6-E615-3CC5-D4C66A0B82F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567750B-DEB7-289B-E602-FC2742DF0F22}"/>
              </a:ext>
            </a:extLst>
          </p:cNvPr>
          <p:cNvSpPr>
            <a:spLocks noGrp="1"/>
          </p:cNvSpPr>
          <p:nvPr>
            <p:ph type="sldNum" sz="quarter" idx="12"/>
          </p:nvPr>
        </p:nvSpPr>
        <p:spPr/>
        <p:txBody>
          <a:bodyPr/>
          <a:lstStyle/>
          <a:p>
            <a:fld id="{382B47E1-F59F-47B3-8D16-B2A0740F319A}" type="slidenum">
              <a:rPr lang="en-US" smtClean="0"/>
              <a:pPr/>
              <a:t>55</a:t>
            </a:fld>
            <a:endParaRPr lang="en-US" dirty="0"/>
          </a:p>
        </p:txBody>
      </p:sp>
      <p:pic>
        <p:nvPicPr>
          <p:cNvPr id="3" name="Picture 2">
            <a:extLst>
              <a:ext uri="{FF2B5EF4-FFF2-40B4-BE49-F238E27FC236}">
                <a16:creationId xmlns:a16="http://schemas.microsoft.com/office/drawing/2014/main" id="{B153EEF0-1590-31BE-E7BB-04E502C5F964}"/>
              </a:ext>
            </a:extLst>
          </p:cNvPr>
          <p:cNvPicPr>
            <a:picLocks noChangeAspect="1"/>
          </p:cNvPicPr>
          <p:nvPr/>
        </p:nvPicPr>
        <p:blipFill>
          <a:blip r:embed="rId2"/>
          <a:stretch>
            <a:fillRect/>
          </a:stretch>
        </p:blipFill>
        <p:spPr>
          <a:xfrm>
            <a:off x="9317316" y="1530211"/>
            <a:ext cx="2473632" cy="4930884"/>
          </a:xfrm>
          <a:prstGeom prst="rect">
            <a:avLst/>
          </a:prstGeom>
        </p:spPr>
      </p:pic>
      <p:pic>
        <p:nvPicPr>
          <p:cNvPr id="6" name="Picture 5">
            <a:extLst>
              <a:ext uri="{FF2B5EF4-FFF2-40B4-BE49-F238E27FC236}">
                <a16:creationId xmlns:a16="http://schemas.microsoft.com/office/drawing/2014/main" id="{322C241E-EE67-62F5-153C-A8BCA9A9CE1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355427" y="1940470"/>
            <a:ext cx="7630590" cy="4324596"/>
          </a:xfrm>
          <a:prstGeom prst="rect">
            <a:avLst/>
          </a:prstGeom>
        </p:spPr>
      </p:pic>
    </p:spTree>
    <p:extLst>
      <p:ext uri="{BB962C8B-B14F-4D97-AF65-F5344CB8AC3E}">
        <p14:creationId xmlns:p14="http://schemas.microsoft.com/office/powerpoint/2010/main" val="30648156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EA41E-3AB1-84C6-BBDA-DC7D73993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5F4D1-7EAA-8FBD-CB7A-4AF1813CB2C8}"/>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3C879B54-A89A-B240-6067-0FA378EF401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C17377A-9BBA-0CD7-5B16-0F8CCD94DBEF}"/>
              </a:ext>
            </a:extLst>
          </p:cNvPr>
          <p:cNvSpPr>
            <a:spLocks noGrp="1"/>
          </p:cNvSpPr>
          <p:nvPr>
            <p:ph type="sldNum" sz="quarter" idx="12"/>
          </p:nvPr>
        </p:nvSpPr>
        <p:spPr/>
        <p:txBody>
          <a:bodyPr/>
          <a:lstStyle/>
          <a:p>
            <a:fld id="{382B47E1-F59F-47B3-8D16-B2A0740F319A}" type="slidenum">
              <a:rPr lang="en-US" smtClean="0"/>
              <a:pPr/>
              <a:t>56</a:t>
            </a:fld>
            <a:endParaRPr lang="en-US" dirty="0"/>
          </a:p>
        </p:txBody>
      </p:sp>
      <p:pic>
        <p:nvPicPr>
          <p:cNvPr id="7" name="Picture 6">
            <a:extLst>
              <a:ext uri="{FF2B5EF4-FFF2-40B4-BE49-F238E27FC236}">
                <a16:creationId xmlns:a16="http://schemas.microsoft.com/office/drawing/2014/main" id="{DBCA8721-E49E-E881-A4C0-CBF16D2A64BA}"/>
              </a:ext>
            </a:extLst>
          </p:cNvPr>
          <p:cNvPicPr>
            <a:picLocks noChangeAspect="1"/>
          </p:cNvPicPr>
          <p:nvPr/>
        </p:nvPicPr>
        <p:blipFill>
          <a:blip r:embed="rId2"/>
          <a:stretch>
            <a:fillRect/>
          </a:stretch>
        </p:blipFill>
        <p:spPr>
          <a:xfrm>
            <a:off x="1967378" y="2084832"/>
            <a:ext cx="8257243" cy="2933003"/>
          </a:xfrm>
          <a:prstGeom prst="rect">
            <a:avLst/>
          </a:prstGeom>
        </p:spPr>
      </p:pic>
      <p:pic>
        <p:nvPicPr>
          <p:cNvPr id="8" name="Picture 7">
            <a:extLst>
              <a:ext uri="{FF2B5EF4-FFF2-40B4-BE49-F238E27FC236}">
                <a16:creationId xmlns:a16="http://schemas.microsoft.com/office/drawing/2014/main" id="{3EE2BFA7-706C-27B5-E7D4-C8505FB12341}"/>
              </a:ext>
            </a:extLst>
          </p:cNvPr>
          <p:cNvPicPr>
            <a:picLocks noChangeAspect="1"/>
          </p:cNvPicPr>
          <p:nvPr/>
        </p:nvPicPr>
        <p:blipFill>
          <a:blip r:embed="rId3"/>
          <a:stretch>
            <a:fillRect/>
          </a:stretch>
        </p:blipFill>
        <p:spPr>
          <a:xfrm>
            <a:off x="1830868" y="5430541"/>
            <a:ext cx="9053805" cy="738345"/>
          </a:xfrm>
          <a:prstGeom prst="rect">
            <a:avLst/>
          </a:prstGeom>
        </p:spPr>
      </p:pic>
    </p:spTree>
    <p:extLst>
      <p:ext uri="{BB962C8B-B14F-4D97-AF65-F5344CB8AC3E}">
        <p14:creationId xmlns:p14="http://schemas.microsoft.com/office/powerpoint/2010/main" val="22011505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2E8CB-B257-B3A5-6797-EDCBF1136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5E02CE-0DF4-0E55-85C3-F314EADD66B0}"/>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C2926A41-5AFF-58E3-5A3A-2F2B09CE07E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117C68D-FD19-FD04-8A55-C1935E510515}"/>
              </a:ext>
            </a:extLst>
          </p:cNvPr>
          <p:cNvSpPr>
            <a:spLocks noGrp="1"/>
          </p:cNvSpPr>
          <p:nvPr>
            <p:ph type="sldNum" sz="quarter" idx="12"/>
          </p:nvPr>
        </p:nvSpPr>
        <p:spPr/>
        <p:txBody>
          <a:bodyPr/>
          <a:lstStyle/>
          <a:p>
            <a:fld id="{382B47E1-F59F-47B3-8D16-B2A0740F319A}" type="slidenum">
              <a:rPr lang="en-US" smtClean="0"/>
              <a:pPr/>
              <a:t>57</a:t>
            </a:fld>
            <a:endParaRPr lang="en-US" dirty="0"/>
          </a:p>
        </p:txBody>
      </p:sp>
      <p:pic>
        <p:nvPicPr>
          <p:cNvPr id="3" name="Picture 2">
            <a:extLst>
              <a:ext uri="{FF2B5EF4-FFF2-40B4-BE49-F238E27FC236}">
                <a16:creationId xmlns:a16="http://schemas.microsoft.com/office/drawing/2014/main" id="{89036B43-F086-7F33-03C2-9A9B9C547C32}"/>
              </a:ext>
            </a:extLst>
          </p:cNvPr>
          <p:cNvPicPr>
            <a:picLocks noChangeAspect="1"/>
          </p:cNvPicPr>
          <p:nvPr/>
        </p:nvPicPr>
        <p:blipFill>
          <a:blip r:embed="rId2"/>
          <a:stretch>
            <a:fillRect/>
          </a:stretch>
        </p:blipFill>
        <p:spPr>
          <a:xfrm>
            <a:off x="1457361" y="1927326"/>
            <a:ext cx="3962953" cy="3982098"/>
          </a:xfrm>
          <a:prstGeom prst="rect">
            <a:avLst/>
          </a:prstGeom>
        </p:spPr>
      </p:pic>
      <p:pic>
        <p:nvPicPr>
          <p:cNvPr id="7" name="Picture 6">
            <a:extLst>
              <a:ext uri="{FF2B5EF4-FFF2-40B4-BE49-F238E27FC236}">
                <a16:creationId xmlns:a16="http://schemas.microsoft.com/office/drawing/2014/main" id="{2507A311-B99D-D7C5-EC57-9354012B25BA}"/>
              </a:ext>
            </a:extLst>
          </p:cNvPr>
          <p:cNvPicPr>
            <a:picLocks noChangeAspect="1"/>
          </p:cNvPicPr>
          <p:nvPr/>
        </p:nvPicPr>
        <p:blipFill>
          <a:blip r:embed="rId3"/>
          <a:stretch>
            <a:fillRect/>
          </a:stretch>
        </p:blipFill>
        <p:spPr>
          <a:xfrm>
            <a:off x="6771688" y="1890095"/>
            <a:ext cx="4070622" cy="4080624"/>
          </a:xfrm>
          <a:prstGeom prst="rect">
            <a:avLst/>
          </a:prstGeom>
        </p:spPr>
      </p:pic>
      <p:sp>
        <p:nvSpPr>
          <p:cNvPr id="9" name="TextBox 8">
            <a:extLst>
              <a:ext uri="{FF2B5EF4-FFF2-40B4-BE49-F238E27FC236}">
                <a16:creationId xmlns:a16="http://schemas.microsoft.com/office/drawing/2014/main" id="{C4C4DBCF-0DDA-BCA0-1FA6-40DC32D4E80E}"/>
              </a:ext>
            </a:extLst>
          </p:cNvPr>
          <p:cNvSpPr txBox="1"/>
          <p:nvPr/>
        </p:nvSpPr>
        <p:spPr>
          <a:xfrm>
            <a:off x="2326586" y="1575944"/>
            <a:ext cx="1801729" cy="369332"/>
          </a:xfrm>
          <a:prstGeom prst="rect">
            <a:avLst/>
          </a:prstGeom>
          <a:noFill/>
        </p:spPr>
        <p:txBody>
          <a:bodyPr wrap="square">
            <a:spAutoFit/>
          </a:bodyPr>
          <a:lstStyle/>
          <a:p>
            <a:pPr algn="ctr"/>
            <a:r>
              <a:rPr lang="en-US" b="1" dirty="0"/>
              <a:t>Original Image</a:t>
            </a:r>
          </a:p>
        </p:txBody>
      </p:sp>
      <p:sp>
        <p:nvSpPr>
          <p:cNvPr id="10" name="TextBox 9">
            <a:extLst>
              <a:ext uri="{FF2B5EF4-FFF2-40B4-BE49-F238E27FC236}">
                <a16:creationId xmlns:a16="http://schemas.microsoft.com/office/drawing/2014/main" id="{1991844A-72E7-19FC-B900-602BC733FAFA}"/>
              </a:ext>
            </a:extLst>
          </p:cNvPr>
          <p:cNvSpPr txBox="1"/>
          <p:nvPr/>
        </p:nvSpPr>
        <p:spPr>
          <a:xfrm>
            <a:off x="7694748" y="1557994"/>
            <a:ext cx="2272582" cy="369332"/>
          </a:xfrm>
          <a:prstGeom prst="rect">
            <a:avLst/>
          </a:prstGeom>
          <a:noFill/>
        </p:spPr>
        <p:txBody>
          <a:bodyPr wrap="square">
            <a:spAutoFit/>
          </a:bodyPr>
          <a:lstStyle/>
          <a:p>
            <a:pPr algn="ctr"/>
            <a:r>
              <a:rPr lang="en-US" b="1" dirty="0"/>
              <a:t>Watermarked Image</a:t>
            </a:r>
          </a:p>
        </p:txBody>
      </p:sp>
      <p:sp>
        <p:nvSpPr>
          <p:cNvPr id="12" name="TextBox 11">
            <a:extLst>
              <a:ext uri="{FF2B5EF4-FFF2-40B4-BE49-F238E27FC236}">
                <a16:creationId xmlns:a16="http://schemas.microsoft.com/office/drawing/2014/main" id="{D12ED4DF-0CC6-B21E-B97E-6049B05AFBD6}"/>
              </a:ext>
            </a:extLst>
          </p:cNvPr>
          <p:cNvSpPr txBox="1"/>
          <p:nvPr/>
        </p:nvSpPr>
        <p:spPr>
          <a:xfrm>
            <a:off x="3227450" y="6011174"/>
            <a:ext cx="6093994" cy="523220"/>
          </a:xfrm>
          <a:prstGeom prst="rect">
            <a:avLst/>
          </a:prstGeom>
          <a:noFill/>
        </p:spPr>
        <p:txBody>
          <a:bodyPr wrap="square">
            <a:spAutoFit/>
          </a:bodyPr>
          <a:lstStyle/>
          <a:p>
            <a:pPr algn="ctr"/>
            <a:r>
              <a:rPr lang="en-US" sz="2800" b="1" dirty="0"/>
              <a:t>PSNR = 48.62 dB, JND = 90.03</a:t>
            </a:r>
          </a:p>
        </p:txBody>
      </p:sp>
    </p:spTree>
    <p:extLst>
      <p:ext uri="{BB962C8B-B14F-4D97-AF65-F5344CB8AC3E}">
        <p14:creationId xmlns:p14="http://schemas.microsoft.com/office/powerpoint/2010/main" val="29602191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BEA94-D10D-67C2-A3E6-1D38E8C9F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5CED7-73C3-C139-CAE5-177E91A67E41}"/>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89BC5D44-40E1-5588-5C29-5E3CC5C01EA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B073455-5267-BE96-7128-5972CAF4443E}"/>
              </a:ext>
            </a:extLst>
          </p:cNvPr>
          <p:cNvSpPr>
            <a:spLocks noGrp="1"/>
          </p:cNvSpPr>
          <p:nvPr>
            <p:ph type="sldNum" sz="quarter" idx="12"/>
          </p:nvPr>
        </p:nvSpPr>
        <p:spPr/>
        <p:txBody>
          <a:bodyPr/>
          <a:lstStyle/>
          <a:p>
            <a:fld id="{382B47E1-F59F-47B3-8D16-B2A0740F319A}" type="slidenum">
              <a:rPr lang="en-US" smtClean="0"/>
              <a:pPr/>
              <a:t>58</a:t>
            </a:fld>
            <a:endParaRPr lang="en-US" dirty="0"/>
          </a:p>
        </p:txBody>
      </p:sp>
      <p:sp>
        <p:nvSpPr>
          <p:cNvPr id="8" name="TextBox 7">
            <a:extLst>
              <a:ext uri="{FF2B5EF4-FFF2-40B4-BE49-F238E27FC236}">
                <a16:creationId xmlns:a16="http://schemas.microsoft.com/office/drawing/2014/main" id="{E60D69A6-6A87-3AD5-5941-E89025337F13}"/>
              </a:ext>
            </a:extLst>
          </p:cNvPr>
          <p:cNvSpPr txBox="1"/>
          <p:nvPr/>
        </p:nvSpPr>
        <p:spPr>
          <a:xfrm>
            <a:off x="1376349" y="5980726"/>
            <a:ext cx="9437425"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Results for lossy decoding of the compressed watermark images by SPIHT at different bitrates</a:t>
            </a:r>
          </a:p>
        </p:txBody>
      </p:sp>
      <p:pic>
        <p:nvPicPr>
          <p:cNvPr id="3" name="@holatex&#10;\documentclass{article}&#10;\usepackage[table]{xcolor} % Required for coloring cells&#10;\usepackage{multirow}     % Required for multi-row cells&#10;&#10;% Defines the highlight color to approximate the one in the image&#10;\definecolor{highlightcolor}{HTML}{B1A93F}&#10;&#10;\begin{document}&#10;&#10;\begin{table}[h!]&#10;\centering&#10;\label{tab:your_label_here}&#10;\begin{tabular}{|c|c|c|c|c|}&#10;\hline&#10;\multirow{}{\textbf{Image}} &amp; \multirow{}{\textbf{Rate (bpp)}} &amp; \multicolumn{3}{c|}{\textbf{DR}} \\ \cline{3-5} &#10;&amp; &amp; \textbf{Quarter} &amp; \textbf{Half} &amp; \textbf{Full} \\ \hline&#10;\multirow{}{Lena} &amp; 2 &amp; 0.50 &amp; 0.50 &amp; 0.50 \\ \cline{2-5} &#10;&amp; 1 &amp; 0.50 &amp; 0.50 &amp; 0.50 \\ \cline{2-5} &#10;&amp; 0.5 &amp; 0.50 &amp; 0.50 &amp; 0.50 \\ \cline{2-5} &#10;&amp; 0.4 &amp; 0.50 &amp; 0.50 &amp; 0.50 \\ \cline{2-5} &#10;&amp; 0.3 &amp; 0.50 &amp; 0.50 &amp; 0.46 \\ \cline{2-5} &#10;&amp; 0.2 &amp; 0.50 &amp; 0.50 &amp; 0.44 \\ \cline{2-5} &#10;&amp; 0.1 &amp; 0.50 &amp; 0.50 &amp; 0.30 \\ \cline{2-5} &#10;&amp; 0.075 &amp; 0.50 &amp; 0.36 &amp; 0.12 \\ \cline{2-5} &#10;&amp; 0.0625 &amp; 0.50 &amp; 0.17 &amp; 0.09 \\ \hline&#10;\end{tabular}&#10;\end{table}&#10;&#10;\end{document}">
            <a:extLst>
              <a:ext uri="{FF2B5EF4-FFF2-40B4-BE49-F238E27FC236}">
                <a16:creationId xmlns:a16="http://schemas.microsoft.com/office/drawing/2014/main" id="{0C91E840-87F3-4775-52EC-78BEB22A4677}"/>
              </a:ext>
            </a:extLst>
          </p:cNvPr>
          <p:cNvPicPr>
            <a:picLocks/>
          </p:cNvPicPr>
          <p:nvPr/>
        </p:nvPicPr>
        <p:blipFill>
          <a:blip r:embed="rId2"/>
          <a:stretch>
            <a:fillRect/>
          </a:stretch>
        </p:blipFill>
        <p:spPr>
          <a:xfrm>
            <a:off x="2475028" y="1643997"/>
            <a:ext cx="7240065" cy="4246576"/>
          </a:xfrm>
          <a:prstGeom prst="rect">
            <a:avLst/>
          </a:prstGeom>
        </p:spPr>
      </p:pic>
    </p:spTree>
    <p:extLst>
      <p:ext uri="{BB962C8B-B14F-4D97-AF65-F5344CB8AC3E}">
        <p14:creationId xmlns:p14="http://schemas.microsoft.com/office/powerpoint/2010/main" val="29645876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C771F-BEE1-2020-3686-B68DED0B3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DEDEA-0CF2-120F-2CC5-F5C59B07A5FE}"/>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9E3C8C04-06E1-B5EF-6340-BA325714708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F863AC5-268A-24A3-DB12-CD29B5A057FE}"/>
              </a:ext>
            </a:extLst>
          </p:cNvPr>
          <p:cNvSpPr>
            <a:spLocks noGrp="1"/>
          </p:cNvSpPr>
          <p:nvPr>
            <p:ph type="sldNum" sz="quarter" idx="12"/>
          </p:nvPr>
        </p:nvSpPr>
        <p:spPr/>
        <p:txBody>
          <a:bodyPr/>
          <a:lstStyle/>
          <a:p>
            <a:fld id="{382B47E1-F59F-47B3-8D16-B2A0740F319A}" type="slidenum">
              <a:rPr lang="en-US" smtClean="0"/>
              <a:pPr/>
              <a:t>59</a:t>
            </a:fld>
            <a:endParaRPr lang="en-US" dirty="0"/>
          </a:p>
        </p:txBody>
      </p:sp>
      <p:sp>
        <p:nvSpPr>
          <p:cNvPr id="8" name="TextBox 7">
            <a:extLst>
              <a:ext uri="{FF2B5EF4-FFF2-40B4-BE49-F238E27FC236}">
                <a16:creationId xmlns:a16="http://schemas.microsoft.com/office/drawing/2014/main" id="{839AEB02-8028-5D53-251D-12E68B56666C}"/>
              </a:ext>
            </a:extLst>
          </p:cNvPr>
          <p:cNvSpPr txBox="1"/>
          <p:nvPr/>
        </p:nvSpPr>
        <p:spPr>
          <a:xfrm>
            <a:off x="1231611" y="6028926"/>
            <a:ext cx="9820701"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Results for lossy decoding of the compressed watermarked images by JPEG2000 at different bitrates</a:t>
            </a:r>
          </a:p>
        </p:txBody>
      </p:sp>
      <p:pic>
        <p:nvPicPr>
          <p:cNvPr id="3" name="@holatex&#10;\documentclass{article}&#10;\usepackage[table]{xcolor} % Required for coloring rows&#10;\usepackage{multirow}     % Required for multi-row cells&#10;&#10;% Defines the highlight color to approximate the one in the image&#10;\definecolor{highlightcolor}{HTML}{B1A93F}&#10;&#10;\begin{document}&#10;&#10;\begin{table}[h!]&#10;\centering&#10;\label{tab:your_label_here}&#10;\begin{tabular}{|c|c|c|c|c|}&#10;\hline&#10;\multirow{}{\textbf{Image}} &amp; \multirow{}{\textbf{Rate (bpp)}} &amp; \multicolumn{3}{c|}{\textbf{DR}} \\ \cline{3-5} &#10;&amp; &amp; \textbf{Quarter} &amp; \textbf{Half} &amp; \textbf{Full} \\ \hline&#10;\multirow{}{Lena} &amp; 2 &amp; 0.50 &amp; 0.50 &amp; 0.50 \\ \cline{2-5} &#10;&amp; 1 &amp; 0.50 &amp; 0.50 &amp; 0.50 \\ \cline{2-5} &#10;&amp; 0.5 &amp; 0.50 &amp; 0.50 &amp; 0.48 \\ \cline{2-5} &#10;&amp; 0.4 &amp; 0.48 &amp; 0.46 &amp; 0.33 \\ \cline{2-5} &#10;&amp; 0.3 &amp; 0.47 &amp; 0.37 &amp; 0.31 \\ \cline{2-5} &#10;&amp; 0.2 &amp; 0.40 &amp; 0.30 &amp; 0.23 \\ \cline{2-5} &#10;&amp; 0.1 &amp; 0.34 &amp; 0.24 &amp; 0.17 \\ \cline{2-5} &#10;&amp; 0.075 &amp; 0.29 &amp; 0.21 &amp; 0.13 \\ \cline{2-5} &#10;&amp; 0.0625 &amp; 0.11 &amp; 0.06 &amp; 0.01 \\ \hline&#10;\end{tabular}&#10;\end{table}&#10;&#10;\end{document}">
            <a:extLst>
              <a:ext uri="{FF2B5EF4-FFF2-40B4-BE49-F238E27FC236}">
                <a16:creationId xmlns:a16="http://schemas.microsoft.com/office/drawing/2014/main" id="{F29EAC99-EDA7-5C6F-0B9E-1B29E2EE0B2C}"/>
              </a:ext>
            </a:extLst>
          </p:cNvPr>
          <p:cNvPicPr>
            <a:picLocks/>
          </p:cNvPicPr>
          <p:nvPr/>
        </p:nvPicPr>
        <p:blipFill>
          <a:blip r:embed="rId2"/>
          <a:stretch>
            <a:fillRect/>
          </a:stretch>
        </p:blipFill>
        <p:spPr>
          <a:xfrm>
            <a:off x="2358746" y="1582003"/>
            <a:ext cx="7474507" cy="4384086"/>
          </a:xfrm>
          <a:prstGeom prst="rect">
            <a:avLst/>
          </a:prstGeom>
        </p:spPr>
      </p:pic>
    </p:spTree>
    <p:extLst>
      <p:ext uri="{BB962C8B-B14F-4D97-AF65-F5344CB8AC3E}">
        <p14:creationId xmlns:p14="http://schemas.microsoft.com/office/powerpoint/2010/main" val="2386863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04DE6-9AF2-4C9B-A2E5-8D48411B9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AEE23-F4F0-3018-7F00-2890C1A71A69}"/>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A2957043-7A9D-0F72-9DFF-1DBAD7B3E7A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0CB63EF-7081-6A78-F4A0-0095BD5B5B2F}"/>
              </a:ext>
            </a:extLst>
          </p:cNvPr>
          <p:cNvSpPr>
            <a:spLocks noGrp="1"/>
          </p:cNvSpPr>
          <p:nvPr>
            <p:ph type="sldNum" sz="quarter" idx="12"/>
          </p:nvPr>
        </p:nvSpPr>
        <p:spPr/>
        <p:txBody>
          <a:bodyPr/>
          <a:lstStyle/>
          <a:p>
            <a:fld id="{382B47E1-F59F-47B3-8D16-B2A0740F319A}" type="slidenum">
              <a:rPr lang="en-US" smtClean="0"/>
              <a:pPr/>
              <a:t>60</a:t>
            </a:fld>
            <a:endParaRPr lang="en-US" dirty="0"/>
          </a:p>
        </p:txBody>
      </p:sp>
      <p:sp>
        <p:nvSpPr>
          <p:cNvPr id="22" name="TextBox 21">
            <a:extLst>
              <a:ext uri="{FF2B5EF4-FFF2-40B4-BE49-F238E27FC236}">
                <a16:creationId xmlns:a16="http://schemas.microsoft.com/office/drawing/2014/main" id="{4269B6C5-A6FA-E327-6137-13F992D7915F}"/>
              </a:ext>
            </a:extLst>
          </p:cNvPr>
          <p:cNvSpPr txBox="1"/>
          <p:nvPr/>
        </p:nvSpPr>
        <p:spPr>
          <a:xfrm>
            <a:off x="682438" y="5967847"/>
            <a:ext cx="10827124"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Results for lossy decoding of the compressed watermarked images by HS-SPIHT at full resolution (512x512)</a:t>
            </a:r>
          </a:p>
        </p:txBody>
      </p:sp>
      <p:pic>
        <p:nvPicPr>
          <p:cNvPr id="8" name="@holatex&#10;\documentclass{article}&#10;\usepackage[table]{xcolor} % Required for coloring cells&#10;\usepackage{multirow}     % Required for multi-row cells&#10;&#10;% Defines the highlight color to approximate the one in the image&#10;\definecolor{highlightcolor}{HTML}{B1A93F}&#10;&#10;\begin{document}&#10;&#10;\begin{table}[h!]&#10;\centering&#10;\label{tab:your_label_here}&#10;\begin{tabular}{|c|c|c|c|c|}&#10;\hline&#10;\multirow{}{\textbf{Image}} &amp; \multirow{}{\textbf{Rate (bpp)}} &amp; \multicolumn{3}{c|}{\textbf{DR}} \\ \cline{3-5} &#10;&amp; &amp; \textbf{Quarter} &amp; \textbf{Half} &amp; \textbf{Full} \\ \hline&#10;\multirow{}{Lena} &amp; 2 &amp; 0.50 &amp; 0.50 &amp; 0.50 \\ \cline{2-5} &#10;&amp; 1 &amp; 0.50 &amp; 0.50 &amp; 0.50 \\ \cline{2-5} &#10;&amp; 0.5 &amp; 0.50 &amp; 0.50 &amp; 0.50 \\ \cline{2-5} &#10;&amp; 0.4 &amp; 0.50 &amp; 0.50 &amp; 0.50 \\ \cline{2-5} &#10;&amp; 0.3 &amp; 0.50 &amp; 0.50 &amp; 0.39 \\ \cline{2-5} &#10;&amp; 0.2 &amp; 0.50 &amp; 0.50 &amp; 0.37 \\ \cline{2-5} &#10;&amp; 0.1 &amp; 0.50 &amp; 0.40 &amp; 0.23 \\ \cline{2-5} &#10;&amp; 0.075 &amp; 0.50 &amp; 0.31 &amp; 0.10 \\ \cline{2-5} &#10;&amp; 0.0625 &amp; 0.46 &amp; 0.19 &amp; 0.06 \\ \hline&#10;\end{tabular}&#10;\end{table}&#10;&#10;\end{document}">
            <a:extLst>
              <a:ext uri="{FF2B5EF4-FFF2-40B4-BE49-F238E27FC236}">
                <a16:creationId xmlns:a16="http://schemas.microsoft.com/office/drawing/2014/main" id="{43D4C24D-2BA7-54DC-175F-C3AEA9878E15}"/>
              </a:ext>
            </a:extLst>
          </p:cNvPr>
          <p:cNvPicPr>
            <a:picLocks noGrp="1"/>
          </p:cNvPicPr>
          <p:nvPr>
            <p:ph idx="1"/>
          </p:nvPr>
        </p:nvPicPr>
        <p:blipFill>
          <a:blip r:embed="rId2"/>
          <a:stretch>
            <a:fillRect/>
          </a:stretch>
        </p:blipFill>
        <p:spPr>
          <a:xfrm>
            <a:off x="2481138" y="1727336"/>
            <a:ext cx="7229723" cy="4240511"/>
          </a:xfrm>
          <a:prstGeom prst="rect">
            <a:avLst/>
          </a:prstGeom>
        </p:spPr>
      </p:pic>
    </p:spTree>
    <p:extLst>
      <p:ext uri="{BB962C8B-B14F-4D97-AF65-F5344CB8AC3E}">
        <p14:creationId xmlns:p14="http://schemas.microsoft.com/office/powerpoint/2010/main" val="1112807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D6AB8-3DE2-8060-30B6-50E3A3E37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9CDD8-947A-D6F5-9EB4-41BEF0B75116}"/>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DA5E63D7-E66E-53A9-19F8-03DA1AA7818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156658C-29F4-FE74-7E22-C709925DECB2}"/>
              </a:ext>
            </a:extLst>
          </p:cNvPr>
          <p:cNvSpPr>
            <a:spLocks noGrp="1"/>
          </p:cNvSpPr>
          <p:nvPr>
            <p:ph type="sldNum" sz="quarter" idx="12"/>
          </p:nvPr>
        </p:nvSpPr>
        <p:spPr/>
        <p:txBody>
          <a:bodyPr/>
          <a:lstStyle/>
          <a:p>
            <a:fld id="{382B47E1-F59F-47B3-8D16-B2A0740F319A}" type="slidenum">
              <a:rPr lang="en-US" smtClean="0"/>
              <a:pPr/>
              <a:t>61</a:t>
            </a:fld>
            <a:endParaRPr lang="en-US" dirty="0"/>
          </a:p>
        </p:txBody>
      </p:sp>
      <p:sp>
        <p:nvSpPr>
          <p:cNvPr id="22" name="TextBox 21">
            <a:extLst>
              <a:ext uri="{FF2B5EF4-FFF2-40B4-BE49-F238E27FC236}">
                <a16:creationId xmlns:a16="http://schemas.microsoft.com/office/drawing/2014/main" id="{100507B6-34AD-B68B-CDF1-FFCC5DBA4C3C}"/>
              </a:ext>
            </a:extLst>
          </p:cNvPr>
          <p:cNvSpPr txBox="1"/>
          <p:nvPr/>
        </p:nvSpPr>
        <p:spPr>
          <a:xfrm>
            <a:off x="682438" y="5903452"/>
            <a:ext cx="10827124"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US" b="1" dirty="0"/>
              <a:t>Results for lossy decoding of the compressed watermarked images by HS-SPIHT at full resolution (128×128)</a:t>
            </a:r>
          </a:p>
        </p:txBody>
      </p:sp>
      <p:pic>
        <p:nvPicPr>
          <p:cNvPr id="8" name="@holatex&#10;\documentclass{article}&#10;\usepackage[table]{xcolor} % Required for coloring cells&#10;\usepackage{multirow}     % Required for multi-row cells&#10;&#10;% Defines the highlight color to approximate the one in the image&#10;\definecolor{highlightcolor}{HTML}{B1A93F}&#10;&#10;\begin{document}&#10;&#10;\begin{table}[h!]&#10;\centering&#10;\label{tab:your_label_here}&#10;\begin{tabular}{|c|c|c|c|c|}&#10;\hline&#10;\multirow{}{\textbf{Image}} &amp; \multirow{}{\textbf{Rate (bpp)}} &amp; \multicolumn{3}{c|}{\textbf{DR}} \\ \cline{3-5} &#10;&amp; &amp; \textbf{Quarter} &amp; \textbf{Half} &amp; \textbf{Full} \\ \hline&#10;\multirow{}{Lena} &amp; 0.5 &amp; 0.50 &amp; 0.50 &amp; 0.50 \\ \cline{2-5} &#10;&amp; 0.4 &amp; 0.50 &amp; 0.50 &amp; 0.50 \\ \cline{2-5} &#10;&amp; 0.3 &amp; 0.50 &amp; 0.50 &amp; 0.50 \\ \cline{2-5} &#10;&amp; 0.2 &amp; 0.50 &amp; 0.50 &amp; 0.48 \\ \cline{2-5} &#10;&amp; 0.1 &amp; 0.50 &amp; 0.50 &amp; 0.37 \\ \cline{2-5} &#10;&amp; 0.075 &amp; 0.50 &amp; 0.38 &amp; 0.21 \\ \cline{2-5} &#10;&amp; 0.0625 &amp; 0.50 &amp; 0.25 &amp; 0.14 \\ \cline{2-5} &#10;&amp; 0.05 &amp; 0.50 &amp; 0.17 &amp; 0.07 \\ \hline&#10;\end{tabular}&#10;\end{table}&#10;&#10;\end{document}">
            <a:extLst>
              <a:ext uri="{FF2B5EF4-FFF2-40B4-BE49-F238E27FC236}">
                <a16:creationId xmlns:a16="http://schemas.microsoft.com/office/drawing/2014/main" id="{42F5F145-EE9B-731C-75E6-C9DB4661D5FC}"/>
              </a:ext>
            </a:extLst>
          </p:cNvPr>
          <p:cNvPicPr>
            <a:picLocks noGrp="1"/>
          </p:cNvPicPr>
          <p:nvPr>
            <p:ph idx="1"/>
          </p:nvPr>
        </p:nvPicPr>
        <p:blipFill>
          <a:blip r:embed="rId2"/>
          <a:stretch>
            <a:fillRect/>
          </a:stretch>
        </p:blipFill>
        <p:spPr>
          <a:xfrm>
            <a:off x="2206988" y="1688699"/>
            <a:ext cx="7778023" cy="4163237"/>
          </a:xfrm>
          <a:prstGeom prst="rect">
            <a:avLst/>
          </a:prstGeom>
        </p:spPr>
      </p:pic>
    </p:spTree>
    <p:extLst>
      <p:ext uri="{BB962C8B-B14F-4D97-AF65-F5344CB8AC3E}">
        <p14:creationId xmlns:p14="http://schemas.microsoft.com/office/powerpoint/2010/main" val="17835001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C5E11-0E9D-DC2E-B557-8CC929E4D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9F37C-64F6-5107-E5FE-E0D3BAAE5739}"/>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7800A4B9-D2A3-41B2-5DDD-F8ECBF17099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114437A-15B9-C22D-EE6B-EAC3EF7FAA3D}"/>
              </a:ext>
            </a:extLst>
          </p:cNvPr>
          <p:cNvSpPr>
            <a:spLocks noGrp="1"/>
          </p:cNvSpPr>
          <p:nvPr>
            <p:ph type="sldNum" sz="quarter" idx="12"/>
          </p:nvPr>
        </p:nvSpPr>
        <p:spPr/>
        <p:txBody>
          <a:bodyPr/>
          <a:lstStyle/>
          <a:p>
            <a:fld id="{382B47E1-F59F-47B3-8D16-B2A0740F319A}" type="slidenum">
              <a:rPr lang="en-US" smtClean="0"/>
              <a:pPr/>
              <a:t>62</a:t>
            </a:fld>
            <a:endParaRPr lang="en-US" dirty="0"/>
          </a:p>
        </p:txBody>
      </p:sp>
      <p:pic>
        <p:nvPicPr>
          <p:cNvPr id="7" name="Content Placeholder 6">
            <a:extLst>
              <a:ext uri="{FF2B5EF4-FFF2-40B4-BE49-F238E27FC236}">
                <a16:creationId xmlns:a16="http://schemas.microsoft.com/office/drawing/2014/main" id="{05C6C0B8-C789-362F-6A89-13F0506E84BC}"/>
              </a:ext>
            </a:extLst>
          </p:cNvPr>
          <p:cNvPicPr>
            <a:picLocks noGrp="1" noChangeAspect="1"/>
          </p:cNvPicPr>
          <p:nvPr>
            <p:ph idx="1"/>
          </p:nvPr>
        </p:nvPicPr>
        <p:blipFill>
          <a:blip r:embed="rId2"/>
          <a:stretch>
            <a:fillRect/>
          </a:stretch>
        </p:blipFill>
        <p:spPr>
          <a:xfrm>
            <a:off x="2187813" y="1731221"/>
            <a:ext cx="7816374" cy="4626842"/>
          </a:xfrm>
          <a:prstGeom prst="rect">
            <a:avLst/>
          </a:prstGeom>
        </p:spPr>
      </p:pic>
    </p:spTree>
    <p:extLst>
      <p:ext uri="{BB962C8B-B14F-4D97-AF65-F5344CB8AC3E}">
        <p14:creationId xmlns:p14="http://schemas.microsoft.com/office/powerpoint/2010/main" val="7283680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338E3-68D8-A552-0219-472CCA84C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C5670-71AB-CBC0-18AD-B0AF92D411E8}"/>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A41E883E-F076-2444-3E95-2677CA4D85B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8D37DCE-4288-65E9-24B3-8AE138A761DC}"/>
              </a:ext>
            </a:extLst>
          </p:cNvPr>
          <p:cNvSpPr>
            <a:spLocks noGrp="1"/>
          </p:cNvSpPr>
          <p:nvPr>
            <p:ph type="sldNum" sz="quarter" idx="12"/>
          </p:nvPr>
        </p:nvSpPr>
        <p:spPr/>
        <p:txBody>
          <a:bodyPr/>
          <a:lstStyle/>
          <a:p>
            <a:fld id="{382B47E1-F59F-47B3-8D16-B2A0740F319A}" type="slidenum">
              <a:rPr lang="en-US" smtClean="0"/>
              <a:pPr/>
              <a:t>63</a:t>
            </a:fld>
            <a:endParaRPr lang="en-US" dirty="0"/>
          </a:p>
        </p:txBody>
      </p:sp>
      <p:pic>
        <p:nvPicPr>
          <p:cNvPr id="11" name="Content Placeholder 10">
            <a:extLst>
              <a:ext uri="{FF2B5EF4-FFF2-40B4-BE49-F238E27FC236}">
                <a16:creationId xmlns:a16="http://schemas.microsoft.com/office/drawing/2014/main" id="{DED03FEE-4D66-5EA2-C590-CB404D419303}"/>
              </a:ext>
            </a:extLst>
          </p:cNvPr>
          <p:cNvPicPr>
            <a:picLocks noGrp="1" noChangeAspect="1"/>
          </p:cNvPicPr>
          <p:nvPr>
            <p:ph idx="1"/>
          </p:nvPr>
        </p:nvPicPr>
        <p:blipFill>
          <a:blip r:embed="rId2"/>
          <a:stretch>
            <a:fillRect/>
          </a:stretch>
        </p:blipFill>
        <p:spPr>
          <a:xfrm>
            <a:off x="4377093" y="2084832"/>
            <a:ext cx="6965273" cy="4022725"/>
          </a:xfrm>
          <a:prstGeom prst="rect">
            <a:avLst/>
          </a:prstGeom>
        </p:spPr>
      </p:pic>
      <p:pic>
        <p:nvPicPr>
          <p:cNvPr id="12" name="Picture 11">
            <a:extLst>
              <a:ext uri="{FF2B5EF4-FFF2-40B4-BE49-F238E27FC236}">
                <a16:creationId xmlns:a16="http://schemas.microsoft.com/office/drawing/2014/main" id="{4359CA8B-8A9F-CABC-2A61-B33EE95C6BB4}"/>
              </a:ext>
            </a:extLst>
          </p:cNvPr>
          <p:cNvPicPr>
            <a:picLocks noChangeAspect="1"/>
          </p:cNvPicPr>
          <p:nvPr/>
        </p:nvPicPr>
        <p:blipFill>
          <a:blip r:embed="rId3"/>
          <a:stretch>
            <a:fillRect/>
          </a:stretch>
        </p:blipFill>
        <p:spPr>
          <a:xfrm>
            <a:off x="993336" y="2059074"/>
            <a:ext cx="3406249" cy="3916723"/>
          </a:xfrm>
          <a:prstGeom prst="rect">
            <a:avLst/>
          </a:prstGeom>
        </p:spPr>
      </p:pic>
    </p:spTree>
    <p:extLst>
      <p:ext uri="{BB962C8B-B14F-4D97-AF65-F5344CB8AC3E}">
        <p14:creationId xmlns:p14="http://schemas.microsoft.com/office/powerpoint/2010/main" val="14460530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985D-AECB-A850-554C-155C53EE6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98699-8B78-3206-8BFD-1DD4E8612DB7}"/>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0652ECF2-2956-6FDE-7F22-29CAD086E8C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CF0FD56-F407-5C06-9C5B-55EA4C5F4F68}"/>
              </a:ext>
            </a:extLst>
          </p:cNvPr>
          <p:cNvSpPr>
            <a:spLocks noGrp="1"/>
          </p:cNvSpPr>
          <p:nvPr>
            <p:ph type="sldNum" sz="quarter" idx="12"/>
          </p:nvPr>
        </p:nvSpPr>
        <p:spPr/>
        <p:txBody>
          <a:bodyPr/>
          <a:lstStyle/>
          <a:p>
            <a:fld id="{382B47E1-F59F-47B3-8D16-B2A0740F319A}" type="slidenum">
              <a:rPr lang="en-US" smtClean="0"/>
              <a:pPr/>
              <a:t>64</a:t>
            </a:fld>
            <a:endParaRPr lang="en-US" dirty="0"/>
          </a:p>
        </p:txBody>
      </p:sp>
      <p:pic>
        <p:nvPicPr>
          <p:cNvPr id="7" name="Content Placeholder 6">
            <a:extLst>
              <a:ext uri="{FF2B5EF4-FFF2-40B4-BE49-F238E27FC236}">
                <a16:creationId xmlns:a16="http://schemas.microsoft.com/office/drawing/2014/main" id="{5E5517FD-5EFD-A1FA-B41E-ED963233EE16}"/>
              </a:ext>
            </a:extLst>
          </p:cNvPr>
          <p:cNvPicPr>
            <a:picLocks noGrp="1" noChangeAspect="1"/>
          </p:cNvPicPr>
          <p:nvPr>
            <p:ph idx="1"/>
          </p:nvPr>
        </p:nvPicPr>
        <p:blipFill>
          <a:blip r:embed="rId2"/>
          <a:stretch>
            <a:fillRect/>
          </a:stretch>
        </p:blipFill>
        <p:spPr>
          <a:xfrm>
            <a:off x="5472687" y="1549118"/>
            <a:ext cx="6217409" cy="4911975"/>
          </a:xfrm>
          <a:prstGeom prst="rect">
            <a:avLst/>
          </a:prstGeom>
        </p:spPr>
      </p:pic>
      <p:pic>
        <p:nvPicPr>
          <p:cNvPr id="8" name="Picture 7">
            <a:extLst>
              <a:ext uri="{FF2B5EF4-FFF2-40B4-BE49-F238E27FC236}">
                <a16:creationId xmlns:a16="http://schemas.microsoft.com/office/drawing/2014/main" id="{8E41A393-5C0B-E3CF-4ADA-9FE939C5437A}"/>
              </a:ext>
            </a:extLst>
          </p:cNvPr>
          <p:cNvPicPr>
            <a:picLocks noChangeAspect="1"/>
          </p:cNvPicPr>
          <p:nvPr/>
        </p:nvPicPr>
        <p:blipFill>
          <a:blip r:embed="rId3"/>
          <a:stretch>
            <a:fillRect/>
          </a:stretch>
        </p:blipFill>
        <p:spPr>
          <a:xfrm>
            <a:off x="318943" y="1999812"/>
            <a:ext cx="5153744" cy="4010585"/>
          </a:xfrm>
          <a:prstGeom prst="rect">
            <a:avLst/>
          </a:prstGeom>
        </p:spPr>
      </p:pic>
    </p:spTree>
    <p:extLst>
      <p:ext uri="{BB962C8B-B14F-4D97-AF65-F5344CB8AC3E}">
        <p14:creationId xmlns:p14="http://schemas.microsoft.com/office/powerpoint/2010/main" val="32953051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3B1F1-EA61-2B01-78D1-2F29FF7CC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5452C-E0A1-7476-C62F-041D43FA6E65}"/>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BF9A0C91-D92E-73CA-7DEF-06208CF0646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6C7CFE7-E277-16EA-0254-2FA9634E2A79}"/>
              </a:ext>
            </a:extLst>
          </p:cNvPr>
          <p:cNvSpPr>
            <a:spLocks noGrp="1"/>
          </p:cNvSpPr>
          <p:nvPr>
            <p:ph type="sldNum" sz="quarter" idx="12"/>
          </p:nvPr>
        </p:nvSpPr>
        <p:spPr/>
        <p:txBody>
          <a:bodyPr/>
          <a:lstStyle/>
          <a:p>
            <a:fld id="{382B47E1-F59F-47B3-8D16-B2A0740F319A}" type="slidenum">
              <a:rPr lang="en-US" smtClean="0"/>
              <a:pPr/>
              <a:t>65</a:t>
            </a:fld>
            <a:endParaRPr lang="en-US" dirty="0"/>
          </a:p>
        </p:txBody>
      </p:sp>
      <p:pic>
        <p:nvPicPr>
          <p:cNvPr id="8" name="Picture 7">
            <a:extLst>
              <a:ext uri="{FF2B5EF4-FFF2-40B4-BE49-F238E27FC236}">
                <a16:creationId xmlns:a16="http://schemas.microsoft.com/office/drawing/2014/main" id="{E3D2E007-B65A-37E8-164F-927DB7E23F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4662" y="1644949"/>
            <a:ext cx="5526723" cy="4816145"/>
          </a:xfrm>
          <a:prstGeom prst="rect">
            <a:avLst/>
          </a:prstGeom>
        </p:spPr>
      </p:pic>
      <p:pic>
        <p:nvPicPr>
          <p:cNvPr id="9" name="Content Placeholder 8">
            <a:extLst>
              <a:ext uri="{FF2B5EF4-FFF2-40B4-BE49-F238E27FC236}">
                <a16:creationId xmlns:a16="http://schemas.microsoft.com/office/drawing/2014/main" id="{36E74AFA-FC27-1C53-F39F-F83BF46B78F2}"/>
              </a:ext>
            </a:extLst>
          </p:cNvPr>
          <p:cNvPicPr>
            <a:picLocks noGrp="1" noChangeAspect="1"/>
          </p:cNvPicPr>
          <p:nvPr>
            <p:ph idx="1"/>
          </p:nvPr>
        </p:nvPicPr>
        <p:blipFill>
          <a:blip r:embed="rId3"/>
          <a:stretch>
            <a:fillRect/>
          </a:stretch>
        </p:blipFill>
        <p:spPr>
          <a:xfrm>
            <a:off x="6140616" y="1620635"/>
            <a:ext cx="5751974" cy="4840459"/>
          </a:xfrm>
          <a:prstGeom prst="rect">
            <a:avLst/>
          </a:prstGeom>
        </p:spPr>
      </p:pic>
    </p:spTree>
    <p:extLst>
      <p:ext uri="{BB962C8B-B14F-4D97-AF65-F5344CB8AC3E}">
        <p14:creationId xmlns:p14="http://schemas.microsoft.com/office/powerpoint/2010/main" val="660675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EEE13-5819-86D5-0565-63200BF88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0B727-04A5-C40B-AF69-1D59DB8C1E3B}"/>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9D47D641-A6E7-3066-8E9C-6F6AAAC6835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DA7F383-60F4-CF82-02C8-2D4CF88BDBBA}"/>
              </a:ext>
            </a:extLst>
          </p:cNvPr>
          <p:cNvSpPr>
            <a:spLocks noGrp="1"/>
          </p:cNvSpPr>
          <p:nvPr>
            <p:ph type="sldNum" sz="quarter" idx="12"/>
          </p:nvPr>
        </p:nvSpPr>
        <p:spPr/>
        <p:txBody>
          <a:bodyPr/>
          <a:lstStyle/>
          <a:p>
            <a:fld id="{382B47E1-F59F-47B3-8D16-B2A0740F319A}" type="slidenum">
              <a:rPr lang="en-US" smtClean="0"/>
              <a:pPr/>
              <a:t>66</a:t>
            </a:fld>
            <a:endParaRPr lang="en-US" dirty="0"/>
          </a:p>
        </p:txBody>
      </p:sp>
      <p:pic>
        <p:nvPicPr>
          <p:cNvPr id="7" name="Content Placeholder 6">
            <a:extLst>
              <a:ext uri="{FF2B5EF4-FFF2-40B4-BE49-F238E27FC236}">
                <a16:creationId xmlns:a16="http://schemas.microsoft.com/office/drawing/2014/main" id="{B75779DC-AD3A-14D9-20DC-B477CCB3181C}"/>
              </a:ext>
            </a:extLst>
          </p:cNvPr>
          <p:cNvPicPr>
            <a:picLocks noGrp="1" noChangeAspect="1"/>
          </p:cNvPicPr>
          <p:nvPr>
            <p:ph idx="1"/>
          </p:nvPr>
        </p:nvPicPr>
        <p:blipFill>
          <a:blip r:embed="rId2"/>
          <a:stretch>
            <a:fillRect/>
          </a:stretch>
        </p:blipFill>
        <p:spPr>
          <a:xfrm>
            <a:off x="2444221" y="2084832"/>
            <a:ext cx="7303557" cy="3982505"/>
          </a:xfrm>
          <a:prstGeom prst="rect">
            <a:avLst/>
          </a:prstGeom>
        </p:spPr>
      </p:pic>
    </p:spTree>
    <p:extLst>
      <p:ext uri="{BB962C8B-B14F-4D97-AF65-F5344CB8AC3E}">
        <p14:creationId xmlns:p14="http://schemas.microsoft.com/office/powerpoint/2010/main" val="1015053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4497-5B90-B385-1D90-19FE62BB8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707C7-9312-D683-F9A3-342FF562D772}"/>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0193B4EF-EDB9-ED7F-482E-FB20BA1B91E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71F9ED0-55E2-AE55-55B5-D592B877E60E}"/>
              </a:ext>
            </a:extLst>
          </p:cNvPr>
          <p:cNvSpPr>
            <a:spLocks noGrp="1"/>
          </p:cNvSpPr>
          <p:nvPr>
            <p:ph type="sldNum" sz="quarter" idx="12"/>
          </p:nvPr>
        </p:nvSpPr>
        <p:spPr/>
        <p:txBody>
          <a:bodyPr/>
          <a:lstStyle/>
          <a:p>
            <a:fld id="{382B47E1-F59F-47B3-8D16-B2A0740F319A}" type="slidenum">
              <a:rPr lang="en-US" smtClean="0"/>
              <a:pPr/>
              <a:t>67</a:t>
            </a:fld>
            <a:endParaRPr lang="en-US" dirty="0"/>
          </a:p>
        </p:txBody>
      </p:sp>
      <p:pic>
        <p:nvPicPr>
          <p:cNvPr id="8" name="Content Placeholder 7">
            <a:extLst>
              <a:ext uri="{FF2B5EF4-FFF2-40B4-BE49-F238E27FC236}">
                <a16:creationId xmlns:a16="http://schemas.microsoft.com/office/drawing/2014/main" id="{DA2DC687-10A7-A2CB-D7CB-EA2B3671F354}"/>
              </a:ext>
            </a:extLst>
          </p:cNvPr>
          <p:cNvPicPr>
            <a:picLocks noGrp="1" noChangeAspect="1"/>
          </p:cNvPicPr>
          <p:nvPr>
            <p:ph idx="1"/>
          </p:nvPr>
        </p:nvPicPr>
        <p:blipFill>
          <a:blip r:embed="rId2"/>
          <a:stretch>
            <a:fillRect/>
          </a:stretch>
        </p:blipFill>
        <p:spPr>
          <a:xfrm>
            <a:off x="1743505" y="1634362"/>
            <a:ext cx="8827966" cy="4638422"/>
          </a:xfrm>
          <a:prstGeom prst="rect">
            <a:avLst/>
          </a:prstGeom>
        </p:spPr>
      </p:pic>
    </p:spTree>
    <p:extLst>
      <p:ext uri="{BB962C8B-B14F-4D97-AF65-F5344CB8AC3E}">
        <p14:creationId xmlns:p14="http://schemas.microsoft.com/office/powerpoint/2010/main" val="42621337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34D4A-B667-F08C-EA14-453D55403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27F40-5924-D4D9-F91D-406848DD552E}"/>
              </a:ext>
            </a:extLst>
          </p:cNvPr>
          <p:cNvSpPr>
            <a:spLocks noGrp="1"/>
          </p:cNvSpPr>
          <p:nvPr>
            <p:ph type="title"/>
          </p:nvPr>
        </p:nvSpPr>
        <p:spPr/>
        <p:txBody>
          <a:bodyPr/>
          <a:lstStyle/>
          <a:p>
            <a:r>
              <a:rPr lang="en-US" dirty="0">
                <a:solidFill>
                  <a:srgbClr val="0070C0"/>
                </a:solidFill>
              </a:rPr>
              <a:t>FOURTH approach to Scalable watermarking</a:t>
            </a:r>
          </a:p>
        </p:txBody>
      </p:sp>
      <p:sp>
        <p:nvSpPr>
          <p:cNvPr id="4" name="Footer Placeholder 3">
            <a:extLst>
              <a:ext uri="{FF2B5EF4-FFF2-40B4-BE49-F238E27FC236}">
                <a16:creationId xmlns:a16="http://schemas.microsoft.com/office/drawing/2014/main" id="{1D9B8FEE-37DE-24AC-08F9-7B740DB8287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F5525C3-5783-8F8F-4FF1-B3504D8BF4D8}"/>
              </a:ext>
            </a:extLst>
          </p:cNvPr>
          <p:cNvSpPr>
            <a:spLocks noGrp="1"/>
          </p:cNvSpPr>
          <p:nvPr>
            <p:ph type="sldNum" sz="quarter" idx="12"/>
          </p:nvPr>
        </p:nvSpPr>
        <p:spPr/>
        <p:txBody>
          <a:bodyPr/>
          <a:lstStyle/>
          <a:p>
            <a:fld id="{382B47E1-F59F-47B3-8D16-B2A0740F319A}" type="slidenum">
              <a:rPr lang="en-US" smtClean="0"/>
              <a:pPr/>
              <a:t>68</a:t>
            </a:fld>
            <a:endParaRPr lang="en-US" dirty="0"/>
          </a:p>
        </p:txBody>
      </p:sp>
      <p:pic>
        <p:nvPicPr>
          <p:cNvPr id="7" name="Content Placeholder 6">
            <a:extLst>
              <a:ext uri="{FF2B5EF4-FFF2-40B4-BE49-F238E27FC236}">
                <a16:creationId xmlns:a16="http://schemas.microsoft.com/office/drawing/2014/main" id="{41536345-D111-9AE0-AC55-4301DBBC93E7}"/>
              </a:ext>
            </a:extLst>
          </p:cNvPr>
          <p:cNvPicPr>
            <a:picLocks noGrp="1" noChangeAspect="1"/>
          </p:cNvPicPr>
          <p:nvPr>
            <p:ph idx="1"/>
          </p:nvPr>
        </p:nvPicPr>
        <p:blipFill>
          <a:blip r:embed="rId2"/>
          <a:stretch>
            <a:fillRect/>
          </a:stretch>
        </p:blipFill>
        <p:spPr>
          <a:xfrm>
            <a:off x="451738" y="1854559"/>
            <a:ext cx="11421629" cy="4252990"/>
          </a:xfrm>
          <a:prstGeom prst="rect">
            <a:avLst/>
          </a:prstGeom>
        </p:spPr>
      </p:pic>
    </p:spTree>
    <p:extLst>
      <p:ext uri="{BB962C8B-B14F-4D97-AF65-F5344CB8AC3E}">
        <p14:creationId xmlns:p14="http://schemas.microsoft.com/office/powerpoint/2010/main" val="16800672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C090-7520-F514-65F4-2287D5948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BEDAE-F86C-9C8F-DD1E-3B1823D721F8}"/>
              </a:ext>
            </a:extLst>
          </p:cNvPr>
          <p:cNvSpPr>
            <a:spLocks noGrp="1"/>
          </p:cNvSpPr>
          <p:nvPr>
            <p:ph type="title"/>
          </p:nvPr>
        </p:nvSpPr>
        <p:spPr/>
        <p:txBody>
          <a:bodyPr/>
          <a:lstStyle/>
          <a:p>
            <a:r>
              <a:rPr lang="en-US" dirty="0">
                <a:solidFill>
                  <a:srgbClr val="0070C0"/>
                </a:solidFill>
              </a:rPr>
              <a:t>Comparison between 4 approaches</a:t>
            </a:r>
          </a:p>
        </p:txBody>
      </p:sp>
      <p:sp>
        <p:nvSpPr>
          <p:cNvPr id="4" name="Footer Placeholder 3">
            <a:extLst>
              <a:ext uri="{FF2B5EF4-FFF2-40B4-BE49-F238E27FC236}">
                <a16:creationId xmlns:a16="http://schemas.microsoft.com/office/drawing/2014/main" id="{D7B547D0-8D18-0AEA-43A8-ECC09794E24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8A3A192-C203-212A-B055-446D8AA22161}"/>
              </a:ext>
            </a:extLst>
          </p:cNvPr>
          <p:cNvSpPr>
            <a:spLocks noGrp="1"/>
          </p:cNvSpPr>
          <p:nvPr>
            <p:ph type="sldNum" sz="quarter" idx="12"/>
          </p:nvPr>
        </p:nvSpPr>
        <p:spPr/>
        <p:txBody>
          <a:bodyPr/>
          <a:lstStyle/>
          <a:p>
            <a:fld id="{382B47E1-F59F-47B3-8D16-B2A0740F319A}" type="slidenum">
              <a:rPr lang="en-US" smtClean="0"/>
              <a:pPr/>
              <a:t>69</a:t>
            </a:fld>
            <a:endParaRPr lang="en-US" dirty="0"/>
          </a:p>
        </p:txBody>
      </p:sp>
      <p:pic>
        <p:nvPicPr>
          <p:cNvPr id="13" name="@holatex&#10;\documentclass{article}&#10;\usepackage{multirow} % Required for multi-row cells&#10;&#10;\begin{document}&#10;&#10;\begin{table}[h!]&#10;\centering&#10;\caption{Comparison of different algorithms using PSNR and JND metrics for the Lena image.}&#10;\label{tab:algorithm_comparison}&#10;\begin{tabular}{|c|c|c|c|c|c|}&#10;\hline&#10;\textbf{Image} &amp; \textbf{Metric} &amp; \textbf{Algorithm I} &amp; \textbf{Algorithm II} &amp; \textbf{Algorithm III} &amp; \textbf{Algorithm IV} \\ \hline&#10;\multirow{}{Lena} &amp; PSNR &amp; 46.47 &amp; 47.3 &amp; 46.70 &amp; 48.62  \\ \cline{2-6} &#10;&amp; JND &amp; 166.6 &amp; ... &amp; 116.1 &amp; 90.03 \\ \hline&#10;\end{tabular}&#10;\end{table}&#10;&#10;\end{document}">
            <a:extLst>
              <a:ext uri="{FF2B5EF4-FFF2-40B4-BE49-F238E27FC236}">
                <a16:creationId xmlns:a16="http://schemas.microsoft.com/office/drawing/2014/main" id="{960314AD-45C1-A6B8-DCDB-7A5670BB9501}"/>
              </a:ext>
            </a:extLst>
          </p:cNvPr>
          <p:cNvPicPr>
            <a:picLocks noGrp="1"/>
          </p:cNvPicPr>
          <p:nvPr>
            <p:ph idx="1"/>
          </p:nvPr>
        </p:nvPicPr>
        <p:blipFill>
          <a:blip r:embed="rId2"/>
          <a:stretch>
            <a:fillRect/>
          </a:stretch>
        </p:blipFill>
        <p:spPr>
          <a:xfrm>
            <a:off x="1024488" y="2741187"/>
            <a:ext cx="10266362" cy="1850222"/>
          </a:xfrm>
          <a:prstGeom prst="rect">
            <a:avLst/>
          </a:prstGeom>
        </p:spPr>
      </p:pic>
    </p:spTree>
    <p:extLst>
      <p:ext uri="{BB962C8B-B14F-4D97-AF65-F5344CB8AC3E}">
        <p14:creationId xmlns:p14="http://schemas.microsoft.com/office/powerpoint/2010/main" val="25652367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7BD3A-BBFB-61D3-F2FD-1B72E646C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3FC3C-FAE5-2FF5-F81F-2FEDA737AA25}"/>
              </a:ext>
            </a:extLst>
          </p:cNvPr>
          <p:cNvSpPr>
            <a:spLocks noGrp="1"/>
          </p:cNvSpPr>
          <p:nvPr>
            <p:ph type="title"/>
          </p:nvPr>
        </p:nvSpPr>
        <p:spPr/>
        <p:txBody>
          <a:bodyPr/>
          <a:lstStyle/>
          <a:p>
            <a:r>
              <a:rPr lang="en-US" dirty="0">
                <a:solidFill>
                  <a:srgbClr val="0070C0"/>
                </a:solidFill>
              </a:rPr>
              <a:t>Comparison between 4 approaches</a:t>
            </a:r>
          </a:p>
        </p:txBody>
      </p:sp>
      <p:sp>
        <p:nvSpPr>
          <p:cNvPr id="4" name="Footer Placeholder 3">
            <a:extLst>
              <a:ext uri="{FF2B5EF4-FFF2-40B4-BE49-F238E27FC236}">
                <a16:creationId xmlns:a16="http://schemas.microsoft.com/office/drawing/2014/main" id="{32399C7C-E572-FAF6-13F1-73E360603D7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A00FB5F-484A-65C1-18B7-F8CB4AF7281B}"/>
              </a:ext>
            </a:extLst>
          </p:cNvPr>
          <p:cNvSpPr>
            <a:spLocks noGrp="1"/>
          </p:cNvSpPr>
          <p:nvPr>
            <p:ph type="sldNum" sz="quarter" idx="12"/>
          </p:nvPr>
        </p:nvSpPr>
        <p:spPr/>
        <p:txBody>
          <a:bodyPr/>
          <a:lstStyle/>
          <a:p>
            <a:fld id="{382B47E1-F59F-47B3-8D16-B2A0740F319A}" type="slidenum">
              <a:rPr lang="en-US" smtClean="0"/>
              <a:pPr/>
              <a:t>70</a:t>
            </a:fld>
            <a:endParaRPr lang="en-US" dirty="0"/>
          </a:p>
        </p:txBody>
      </p:sp>
      <p:pic>
        <p:nvPicPr>
          <p:cNvPr id="21" name="@holatex&#10;\documentclass{article}&#10;\usepackage{multirow}     % Required for multi-row cells&#10;&#10;\begin{document}&#10;&#10;\begin{table}[h!]&#10;\centering&#10;\caption{Comparison of different algorithms and compression methods at various resolutions.}&#10;\label{tab:algorithm_compression_comparison_reordered_no_highlight}&#10;\begin{tabular}{|c|c|c|c|c|}&#10;\hline&#10;\textbf{Algorithm} &amp; \textbf{Resolution} &amp; \textbf{SPIHT (bpp)} &amp; \textbf{HS-SPIHT 512x512 (bpp)} &amp; \textbf{HS-SPIHT 128x128 (bpp)} \\ \hline&#10;% Algorithm I&#10;\multirow{}{I} &amp; Full &amp; 1 &amp; 0.5 &amp; 0.3 \\ \cline{2-5} &#10;&amp; Half &amp; 0.4 &amp; 0.25 &amp; 0.15 \\ \cline{2-5} &#10;&amp; Quarter &amp; 0.2 &amp; 0.15 &amp; 0.1 \\ \hline&#10;% New Algorithm II (formerly empty IV)&#10;\multirow{}{\textbf{II}} &amp; Full &amp; ... &amp; ... &amp; ... \\ \cline{2-5} &#10;&amp; Half &amp; ... &amp; ... &amp; ... \\ \cline{2-5} &#10;&amp; Quarter &amp; ... &amp; ... &amp; ... \\ \hline&#10;% New Algorithm III (formerly II)&#10;\multirow{}{III} &amp; Full &amp; 1 &amp; 0.5 &amp; 0.3 \\ \cline{2-5} &#10;&amp; Half &amp; 0.4 &amp; 0.25 &amp; 0.15 \\ \cline{2-5} &#10;&amp; Quarter &amp; 0.2 &amp; 0.15 &amp; 0.1 \\ \hline&#10;% New Algorithm IV (formerly III)&#10;\multirow{}{IV} &amp; Full &amp; 0.4 &amp; 0.4 &amp; 0.3 \\ \cline{2-5} &#10;&amp; Half &amp; 0.1 &amp; 0.2 &amp; 0.1 \\ \cline{2-5} &#10;&amp; Quarter &amp; 0.0625 &amp; 0.075 &amp; 0.05 \\ \hline&#10;\end{tabular}&#10;\end{table}&#10;&#10;\end{document}">
            <a:extLst>
              <a:ext uri="{FF2B5EF4-FFF2-40B4-BE49-F238E27FC236}">
                <a16:creationId xmlns:a16="http://schemas.microsoft.com/office/drawing/2014/main" id="{B5B45809-3728-E27A-7291-EDAB38A3F827}"/>
              </a:ext>
            </a:extLst>
          </p:cNvPr>
          <p:cNvPicPr>
            <a:picLocks noGrp="1"/>
          </p:cNvPicPr>
          <p:nvPr>
            <p:ph idx="1"/>
          </p:nvPr>
        </p:nvPicPr>
        <p:blipFill>
          <a:blip r:embed="rId2">
            <a:extLst>
              <a:ext uri="{28A0092B-C50C-407E-A947-70E740481C1C}">
                <a14:useLocalDpi xmlns:a14="http://schemas.microsoft.com/office/drawing/2010/main" val="0"/>
              </a:ext>
            </a:extLst>
          </a:blip>
          <a:srcRect/>
          <a:stretch/>
        </p:blipFill>
        <p:spPr>
          <a:xfrm>
            <a:off x="499433" y="1936178"/>
            <a:ext cx="11193133" cy="4336606"/>
          </a:xfrm>
          <a:prstGeom prst="rect">
            <a:avLst/>
          </a:prstGeom>
        </p:spPr>
      </p:pic>
      <p:cxnSp>
        <p:nvCxnSpPr>
          <p:cNvPr id="24" name="Straight Connector 23">
            <a:extLst>
              <a:ext uri="{FF2B5EF4-FFF2-40B4-BE49-F238E27FC236}">
                <a16:creationId xmlns:a16="http://schemas.microsoft.com/office/drawing/2014/main" id="{358150F1-A786-CE1B-BEA0-85F0287B9B67}"/>
              </a:ext>
            </a:extLst>
          </p:cNvPr>
          <p:cNvCxnSpPr/>
          <p:nvPr/>
        </p:nvCxnSpPr>
        <p:spPr>
          <a:xfrm>
            <a:off x="559558" y="3787254"/>
            <a:ext cx="11081982"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5" name="Straight Connector 24">
            <a:extLst>
              <a:ext uri="{FF2B5EF4-FFF2-40B4-BE49-F238E27FC236}">
                <a16:creationId xmlns:a16="http://schemas.microsoft.com/office/drawing/2014/main" id="{0F0DCFA2-506A-3132-BE4D-8D89A4F957D0}"/>
              </a:ext>
            </a:extLst>
          </p:cNvPr>
          <p:cNvCxnSpPr/>
          <p:nvPr/>
        </p:nvCxnSpPr>
        <p:spPr>
          <a:xfrm>
            <a:off x="555008" y="4601570"/>
            <a:ext cx="11081982"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6" name="Straight Connector 25">
            <a:extLst>
              <a:ext uri="{FF2B5EF4-FFF2-40B4-BE49-F238E27FC236}">
                <a16:creationId xmlns:a16="http://schemas.microsoft.com/office/drawing/2014/main" id="{711BF982-FC8B-060D-264E-7FF184A5C0A0}"/>
              </a:ext>
            </a:extLst>
          </p:cNvPr>
          <p:cNvCxnSpPr/>
          <p:nvPr/>
        </p:nvCxnSpPr>
        <p:spPr>
          <a:xfrm>
            <a:off x="547201" y="5409063"/>
            <a:ext cx="11081982"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7" name="Straight Connector 26">
            <a:extLst>
              <a:ext uri="{FF2B5EF4-FFF2-40B4-BE49-F238E27FC236}">
                <a16:creationId xmlns:a16="http://schemas.microsoft.com/office/drawing/2014/main" id="{5054D24C-CF23-4E7C-3A22-9C1E51AAF550}"/>
              </a:ext>
            </a:extLst>
          </p:cNvPr>
          <p:cNvCxnSpPr/>
          <p:nvPr/>
        </p:nvCxnSpPr>
        <p:spPr>
          <a:xfrm>
            <a:off x="555009" y="2963839"/>
            <a:ext cx="11081982"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8232643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A41AC481-B287-49C8-90EF-C669597D2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C186DD-5304-4F68-864E-B96D4F4886F9}">
  <we:reference id="wa200004052" version="1.0.0.2" store="en-US" storeType="OMEX"/>
  <we:alternateReferences>
    <we:reference id="wa200004052" version="1.0.0.2" store="wa200004052" storeType="OMEX"/>
  </we:alternateReferences>
  <we:properties>
    <we:property name="holatex.main" value="{&quot;pictures&quot;:[{&quot;name&quot;:&quot;Latex&quot;,&quot;code&quot;:&quot;\\documentclass{article}\n\\usepackage{amsmath} % Required for mathematical environments\n\\usepackage{xcolor}  % Required for colored text\n\\usepackage{tikz}    % Required for drawing arrows\n\n\\begin{document}\n\n\\begin{itemize}\n    \\item \\textbf{Non-Stationary Signal} $\\Rightarrow$ \n          \\textcolor{red}{{Frequency changes in time.}}\n          \n\n\\end{itemize}\n\n\\end{documen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5195</TotalTime>
  <Words>2138</Words>
  <Application>Microsoft Office PowerPoint</Application>
  <PresentationFormat>Widescreen</PresentationFormat>
  <Paragraphs>307</Paragraphs>
  <Slides>70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Calibri</vt:lpstr>
      <vt:lpstr>Tw Cen MT</vt:lpstr>
      <vt:lpstr>Tw Cen MT Condensed</vt:lpstr>
      <vt:lpstr>Wingdings</vt:lpstr>
      <vt:lpstr>Wingdings 3</vt:lpstr>
      <vt:lpstr>Integral</vt:lpstr>
      <vt:lpstr>INFORMATION HIDING</vt:lpstr>
      <vt:lpstr>PowerPoint Presentation</vt:lpstr>
      <vt:lpstr>Scalable compression</vt:lpstr>
      <vt:lpstr>Scalable compression</vt:lpstr>
      <vt:lpstr>Scalable compression</vt:lpstr>
      <vt:lpstr>Scalable compression</vt:lpstr>
      <vt:lpstr>Scalable compression</vt:lpstr>
      <vt:lpstr>Scalable compression</vt:lpstr>
      <vt:lpstr>Scalable compression</vt:lpstr>
      <vt:lpstr>Scalable compression</vt:lpstr>
      <vt:lpstr>Scalable compression</vt:lpstr>
      <vt:lpstr>Scalable compression</vt:lpstr>
      <vt:lpstr>Scalable compression</vt:lpstr>
      <vt:lpstr>Scalable compression</vt:lpstr>
      <vt:lpstr>Scalable watermarking</vt:lpstr>
      <vt:lpstr>An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First approach to Scalable watermarking</vt:lpstr>
      <vt:lpstr>Second approach to Scalable watermarking</vt:lpstr>
      <vt:lpstr>PowerPoint Presentation</vt:lpstr>
      <vt:lpstr>Second approach to Scalable watermarking</vt:lpstr>
      <vt:lpstr>Second approach to Scalable watermarking</vt:lpstr>
      <vt:lpstr>Second approach to Scalable watermarking</vt:lpstr>
      <vt:lpstr>Second approach to Scalable watermarking</vt:lpstr>
      <vt:lpstr>Second approach to Scalable watermarking</vt:lpstr>
      <vt:lpstr>Second approach to Scalable watermarking</vt:lpstr>
      <vt:lpstr>Second approach to Scalable watermarking</vt:lpstr>
      <vt:lpstr>Second approach to Scalable watermarking</vt:lpstr>
      <vt:lpstr>Third approach to Scalable watermarking</vt:lpstr>
      <vt:lpstr>Third approach to Scalable watermarking</vt:lpstr>
      <vt:lpstr>Third approach to Scalable watermarking</vt:lpstr>
      <vt:lpstr>Third approach to Scalable watermarking</vt:lpstr>
      <vt:lpstr>Third approach to Scalable watermarking</vt:lpstr>
      <vt:lpstr>Third approach to Scalable watermarking</vt:lpstr>
      <vt:lpstr>Third approach to Scalable watermarking</vt:lpstr>
      <vt:lpstr>Third approach to Scalable watermarking</vt:lpstr>
      <vt:lpstr>Third approach to Scalable watermarking</vt:lpstr>
      <vt:lpstr>Third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FOURTH approach to Scalable watermarking</vt:lpstr>
      <vt:lpstr>Comparison between 4 approaches</vt:lpstr>
      <vt:lpstr>Comparison between 4 approaches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Adib</dc:creator>
  <cp:lastModifiedBy>ADIB</cp:lastModifiedBy>
  <cp:revision>1534</cp:revision>
  <dcterms:created xsi:type="dcterms:W3CDTF">2025-02-14T04:57:05Z</dcterms:created>
  <dcterms:modified xsi:type="dcterms:W3CDTF">2025-06-26T14:40:35Z</dcterms:modified>
</cp:coreProperties>
</file>